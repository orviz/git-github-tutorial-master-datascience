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10287000" cx="18288000"/>
  <p:notesSz cx="6858000" cy="9144000"/>
  <p:embeddedFontLst>
    <p:embeddedFont>
      <p:font typeface="Barlow Condensed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EB0C4A9-A7B6-4682-9099-3721FA065EC6}">
  <a:tblStyle styleId="{2EB0C4A9-A7B6-4682-9099-3721FA065EC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23203758-5D11-4E20-B00B-0CF971790A1E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BarlowCondensed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BarlowCondensed-italic.fntdata"/><Relationship Id="rId10" Type="http://schemas.openxmlformats.org/officeDocument/2006/relationships/slide" Target="slides/slide4.xml"/><Relationship Id="rId32" Type="http://schemas.openxmlformats.org/officeDocument/2006/relationships/font" Target="fonts/BarlowCondensed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BarlowCondensed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h5aaa6c61149ee538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h5aaa6c61149ee538_1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h5aaa6c61149ee538_1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h5aaa6c61149ee538_1_1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h5aaa6c61149ee538_1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h5aaa6c61149ee538_1_2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h5aaa6c61149ee538_1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h5aaa6c61149ee538_1_3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h5aaa6c61149ee538_1_6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h5aaa6c61149ee538_1_6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h5aaa6c61149ee538_1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h5aaa6c61149ee538_1_5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h5aaa6c61149ee538_1_7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h5aaa6c61149ee538_1_7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5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h5aaa6c61149ee538_1_9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h5aaa6c61149ee538_1_9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7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h5aaa6c61149ee538_1_10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h5aaa6c61149ee538_1_10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h5aaa6c61149ee538_1_1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1" name="Google Shape;1681;h5aaa6c61149ee538_1_11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0" name="Shape 1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1" name="Google Shape;1801;h5aaa6c61149ee538_1_1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2" name="Google Shape;1802;h5aaa6c61149ee538_1_12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2" name="Shape 1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3" name="Google Shape;1923;h5aaa6c61149ee538_1_1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4" name="Google Shape;1924;h5aaa6c61149ee538_1_13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8" name="Shape 2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Google Shape;2049;h5aaa6c61149ee538_1_1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0" name="Google Shape;2050;h5aaa6c61149ee538_1_15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9" name="Shape 2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" name="Google Shape;2170;h5aaa6c61149ee538_1_1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1" name="Google Shape;2171;h5aaa6c61149ee538_1_16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2" name="Shape 2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" name="Google Shape;2293;h5aaa6c61149ee538_1_17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4" name="Google Shape;2294;h5aaa6c61149ee538_1_17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5" name="Shape 2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" name="Google Shape;2416;h5aaa6c61149ee538_1_19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7" name="Google Shape;2417;h5aaa6c61149ee538_1_19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9" name="Shape 2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0" name="Google Shape;2540;h5aaa6c61149ee538_1_20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1" name="Google Shape;2541;h5aaa6c61149ee538_1_20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1" name="Shape 2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" name="Google Shape;2662;h5aaa6c61149ee538_1_2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3" name="Google Shape;2663;h5aaa6c61149ee538_1_21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4" name="Shape 2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" name="Google Shape;2785;h40633d1497a46e2c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6" name="Google Shape;2786;h40633d1497a46e2c_1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6" name="Shape 2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7" name="Google Shape;29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8" name="Google Shape;29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7.png"/><Relationship Id="rId8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7.png"/><Relationship Id="rId8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7.png"/><Relationship Id="rId8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7.png"/><Relationship Id="rId8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7.png"/><Relationship Id="rId8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7.png"/><Relationship Id="rId8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9" Type="http://schemas.openxmlformats.org/officeDocument/2006/relationships/image" Target="../media/image21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7.png"/><Relationship Id="rId8" Type="http://schemas.openxmlformats.org/officeDocument/2006/relationships/hyperlink" Target="https://github.com/git/git/blob/master/README.md?plain=1#L55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7.png"/><Relationship Id="rId8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9" Type="http://schemas.openxmlformats.org/officeDocument/2006/relationships/image" Target="../media/image25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7.png"/><Relationship Id="rId8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9" Type="http://schemas.openxmlformats.org/officeDocument/2006/relationships/hyperlink" Target="https://octoverse.github.com/" TargetMode="External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7.png"/><Relationship Id="rId8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10" Type="http://schemas.openxmlformats.org/officeDocument/2006/relationships/image" Target="../media/image15.png"/><Relationship Id="rId9" Type="http://schemas.openxmlformats.org/officeDocument/2006/relationships/hyperlink" Target="https://doi.org/10.3847/2041-8213/ab0e85" TargetMode="External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7.png"/><Relationship Id="rId8" Type="http://schemas.openxmlformats.org/officeDocument/2006/relationships/hyperlink" Target="https://doi.org/10.1016/S1473-3099(20)30120-1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9" Type="http://schemas.openxmlformats.org/officeDocument/2006/relationships/image" Target="../media/image25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7.png"/><Relationship Id="rId8" Type="http://schemas.openxmlformats.org/officeDocument/2006/relationships/image" Target="../media/image2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7.png"/><Relationship Id="rId8" Type="http://schemas.openxmlformats.org/officeDocument/2006/relationships/hyperlink" Target="https://github.com/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7.png"/><Relationship Id="rId8" Type="http://schemas.openxmlformats.org/officeDocument/2006/relationships/hyperlink" Target="https://github.com/orviz/git-github-tutorial-master-datascience/blob/master/README.md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Relationship Id="rId4" Type="http://schemas.openxmlformats.org/officeDocument/2006/relationships/image" Target="../media/image16.png"/><Relationship Id="rId5" Type="http://schemas.openxmlformats.org/officeDocument/2006/relationships/image" Target="../media/image9.png"/><Relationship Id="rId6" Type="http://schemas.openxmlformats.org/officeDocument/2006/relationships/image" Target="../media/image3.png"/><Relationship Id="rId7" Type="http://schemas.openxmlformats.org/officeDocument/2006/relationships/image" Target="../media/image5.png"/><Relationship Id="rId8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169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Google Shape;84;p13"/>
          <p:cNvCxnSpPr/>
          <p:nvPr/>
        </p:nvCxnSpPr>
        <p:spPr>
          <a:xfrm rot="-5400000">
            <a:off x="-4105275" y="5119688"/>
            <a:ext cx="102870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5" name="Google Shape;85;p13"/>
          <p:cNvGrpSpPr/>
          <p:nvPr/>
        </p:nvGrpSpPr>
        <p:grpSpPr>
          <a:xfrm>
            <a:off x="216607" y="6304896"/>
            <a:ext cx="642922" cy="632263"/>
            <a:chOff x="63500" y="63500"/>
            <a:chExt cx="988187" cy="971804"/>
          </a:xfrm>
        </p:grpSpPr>
        <p:sp>
          <p:nvSpPr>
            <p:cNvPr id="86" name="Google Shape;86;p13"/>
            <p:cNvSpPr/>
            <p:nvPr/>
          </p:nvSpPr>
          <p:spPr>
            <a:xfrm>
              <a:off x="857250" y="840994"/>
              <a:ext cx="129540" cy="129540"/>
            </a:xfrm>
            <a:custGeom>
              <a:rect b="b" l="l" r="r" t="t"/>
              <a:pathLst>
                <a:path extrusionOk="0" h="129540" w="129540">
                  <a:moveTo>
                    <a:pt x="64770" y="32385"/>
                  </a:moveTo>
                  <a:cubicBezTo>
                    <a:pt x="46863" y="32385"/>
                    <a:pt x="32385" y="46990"/>
                    <a:pt x="32385" y="64770"/>
                  </a:cubicBezTo>
                  <a:cubicBezTo>
                    <a:pt x="32385" y="82550"/>
                    <a:pt x="46990" y="97155"/>
                    <a:pt x="64770" y="97155"/>
                  </a:cubicBezTo>
                  <a:cubicBezTo>
                    <a:pt x="82550" y="97155"/>
                    <a:pt x="97155" y="82550"/>
                    <a:pt x="97155" y="64770"/>
                  </a:cubicBezTo>
                  <a:cubicBezTo>
                    <a:pt x="97155" y="46990"/>
                    <a:pt x="82550" y="32385"/>
                    <a:pt x="64770" y="32385"/>
                  </a:cubicBezTo>
                  <a:moveTo>
                    <a:pt x="64770" y="129540"/>
                  </a:moveTo>
                  <a:cubicBezTo>
                    <a:pt x="29083" y="129540"/>
                    <a:pt x="0" y="100457"/>
                    <a:pt x="0" y="64770"/>
                  </a:cubicBezTo>
                  <a:cubicBezTo>
                    <a:pt x="0" y="29083"/>
                    <a:pt x="29083" y="0"/>
                    <a:pt x="64770" y="0"/>
                  </a:cubicBezTo>
                  <a:cubicBezTo>
                    <a:pt x="100457" y="0"/>
                    <a:pt x="129540" y="29083"/>
                    <a:pt x="129540" y="64770"/>
                  </a:cubicBezTo>
                  <a:cubicBezTo>
                    <a:pt x="129540" y="100457"/>
                    <a:pt x="100457" y="129540"/>
                    <a:pt x="64770" y="1295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905764" y="225552"/>
              <a:ext cx="32512" cy="647827"/>
            </a:xfrm>
            <a:custGeom>
              <a:rect b="b" l="l" r="r" t="t"/>
              <a:pathLst>
                <a:path extrusionOk="0" h="647827" w="32512">
                  <a:moveTo>
                    <a:pt x="16256" y="647827"/>
                  </a:moveTo>
                  <a:lnTo>
                    <a:pt x="0" y="640588"/>
                  </a:lnTo>
                  <a:lnTo>
                    <a:pt x="0" y="16129"/>
                  </a:lnTo>
                  <a:cubicBezTo>
                    <a:pt x="0" y="7112"/>
                    <a:pt x="7239" y="0"/>
                    <a:pt x="16256" y="0"/>
                  </a:cubicBezTo>
                  <a:lnTo>
                    <a:pt x="32512" y="7239"/>
                  </a:lnTo>
                  <a:lnTo>
                    <a:pt x="32512" y="631698"/>
                  </a:lnTo>
                  <a:cubicBezTo>
                    <a:pt x="32512" y="640588"/>
                    <a:pt x="25273" y="647827"/>
                    <a:pt x="16256" y="64782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121679" y="510286"/>
              <a:ext cx="44042" cy="38989"/>
            </a:xfrm>
            <a:custGeom>
              <a:rect b="b" l="l" r="r" t="t"/>
              <a:pathLst>
                <a:path extrusionOk="0" h="38989" w="44042">
                  <a:moveTo>
                    <a:pt x="27927" y="38989"/>
                  </a:moveTo>
                  <a:lnTo>
                    <a:pt x="23990" y="38608"/>
                  </a:lnTo>
                  <a:lnTo>
                    <a:pt x="10401" y="33401"/>
                  </a:lnTo>
                  <a:cubicBezTo>
                    <a:pt x="2019" y="30226"/>
                    <a:pt x="-2172" y="20828"/>
                    <a:pt x="1130" y="12446"/>
                  </a:cubicBezTo>
                  <a:lnTo>
                    <a:pt x="13703" y="0"/>
                  </a:lnTo>
                  <a:lnTo>
                    <a:pt x="33642" y="7620"/>
                  </a:lnTo>
                  <a:cubicBezTo>
                    <a:pt x="42024" y="10795"/>
                    <a:pt x="46215" y="20193"/>
                    <a:pt x="42913" y="28575"/>
                  </a:cubicBezTo>
                  <a:lnTo>
                    <a:pt x="34277" y="3898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180213" y="535721"/>
              <a:ext cx="620903" cy="90770"/>
            </a:xfrm>
            <a:custGeom>
              <a:rect b="b" l="l" r="r" t="t"/>
              <a:pathLst>
                <a:path extrusionOk="0" h="90770" w="620903">
                  <a:moveTo>
                    <a:pt x="476758" y="90770"/>
                  </a:moveTo>
                  <a:lnTo>
                    <a:pt x="300863" y="90770"/>
                  </a:lnTo>
                  <a:cubicBezTo>
                    <a:pt x="291211" y="90770"/>
                    <a:pt x="281813" y="88230"/>
                    <a:pt x="273431" y="83531"/>
                  </a:cubicBezTo>
                  <a:lnTo>
                    <a:pt x="193675" y="37938"/>
                  </a:lnTo>
                  <a:cubicBezTo>
                    <a:pt x="190246" y="36033"/>
                    <a:pt x="186309" y="34890"/>
                    <a:pt x="182245" y="34890"/>
                  </a:cubicBezTo>
                  <a:lnTo>
                    <a:pt x="32385" y="34890"/>
                  </a:lnTo>
                  <a:cubicBezTo>
                    <a:pt x="25527" y="34890"/>
                    <a:pt x="18923" y="33620"/>
                    <a:pt x="12446" y="31207"/>
                  </a:cubicBezTo>
                  <a:lnTo>
                    <a:pt x="0" y="18634"/>
                  </a:lnTo>
                  <a:cubicBezTo>
                    <a:pt x="6477" y="1997"/>
                    <a:pt x="15875" y="-2194"/>
                    <a:pt x="24130" y="981"/>
                  </a:cubicBezTo>
                  <a:lnTo>
                    <a:pt x="29464" y="2505"/>
                  </a:lnTo>
                  <a:lnTo>
                    <a:pt x="182372" y="2505"/>
                  </a:lnTo>
                  <a:cubicBezTo>
                    <a:pt x="192024" y="2505"/>
                    <a:pt x="201549" y="5045"/>
                    <a:pt x="209804" y="9744"/>
                  </a:cubicBezTo>
                  <a:lnTo>
                    <a:pt x="289560" y="55337"/>
                  </a:lnTo>
                  <a:cubicBezTo>
                    <a:pt x="292989" y="57242"/>
                    <a:pt x="296926" y="58385"/>
                    <a:pt x="300863" y="58385"/>
                  </a:cubicBezTo>
                  <a:lnTo>
                    <a:pt x="476758" y="58385"/>
                  </a:lnTo>
                  <a:cubicBezTo>
                    <a:pt x="480314" y="58385"/>
                    <a:pt x="483870" y="57496"/>
                    <a:pt x="486918" y="55972"/>
                  </a:cubicBezTo>
                  <a:lnTo>
                    <a:pt x="526288" y="36287"/>
                  </a:lnTo>
                  <a:cubicBezTo>
                    <a:pt x="533908" y="32477"/>
                    <a:pt x="542417" y="30445"/>
                    <a:pt x="551053" y="30445"/>
                  </a:cubicBezTo>
                  <a:lnTo>
                    <a:pt x="604647" y="30445"/>
                  </a:lnTo>
                  <a:cubicBezTo>
                    <a:pt x="613664" y="30445"/>
                    <a:pt x="620903" y="37684"/>
                    <a:pt x="620903" y="46574"/>
                  </a:cubicBezTo>
                  <a:lnTo>
                    <a:pt x="613664" y="62830"/>
                  </a:lnTo>
                  <a:lnTo>
                    <a:pt x="551053" y="62830"/>
                  </a:lnTo>
                  <a:cubicBezTo>
                    <a:pt x="547497" y="62830"/>
                    <a:pt x="543941" y="63719"/>
                    <a:pt x="540893" y="65243"/>
                  </a:cubicBezTo>
                  <a:lnTo>
                    <a:pt x="501523" y="84928"/>
                  </a:lnTo>
                  <a:cubicBezTo>
                    <a:pt x="493903" y="88738"/>
                    <a:pt x="485394" y="90770"/>
                    <a:pt x="476758" y="907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378206" y="705739"/>
              <a:ext cx="120232" cy="139192"/>
            </a:xfrm>
            <a:custGeom>
              <a:rect b="b" l="l" r="r" t="t"/>
              <a:pathLst>
                <a:path extrusionOk="0" h="139192" w="120232">
                  <a:moveTo>
                    <a:pt x="89916" y="139192"/>
                  </a:moveTo>
                  <a:lnTo>
                    <a:pt x="78232" y="135890"/>
                  </a:lnTo>
                  <a:cubicBezTo>
                    <a:pt x="65532" y="110490"/>
                    <a:pt x="68326" y="86995"/>
                    <a:pt x="82423" y="70104"/>
                  </a:cubicBezTo>
                  <a:lnTo>
                    <a:pt x="89408" y="53975"/>
                  </a:lnTo>
                  <a:cubicBezTo>
                    <a:pt x="81661" y="37465"/>
                    <a:pt x="73914" y="32512"/>
                    <a:pt x="64770" y="32512"/>
                  </a:cubicBezTo>
                  <a:lnTo>
                    <a:pt x="16256" y="32512"/>
                  </a:lnTo>
                  <a:cubicBezTo>
                    <a:pt x="7239" y="32512"/>
                    <a:pt x="0" y="25273"/>
                    <a:pt x="0" y="16256"/>
                  </a:cubicBezTo>
                  <a:lnTo>
                    <a:pt x="7239" y="0"/>
                  </a:lnTo>
                  <a:lnTo>
                    <a:pt x="64897" y="0"/>
                  </a:lnTo>
                  <a:cubicBezTo>
                    <a:pt x="86614" y="0"/>
                    <a:pt x="105791" y="12192"/>
                    <a:pt x="114935" y="31877"/>
                  </a:cubicBezTo>
                  <a:cubicBezTo>
                    <a:pt x="124079" y="51562"/>
                    <a:pt x="121285" y="74041"/>
                    <a:pt x="107315" y="90805"/>
                  </a:cubicBezTo>
                  <a:lnTo>
                    <a:pt x="100457" y="107569"/>
                  </a:lnTo>
                  <a:cubicBezTo>
                    <a:pt x="108585" y="123698"/>
                    <a:pt x="105283" y="133477"/>
                    <a:pt x="97282" y="137414"/>
                  </a:cubicBezTo>
                  <a:lnTo>
                    <a:pt x="92456" y="13906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322072" y="705866"/>
              <a:ext cx="49657" cy="32385"/>
            </a:xfrm>
            <a:custGeom>
              <a:rect b="b" l="l" r="r" t="t"/>
              <a:pathLst>
                <a:path extrusionOk="0" h="32385" w="49657">
                  <a:moveTo>
                    <a:pt x="33401" y="32385"/>
                  </a:moveTo>
                  <a:lnTo>
                    <a:pt x="16256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33401" y="0"/>
                  </a:lnTo>
                  <a:cubicBezTo>
                    <a:pt x="42418" y="0"/>
                    <a:pt x="49657" y="7239"/>
                    <a:pt x="49657" y="16256"/>
                  </a:cubicBezTo>
                  <a:lnTo>
                    <a:pt x="42418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247178" y="717997"/>
              <a:ext cx="67401" cy="46670"/>
            </a:xfrm>
            <a:custGeom>
              <a:rect b="b" l="l" r="r" t="t"/>
              <a:pathLst>
                <a:path extrusionOk="0" h="46670" w="67401">
                  <a:moveTo>
                    <a:pt x="15204" y="46670"/>
                  </a:moveTo>
                  <a:lnTo>
                    <a:pt x="2631" y="42733"/>
                  </a:lnTo>
                  <a:cubicBezTo>
                    <a:pt x="-3084" y="27874"/>
                    <a:pt x="1107" y="18603"/>
                    <a:pt x="9489" y="15301"/>
                  </a:cubicBezTo>
                  <a:lnTo>
                    <a:pt x="46446" y="1077"/>
                  </a:lnTo>
                  <a:cubicBezTo>
                    <a:pt x="54828" y="-2098"/>
                    <a:pt x="64226" y="1966"/>
                    <a:pt x="67401" y="10348"/>
                  </a:cubicBezTo>
                  <a:lnTo>
                    <a:pt x="66385" y="28128"/>
                  </a:lnTo>
                  <a:lnTo>
                    <a:pt x="21046" y="45527"/>
                  </a:lnTo>
                  <a:cubicBezTo>
                    <a:pt x="19141" y="46289"/>
                    <a:pt x="17109" y="46670"/>
                    <a:pt x="15204" y="466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719420" y="632964"/>
              <a:ext cx="70253" cy="65409"/>
            </a:xfrm>
            <a:custGeom>
              <a:rect b="b" l="l" r="r" t="t"/>
              <a:pathLst>
                <a:path extrusionOk="0" h="65409" w="70253">
                  <a:moveTo>
                    <a:pt x="20609" y="65409"/>
                  </a:moveTo>
                  <a:lnTo>
                    <a:pt x="11084" y="63377"/>
                  </a:lnTo>
                  <a:cubicBezTo>
                    <a:pt x="2321" y="53852"/>
                    <a:pt x="-346" y="45978"/>
                    <a:pt x="35" y="37596"/>
                  </a:cubicBezTo>
                  <a:cubicBezTo>
                    <a:pt x="543" y="27690"/>
                    <a:pt x="5369" y="17911"/>
                    <a:pt x="13243" y="10672"/>
                  </a:cubicBezTo>
                  <a:cubicBezTo>
                    <a:pt x="20101" y="4449"/>
                    <a:pt x="28483" y="766"/>
                    <a:pt x="36992" y="131"/>
                  </a:cubicBezTo>
                  <a:cubicBezTo>
                    <a:pt x="46898" y="-758"/>
                    <a:pt x="56169" y="2925"/>
                    <a:pt x="62519" y="9783"/>
                  </a:cubicBezTo>
                  <a:cubicBezTo>
                    <a:pt x="71409" y="19562"/>
                    <a:pt x="72806" y="34294"/>
                    <a:pt x="65821" y="47375"/>
                  </a:cubicBezTo>
                  <a:lnTo>
                    <a:pt x="51851" y="58297"/>
                  </a:lnTo>
                  <a:cubicBezTo>
                    <a:pt x="36484" y="50169"/>
                    <a:pt x="33309" y="41025"/>
                    <a:pt x="36611" y="33405"/>
                  </a:cubicBezTo>
                  <a:lnTo>
                    <a:pt x="35595" y="34167"/>
                  </a:lnTo>
                  <a:lnTo>
                    <a:pt x="32420" y="38866"/>
                  </a:lnTo>
                  <a:cubicBezTo>
                    <a:pt x="38516" y="45851"/>
                    <a:pt x="37627" y="55376"/>
                    <a:pt x="31023" y="61472"/>
                  </a:cubicBezTo>
                  <a:lnTo>
                    <a:pt x="24419" y="6540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580547" y="726757"/>
              <a:ext cx="87425" cy="82106"/>
            </a:xfrm>
            <a:custGeom>
              <a:rect b="b" l="l" r="r" t="t"/>
              <a:pathLst>
                <a:path extrusionOk="0" h="82106" w="87425">
                  <a:moveTo>
                    <a:pt x="30069" y="54801"/>
                  </a:moveTo>
                  <a:lnTo>
                    <a:pt x="30069" y="54801"/>
                  </a:lnTo>
                  <a:lnTo>
                    <a:pt x="30069" y="54801"/>
                  </a:lnTo>
                  <a:moveTo>
                    <a:pt x="18131" y="81852"/>
                  </a:moveTo>
                  <a:lnTo>
                    <a:pt x="9368" y="80074"/>
                  </a:lnTo>
                  <a:cubicBezTo>
                    <a:pt x="-7015" y="62040"/>
                    <a:pt x="-1046" y="37148"/>
                    <a:pt x="20544" y="17590"/>
                  </a:cubicBezTo>
                  <a:lnTo>
                    <a:pt x="48611" y="1461"/>
                  </a:lnTo>
                  <a:cubicBezTo>
                    <a:pt x="61438" y="-1968"/>
                    <a:pt x="73122" y="699"/>
                    <a:pt x="80488" y="8827"/>
                  </a:cubicBezTo>
                  <a:cubicBezTo>
                    <a:pt x="90521" y="19876"/>
                    <a:pt x="89632" y="37275"/>
                    <a:pt x="78075" y="54293"/>
                  </a:cubicBezTo>
                  <a:lnTo>
                    <a:pt x="62962" y="63564"/>
                  </a:lnTo>
                  <a:cubicBezTo>
                    <a:pt x="48230" y="53531"/>
                    <a:pt x="46325" y="43498"/>
                    <a:pt x="51278" y="36005"/>
                  </a:cubicBezTo>
                  <a:lnTo>
                    <a:pt x="51913" y="35116"/>
                  </a:lnTo>
                  <a:lnTo>
                    <a:pt x="45944" y="38291"/>
                  </a:lnTo>
                  <a:cubicBezTo>
                    <a:pt x="35149" y="48197"/>
                    <a:pt x="32355" y="54420"/>
                    <a:pt x="31720" y="57087"/>
                  </a:cubicBezTo>
                  <a:lnTo>
                    <a:pt x="34895" y="72454"/>
                  </a:lnTo>
                  <a:cubicBezTo>
                    <a:pt x="25878" y="80709"/>
                    <a:pt x="21941" y="82106"/>
                    <a:pt x="18131" y="821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584327" y="177351"/>
              <a:ext cx="66294" cy="45407"/>
            </a:xfrm>
            <a:custGeom>
              <a:rect b="b" l="l" r="r" t="t"/>
              <a:pathLst>
                <a:path extrusionOk="0" h="45407" w="66294">
                  <a:moveTo>
                    <a:pt x="49657" y="45280"/>
                  </a:moveTo>
                  <a:lnTo>
                    <a:pt x="39751" y="42994"/>
                  </a:lnTo>
                  <a:cubicBezTo>
                    <a:pt x="32258" y="32834"/>
                    <a:pt x="26543" y="31564"/>
                    <a:pt x="25019" y="32580"/>
                  </a:cubicBezTo>
                  <a:lnTo>
                    <a:pt x="7620" y="36390"/>
                  </a:lnTo>
                  <a:cubicBezTo>
                    <a:pt x="-3048" y="22039"/>
                    <a:pt x="-1397" y="11879"/>
                    <a:pt x="5715" y="6545"/>
                  </a:cubicBezTo>
                  <a:cubicBezTo>
                    <a:pt x="22606" y="-5901"/>
                    <a:pt x="48133" y="-59"/>
                    <a:pt x="62484" y="19499"/>
                  </a:cubicBezTo>
                  <a:lnTo>
                    <a:pt x="66294" y="36898"/>
                  </a:lnTo>
                  <a:cubicBezTo>
                    <a:pt x="56261" y="44264"/>
                    <a:pt x="52832" y="45407"/>
                    <a:pt x="49530" y="4540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175133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175133" y="316230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538226" y="372110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538226" y="204597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566166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370586" y="790956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398526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258953" y="59550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337820" y="254635"/>
              <a:ext cx="72771" cy="71882"/>
            </a:xfrm>
            <a:custGeom>
              <a:rect b="b" l="l" r="r" t="t"/>
              <a:pathLst>
                <a:path extrusionOk="0" h="71882" w="72771">
                  <a:moveTo>
                    <a:pt x="17653" y="71882"/>
                  </a:moveTo>
                  <a:lnTo>
                    <a:pt x="15621" y="71755"/>
                  </a:lnTo>
                  <a:lnTo>
                    <a:pt x="0" y="61341"/>
                  </a:lnTo>
                  <a:cubicBezTo>
                    <a:pt x="5969" y="30734"/>
                    <a:pt x="25781" y="0"/>
                    <a:pt x="56515" y="0"/>
                  </a:cubicBezTo>
                  <a:lnTo>
                    <a:pt x="72771" y="7239"/>
                  </a:lnTo>
                  <a:cubicBezTo>
                    <a:pt x="72771" y="25146"/>
                    <a:pt x="65532" y="32385"/>
                    <a:pt x="56515" y="32385"/>
                  </a:cubicBezTo>
                  <a:cubicBezTo>
                    <a:pt x="45720" y="32385"/>
                    <a:pt x="35560" y="48260"/>
                    <a:pt x="33528" y="58674"/>
                  </a:cubicBezTo>
                  <a:lnTo>
                    <a:pt x="25273" y="7175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406940" y="77309"/>
              <a:ext cx="195675" cy="104428"/>
            </a:xfrm>
            <a:custGeom>
              <a:rect b="b" l="l" r="r" t="t"/>
              <a:pathLst>
                <a:path extrusionOk="0" h="104428" w="195675">
                  <a:moveTo>
                    <a:pt x="15208" y="104428"/>
                  </a:moveTo>
                  <a:lnTo>
                    <a:pt x="2127" y="100110"/>
                  </a:lnTo>
                  <a:cubicBezTo>
                    <a:pt x="-2953" y="84870"/>
                    <a:pt x="1619" y="75726"/>
                    <a:pt x="10001" y="72805"/>
                  </a:cubicBezTo>
                  <a:lnTo>
                    <a:pt x="49117" y="57565"/>
                  </a:lnTo>
                  <a:lnTo>
                    <a:pt x="174339" y="1431"/>
                  </a:lnTo>
                  <a:cubicBezTo>
                    <a:pt x="182467" y="-2252"/>
                    <a:pt x="192119" y="1431"/>
                    <a:pt x="195675" y="9559"/>
                  </a:cubicBezTo>
                  <a:lnTo>
                    <a:pt x="195675" y="27339"/>
                  </a:lnTo>
                  <a:lnTo>
                    <a:pt x="62452" y="87029"/>
                  </a:lnTo>
                  <a:cubicBezTo>
                    <a:pt x="48736" y="93125"/>
                    <a:pt x="34512" y="98713"/>
                    <a:pt x="20288" y="103539"/>
                  </a:cubicBezTo>
                  <a:lnTo>
                    <a:pt x="16859" y="10442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3"/>
            <p:cNvSpPr/>
            <p:nvPr/>
          </p:nvSpPr>
          <p:spPr>
            <a:xfrm>
              <a:off x="331397" y="164918"/>
              <a:ext cx="51127" cy="35107"/>
            </a:xfrm>
            <a:custGeom>
              <a:rect b="b" l="l" r="r" t="t"/>
              <a:pathLst>
                <a:path extrusionOk="0" h="35107" w="51127">
                  <a:moveTo>
                    <a:pt x="15313" y="34980"/>
                  </a:moveTo>
                  <a:lnTo>
                    <a:pt x="581" y="29265"/>
                  </a:lnTo>
                  <a:cubicBezTo>
                    <a:pt x="-1959" y="12374"/>
                    <a:pt x="4137" y="4119"/>
                    <a:pt x="12900" y="2849"/>
                  </a:cubicBezTo>
                  <a:lnTo>
                    <a:pt x="25727" y="817"/>
                  </a:lnTo>
                  <a:cubicBezTo>
                    <a:pt x="40840" y="-2231"/>
                    <a:pt x="49476" y="3611"/>
                    <a:pt x="51127" y="12374"/>
                  </a:cubicBezTo>
                  <a:lnTo>
                    <a:pt x="47063" y="29646"/>
                  </a:lnTo>
                  <a:cubicBezTo>
                    <a:pt x="31442" y="32694"/>
                    <a:pt x="24584" y="33837"/>
                    <a:pt x="17726" y="34853"/>
                  </a:cubicBezTo>
                  <a:lnTo>
                    <a:pt x="16075" y="35107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3"/>
            <p:cNvSpPr/>
            <p:nvPr/>
          </p:nvSpPr>
          <p:spPr>
            <a:xfrm>
              <a:off x="264287" y="174137"/>
              <a:ext cx="43688" cy="34016"/>
            </a:xfrm>
            <a:custGeom>
              <a:rect b="b" l="l" r="r" t="t"/>
              <a:pathLst>
                <a:path extrusionOk="0" h="34016" w="43688">
                  <a:moveTo>
                    <a:pt x="15494" y="34016"/>
                  </a:moveTo>
                  <a:lnTo>
                    <a:pt x="381" y="27920"/>
                  </a:lnTo>
                  <a:cubicBezTo>
                    <a:pt x="-1651" y="10775"/>
                    <a:pt x="4699" y="2774"/>
                    <a:pt x="13589" y="1631"/>
                  </a:cubicBezTo>
                  <a:lnTo>
                    <a:pt x="25654" y="107"/>
                  </a:lnTo>
                  <a:cubicBezTo>
                    <a:pt x="34544" y="-909"/>
                    <a:pt x="42545" y="5441"/>
                    <a:pt x="43688" y="14331"/>
                  </a:cubicBezTo>
                  <a:lnTo>
                    <a:pt x="38354" y="31222"/>
                  </a:lnTo>
                  <a:lnTo>
                    <a:pt x="17399" y="33762"/>
                  </a:lnTo>
                  <a:lnTo>
                    <a:pt x="16129" y="3388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3"/>
            <p:cNvSpPr/>
            <p:nvPr/>
          </p:nvSpPr>
          <p:spPr>
            <a:xfrm>
              <a:off x="63500" y="63500"/>
              <a:ext cx="746506" cy="842391"/>
            </a:xfrm>
            <a:custGeom>
              <a:rect b="b" l="l" r="r" t="t"/>
              <a:pathLst>
                <a:path extrusionOk="0" h="842391" w="746506">
                  <a:moveTo>
                    <a:pt x="421132" y="842264"/>
                  </a:moveTo>
                  <a:cubicBezTo>
                    <a:pt x="188976" y="842264"/>
                    <a:pt x="0" y="653415"/>
                    <a:pt x="0" y="421132"/>
                  </a:cubicBezTo>
                  <a:cubicBezTo>
                    <a:pt x="0" y="188849"/>
                    <a:pt x="188976" y="0"/>
                    <a:pt x="421132" y="0"/>
                  </a:cubicBezTo>
                  <a:cubicBezTo>
                    <a:pt x="544449" y="0"/>
                    <a:pt x="661162" y="53975"/>
                    <a:pt x="741553" y="148082"/>
                  </a:cubicBezTo>
                  <a:lnTo>
                    <a:pt x="746506" y="165100"/>
                  </a:lnTo>
                  <a:cubicBezTo>
                    <a:pt x="732917" y="176657"/>
                    <a:pt x="722630" y="175895"/>
                    <a:pt x="716915" y="169164"/>
                  </a:cubicBezTo>
                  <a:cubicBezTo>
                    <a:pt x="642747" y="82169"/>
                    <a:pt x="534924" y="32385"/>
                    <a:pt x="421132" y="32385"/>
                  </a:cubicBezTo>
                  <a:cubicBezTo>
                    <a:pt x="206756" y="32385"/>
                    <a:pt x="32385" y="206756"/>
                    <a:pt x="32385" y="421132"/>
                  </a:cubicBezTo>
                  <a:cubicBezTo>
                    <a:pt x="32385" y="635508"/>
                    <a:pt x="206756" y="809879"/>
                    <a:pt x="421132" y="809879"/>
                  </a:cubicBezTo>
                  <a:cubicBezTo>
                    <a:pt x="531749" y="809879"/>
                    <a:pt x="637540" y="762381"/>
                    <a:pt x="711327" y="679577"/>
                  </a:cubicBezTo>
                  <a:lnTo>
                    <a:pt x="727583" y="672338"/>
                  </a:lnTo>
                  <a:cubicBezTo>
                    <a:pt x="740918" y="684276"/>
                    <a:pt x="741553" y="694436"/>
                    <a:pt x="735584" y="701167"/>
                  </a:cubicBezTo>
                  <a:cubicBezTo>
                    <a:pt x="655574" y="790956"/>
                    <a:pt x="541020" y="842391"/>
                    <a:pt x="421259" y="84239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3"/>
            <p:cNvSpPr/>
            <p:nvPr/>
          </p:nvSpPr>
          <p:spPr>
            <a:xfrm>
              <a:off x="792480" y="63500"/>
              <a:ext cx="259207" cy="971804"/>
            </a:xfrm>
            <a:custGeom>
              <a:rect b="b" l="l" r="r" t="t"/>
              <a:pathLst>
                <a:path extrusionOk="0" h="971804" w="259207">
                  <a:moveTo>
                    <a:pt x="129540" y="32385"/>
                  </a:moveTo>
                  <a:cubicBezTo>
                    <a:pt x="102743" y="32385"/>
                    <a:pt x="80899" y="54229"/>
                    <a:pt x="80899" y="81026"/>
                  </a:cubicBezTo>
                  <a:lnTo>
                    <a:pt x="80899" y="749300"/>
                  </a:lnTo>
                  <a:cubicBezTo>
                    <a:pt x="80899" y="754507"/>
                    <a:pt x="78359" y="759460"/>
                    <a:pt x="74041" y="762508"/>
                  </a:cubicBezTo>
                  <a:cubicBezTo>
                    <a:pt x="47498" y="781177"/>
                    <a:pt x="32385" y="810260"/>
                    <a:pt x="32385" y="842264"/>
                  </a:cubicBezTo>
                  <a:cubicBezTo>
                    <a:pt x="32385" y="895858"/>
                    <a:pt x="75946" y="939419"/>
                    <a:pt x="129540" y="939419"/>
                  </a:cubicBezTo>
                  <a:cubicBezTo>
                    <a:pt x="183134" y="939419"/>
                    <a:pt x="226695" y="895858"/>
                    <a:pt x="226695" y="842264"/>
                  </a:cubicBezTo>
                  <a:cubicBezTo>
                    <a:pt x="226695" y="810260"/>
                    <a:pt x="211455" y="781177"/>
                    <a:pt x="185039" y="762508"/>
                  </a:cubicBezTo>
                  <a:lnTo>
                    <a:pt x="178181" y="754507"/>
                  </a:lnTo>
                  <a:lnTo>
                    <a:pt x="178181" y="81026"/>
                  </a:lnTo>
                  <a:cubicBezTo>
                    <a:pt x="178181" y="54229"/>
                    <a:pt x="156337" y="32385"/>
                    <a:pt x="129540" y="32385"/>
                  </a:cubicBezTo>
                  <a:moveTo>
                    <a:pt x="129540" y="971804"/>
                  </a:moveTo>
                  <a:cubicBezTo>
                    <a:pt x="58039" y="971804"/>
                    <a:pt x="0" y="913638"/>
                    <a:pt x="0" y="842264"/>
                  </a:cubicBezTo>
                  <a:cubicBezTo>
                    <a:pt x="0" y="802386"/>
                    <a:pt x="17653" y="766064"/>
                    <a:pt x="48641" y="741172"/>
                  </a:cubicBezTo>
                  <a:lnTo>
                    <a:pt x="48641" y="81026"/>
                  </a:lnTo>
                  <a:cubicBezTo>
                    <a:pt x="48514" y="36322"/>
                    <a:pt x="84836" y="0"/>
                    <a:pt x="129540" y="0"/>
                  </a:cubicBezTo>
                  <a:cubicBezTo>
                    <a:pt x="174244" y="0"/>
                    <a:pt x="210566" y="36322"/>
                    <a:pt x="210566" y="81026"/>
                  </a:cubicBezTo>
                  <a:lnTo>
                    <a:pt x="210566" y="741172"/>
                  </a:lnTo>
                  <a:cubicBezTo>
                    <a:pt x="241554" y="766064"/>
                    <a:pt x="259207" y="802386"/>
                    <a:pt x="259207" y="842264"/>
                  </a:cubicBezTo>
                  <a:cubicBezTo>
                    <a:pt x="259207" y="913765"/>
                    <a:pt x="201041" y="971804"/>
                    <a:pt x="129667" y="97180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3"/>
            <p:cNvSpPr/>
            <p:nvPr/>
          </p:nvSpPr>
          <p:spPr>
            <a:xfrm>
              <a:off x="938276" y="355092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3"/>
            <p:cNvSpPr/>
            <p:nvPr/>
          </p:nvSpPr>
          <p:spPr>
            <a:xfrm>
              <a:off x="938276" y="257937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3"/>
            <p:cNvSpPr/>
            <p:nvPr/>
          </p:nvSpPr>
          <p:spPr>
            <a:xfrm>
              <a:off x="938276" y="549402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3"/>
            <p:cNvSpPr/>
            <p:nvPr/>
          </p:nvSpPr>
          <p:spPr>
            <a:xfrm>
              <a:off x="938276" y="452247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3"/>
            <p:cNvSpPr/>
            <p:nvPr/>
          </p:nvSpPr>
          <p:spPr>
            <a:xfrm>
              <a:off x="938276" y="743839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3"/>
            <p:cNvSpPr/>
            <p:nvPr/>
          </p:nvSpPr>
          <p:spPr>
            <a:xfrm>
              <a:off x="938276" y="646684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6" name="Google Shape;116;p13"/>
          <p:cNvSpPr/>
          <p:nvPr/>
        </p:nvSpPr>
        <p:spPr>
          <a:xfrm>
            <a:off x="233877" y="502191"/>
            <a:ext cx="608930" cy="611105"/>
          </a:xfrm>
          <a:custGeom>
            <a:rect b="b" l="l" r="r" t="t"/>
            <a:pathLst>
              <a:path extrusionOk="0" h="939283" w="935944">
                <a:moveTo>
                  <a:pt x="594308" y="304156"/>
                </a:moveTo>
                <a:cubicBezTo>
                  <a:pt x="562304" y="328794"/>
                  <a:pt x="536650" y="358512"/>
                  <a:pt x="515060" y="395850"/>
                </a:cubicBezTo>
                <a:lnTo>
                  <a:pt x="522934" y="395596"/>
                </a:lnTo>
                <a:cubicBezTo>
                  <a:pt x="536523" y="387976"/>
                  <a:pt x="547953" y="381118"/>
                  <a:pt x="559256" y="374387"/>
                </a:cubicBezTo>
                <a:lnTo>
                  <a:pt x="562177" y="372355"/>
                </a:lnTo>
                <a:cubicBezTo>
                  <a:pt x="576147" y="350003"/>
                  <a:pt x="587069" y="328032"/>
                  <a:pt x="594308" y="304156"/>
                </a:cubicBezTo>
                <a:moveTo>
                  <a:pt x="385774" y="620259"/>
                </a:moveTo>
                <a:cubicBezTo>
                  <a:pt x="338784" y="635118"/>
                  <a:pt x="293826" y="676901"/>
                  <a:pt x="284682" y="713477"/>
                </a:cubicBezTo>
                <a:cubicBezTo>
                  <a:pt x="324560" y="689474"/>
                  <a:pt x="357834" y="659121"/>
                  <a:pt x="385774" y="620259"/>
                </a:cubicBezTo>
                <a:moveTo>
                  <a:pt x="626312" y="347209"/>
                </a:moveTo>
                <a:cubicBezTo>
                  <a:pt x="636218" y="344034"/>
                  <a:pt x="646632" y="342891"/>
                  <a:pt x="655522" y="335017"/>
                </a:cubicBezTo>
                <a:cubicBezTo>
                  <a:pt x="675715" y="317110"/>
                  <a:pt x="694257" y="297806"/>
                  <a:pt x="709243" y="275454"/>
                </a:cubicBezTo>
                <a:lnTo>
                  <a:pt x="730452" y="240910"/>
                </a:lnTo>
                <a:cubicBezTo>
                  <a:pt x="729690" y="239894"/>
                  <a:pt x="728928" y="238878"/>
                  <a:pt x="728166" y="237862"/>
                </a:cubicBezTo>
                <a:lnTo>
                  <a:pt x="664031" y="260341"/>
                </a:lnTo>
                <a:cubicBezTo>
                  <a:pt x="654379" y="263643"/>
                  <a:pt x="649934" y="269485"/>
                  <a:pt x="647394" y="279518"/>
                </a:cubicBezTo>
                <a:lnTo>
                  <a:pt x="626312" y="347209"/>
                </a:lnTo>
                <a:moveTo>
                  <a:pt x="325322" y="574666"/>
                </a:moveTo>
                <a:lnTo>
                  <a:pt x="243661" y="575428"/>
                </a:lnTo>
                <a:cubicBezTo>
                  <a:pt x="176605" y="571745"/>
                  <a:pt x="155142" y="570094"/>
                  <a:pt x="98627" y="534026"/>
                </a:cubicBezTo>
                <a:cubicBezTo>
                  <a:pt x="87451" y="526914"/>
                  <a:pt x="84530" y="514341"/>
                  <a:pt x="91007" y="503927"/>
                </a:cubicBezTo>
                <a:cubicBezTo>
                  <a:pt x="97611" y="493386"/>
                  <a:pt x="110311" y="490465"/>
                  <a:pt x="121995" y="497831"/>
                </a:cubicBezTo>
                <a:cubicBezTo>
                  <a:pt x="161238" y="522469"/>
                  <a:pt x="163397" y="519929"/>
                  <a:pt x="209117" y="528057"/>
                </a:cubicBezTo>
                <a:cubicBezTo>
                  <a:pt x="251916" y="535677"/>
                  <a:pt x="294715" y="535042"/>
                  <a:pt x="337387" y="526787"/>
                </a:cubicBezTo>
                <a:lnTo>
                  <a:pt x="340562" y="525771"/>
                </a:lnTo>
                <a:lnTo>
                  <a:pt x="340308" y="518786"/>
                </a:lnTo>
                <a:cubicBezTo>
                  <a:pt x="285444" y="459985"/>
                  <a:pt x="221055" y="423790"/>
                  <a:pt x="144855" y="409820"/>
                </a:cubicBezTo>
                <a:cubicBezTo>
                  <a:pt x="122249" y="405756"/>
                  <a:pt x="45668" y="401819"/>
                  <a:pt x="22681" y="400168"/>
                </a:cubicBezTo>
                <a:lnTo>
                  <a:pt x="5790" y="396485"/>
                </a:lnTo>
                <a:cubicBezTo>
                  <a:pt x="-1957" y="379975"/>
                  <a:pt x="-1195" y="372482"/>
                  <a:pt x="3758" y="365624"/>
                </a:cubicBezTo>
                <a:lnTo>
                  <a:pt x="15569" y="356988"/>
                </a:lnTo>
                <a:cubicBezTo>
                  <a:pt x="86943" y="356353"/>
                  <a:pt x="200354" y="373879"/>
                  <a:pt x="257123" y="402200"/>
                </a:cubicBezTo>
                <a:cubicBezTo>
                  <a:pt x="286968" y="417059"/>
                  <a:pt x="314400" y="435474"/>
                  <a:pt x="339546" y="457445"/>
                </a:cubicBezTo>
                <a:lnTo>
                  <a:pt x="343483" y="460493"/>
                </a:lnTo>
                <a:lnTo>
                  <a:pt x="353135" y="448936"/>
                </a:lnTo>
                <a:cubicBezTo>
                  <a:pt x="331037" y="426203"/>
                  <a:pt x="318083" y="415408"/>
                  <a:pt x="302335" y="407153"/>
                </a:cubicBezTo>
                <a:lnTo>
                  <a:pt x="253440" y="376165"/>
                </a:lnTo>
                <a:cubicBezTo>
                  <a:pt x="234263" y="366513"/>
                  <a:pt x="214070" y="357750"/>
                  <a:pt x="193369" y="353051"/>
                </a:cubicBezTo>
                <a:lnTo>
                  <a:pt x="115518" y="343399"/>
                </a:lnTo>
                <a:cubicBezTo>
                  <a:pt x="101421" y="342002"/>
                  <a:pt x="92150" y="335525"/>
                  <a:pt x="91134" y="323714"/>
                </a:cubicBezTo>
                <a:cubicBezTo>
                  <a:pt x="89864" y="310633"/>
                  <a:pt x="99008" y="299584"/>
                  <a:pt x="112724" y="300219"/>
                </a:cubicBezTo>
                <a:lnTo>
                  <a:pt x="176478" y="304791"/>
                </a:lnTo>
                <a:cubicBezTo>
                  <a:pt x="179018" y="304918"/>
                  <a:pt x="181558" y="305426"/>
                  <a:pt x="185495" y="305807"/>
                </a:cubicBezTo>
                <a:lnTo>
                  <a:pt x="183082" y="301235"/>
                </a:lnTo>
                <a:cubicBezTo>
                  <a:pt x="171144" y="279264"/>
                  <a:pt x="136219" y="207890"/>
                  <a:pt x="125932" y="187316"/>
                </a:cubicBezTo>
                <a:cubicBezTo>
                  <a:pt x="118566" y="172457"/>
                  <a:pt x="123011" y="159630"/>
                  <a:pt x="135584" y="154550"/>
                </a:cubicBezTo>
                <a:cubicBezTo>
                  <a:pt x="147903" y="149597"/>
                  <a:pt x="159079" y="155312"/>
                  <a:pt x="165429" y="170171"/>
                </a:cubicBezTo>
                <a:cubicBezTo>
                  <a:pt x="178383" y="200397"/>
                  <a:pt x="218769" y="279391"/>
                  <a:pt x="240613" y="304029"/>
                </a:cubicBezTo>
                <a:cubicBezTo>
                  <a:pt x="254837" y="320031"/>
                  <a:pt x="269950" y="334509"/>
                  <a:pt x="289762" y="344161"/>
                </a:cubicBezTo>
                <a:lnTo>
                  <a:pt x="331164" y="370704"/>
                </a:lnTo>
                <a:cubicBezTo>
                  <a:pt x="350468" y="385436"/>
                  <a:pt x="373074" y="390897"/>
                  <a:pt x="395680" y="396358"/>
                </a:cubicBezTo>
                <a:lnTo>
                  <a:pt x="406983" y="391786"/>
                </a:lnTo>
                <a:cubicBezTo>
                  <a:pt x="420445" y="388230"/>
                  <a:pt x="421715" y="383277"/>
                  <a:pt x="422985" y="376546"/>
                </a:cubicBezTo>
                <a:cubicBezTo>
                  <a:pt x="425271" y="364608"/>
                  <a:pt x="423620" y="353813"/>
                  <a:pt x="420064" y="342129"/>
                </a:cubicBezTo>
                <a:lnTo>
                  <a:pt x="401522" y="266818"/>
                </a:lnTo>
                <a:cubicBezTo>
                  <a:pt x="400633" y="263008"/>
                  <a:pt x="399490" y="258944"/>
                  <a:pt x="397458" y="255642"/>
                </a:cubicBezTo>
                <a:cubicBezTo>
                  <a:pt x="373709" y="217034"/>
                  <a:pt x="343229" y="184649"/>
                  <a:pt x="306526" y="158233"/>
                </a:cubicBezTo>
                <a:lnTo>
                  <a:pt x="297509" y="150740"/>
                </a:lnTo>
                <a:cubicBezTo>
                  <a:pt x="290143" y="137659"/>
                  <a:pt x="293064" y="127118"/>
                  <a:pt x="300430" y="120895"/>
                </a:cubicBezTo>
                <a:cubicBezTo>
                  <a:pt x="307796" y="114672"/>
                  <a:pt x="318591" y="113402"/>
                  <a:pt x="326846" y="120006"/>
                </a:cubicBezTo>
                <a:lnTo>
                  <a:pt x="387298" y="171568"/>
                </a:lnTo>
                <a:cubicBezTo>
                  <a:pt x="391997" y="175632"/>
                  <a:pt x="395934" y="180712"/>
                  <a:pt x="400887" y="186173"/>
                </a:cubicBezTo>
                <a:lnTo>
                  <a:pt x="408380" y="148200"/>
                </a:lnTo>
                <a:cubicBezTo>
                  <a:pt x="412317" y="133214"/>
                  <a:pt x="446099" y="30217"/>
                  <a:pt x="451306" y="15612"/>
                </a:cubicBezTo>
                <a:cubicBezTo>
                  <a:pt x="455751" y="2658"/>
                  <a:pt x="467562" y="-2803"/>
                  <a:pt x="479373" y="1388"/>
                </a:cubicBezTo>
                <a:cubicBezTo>
                  <a:pt x="490930" y="5579"/>
                  <a:pt x="496264" y="17644"/>
                  <a:pt x="491438" y="30725"/>
                </a:cubicBezTo>
                <a:cubicBezTo>
                  <a:pt x="478484" y="66285"/>
                  <a:pt x="442543" y="190872"/>
                  <a:pt x="442416" y="228845"/>
                </a:cubicBezTo>
                <a:cubicBezTo>
                  <a:pt x="442289" y="243069"/>
                  <a:pt x="445337" y="255515"/>
                  <a:pt x="454354" y="267580"/>
                </a:cubicBezTo>
                <a:lnTo>
                  <a:pt x="457148" y="262119"/>
                </a:lnTo>
                <a:cubicBezTo>
                  <a:pt x="486104" y="203064"/>
                  <a:pt x="491565" y="184903"/>
                  <a:pt x="541730" y="147057"/>
                </a:cubicBezTo>
                <a:lnTo>
                  <a:pt x="557224" y="139437"/>
                </a:lnTo>
                <a:cubicBezTo>
                  <a:pt x="573480" y="147057"/>
                  <a:pt x="577544" y="153153"/>
                  <a:pt x="578179" y="161154"/>
                </a:cubicBezTo>
                <a:lnTo>
                  <a:pt x="574242" y="176902"/>
                </a:lnTo>
                <a:cubicBezTo>
                  <a:pt x="534364" y="206747"/>
                  <a:pt x="540587" y="207255"/>
                  <a:pt x="518362" y="241418"/>
                </a:cubicBezTo>
                <a:cubicBezTo>
                  <a:pt x="502741" y="265421"/>
                  <a:pt x="490422" y="291075"/>
                  <a:pt x="480770" y="318126"/>
                </a:cubicBezTo>
                <a:lnTo>
                  <a:pt x="477214" y="334128"/>
                </a:lnTo>
                <a:cubicBezTo>
                  <a:pt x="481786" y="348352"/>
                  <a:pt x="482802" y="354448"/>
                  <a:pt x="484326" y="361052"/>
                </a:cubicBezTo>
                <a:lnTo>
                  <a:pt x="514679" y="321047"/>
                </a:lnTo>
                <a:cubicBezTo>
                  <a:pt x="540333" y="289805"/>
                  <a:pt x="570686" y="263643"/>
                  <a:pt x="605357" y="242815"/>
                </a:cubicBezTo>
                <a:lnTo>
                  <a:pt x="613104" y="236719"/>
                </a:lnTo>
                <a:cubicBezTo>
                  <a:pt x="613485" y="207128"/>
                  <a:pt x="614247" y="139564"/>
                  <a:pt x="614882" y="116069"/>
                </a:cubicBezTo>
                <a:lnTo>
                  <a:pt x="614501" y="111497"/>
                </a:lnTo>
                <a:cubicBezTo>
                  <a:pt x="614120" y="95622"/>
                  <a:pt x="622756" y="85716"/>
                  <a:pt x="635075" y="85208"/>
                </a:cubicBezTo>
                <a:cubicBezTo>
                  <a:pt x="647013" y="84700"/>
                  <a:pt x="656919" y="93590"/>
                  <a:pt x="657554" y="106671"/>
                </a:cubicBezTo>
                <a:cubicBezTo>
                  <a:pt x="658316" y="126483"/>
                  <a:pt x="658316" y="190237"/>
                  <a:pt x="658570" y="210176"/>
                </a:cubicBezTo>
                <a:lnTo>
                  <a:pt x="658570" y="212970"/>
                </a:lnTo>
                <a:lnTo>
                  <a:pt x="666952" y="212462"/>
                </a:lnTo>
                <a:cubicBezTo>
                  <a:pt x="687780" y="206366"/>
                  <a:pt x="704544" y="201159"/>
                  <a:pt x="721689" y="196968"/>
                </a:cubicBezTo>
                <a:cubicBezTo>
                  <a:pt x="743406" y="191761"/>
                  <a:pt x="755725" y="204842"/>
                  <a:pt x="750391" y="227194"/>
                </a:cubicBezTo>
                <a:lnTo>
                  <a:pt x="754201" y="228210"/>
                </a:lnTo>
                <a:cubicBezTo>
                  <a:pt x="770330" y="233544"/>
                  <a:pt x="776553" y="247133"/>
                  <a:pt x="768679" y="260595"/>
                </a:cubicBezTo>
                <a:lnTo>
                  <a:pt x="730452" y="320158"/>
                </a:lnTo>
                <a:cubicBezTo>
                  <a:pt x="728166" y="323714"/>
                  <a:pt x="725118" y="326889"/>
                  <a:pt x="721308" y="331461"/>
                </a:cubicBezTo>
                <a:lnTo>
                  <a:pt x="727912" y="331842"/>
                </a:lnTo>
                <a:cubicBezTo>
                  <a:pt x="760043" y="331969"/>
                  <a:pt x="757757" y="329810"/>
                  <a:pt x="786586" y="336668"/>
                </a:cubicBezTo>
                <a:cubicBezTo>
                  <a:pt x="800683" y="339970"/>
                  <a:pt x="808049" y="350511"/>
                  <a:pt x="805255" y="362957"/>
                </a:cubicBezTo>
                <a:cubicBezTo>
                  <a:pt x="802461" y="375403"/>
                  <a:pt x="791412" y="382007"/>
                  <a:pt x="777188" y="378832"/>
                </a:cubicBezTo>
                <a:cubicBezTo>
                  <a:pt x="731595" y="368672"/>
                  <a:pt x="717244" y="372101"/>
                  <a:pt x="671270" y="381245"/>
                </a:cubicBezTo>
                <a:lnTo>
                  <a:pt x="663142" y="384039"/>
                </a:lnTo>
                <a:cubicBezTo>
                  <a:pt x="635329" y="403089"/>
                  <a:pt x="609421" y="416678"/>
                  <a:pt x="581735" y="427092"/>
                </a:cubicBezTo>
                <a:lnTo>
                  <a:pt x="572591" y="432807"/>
                </a:lnTo>
                <a:lnTo>
                  <a:pt x="567257" y="442840"/>
                </a:lnTo>
                <a:cubicBezTo>
                  <a:pt x="570051" y="451857"/>
                  <a:pt x="574242" y="457572"/>
                  <a:pt x="575131" y="463922"/>
                </a:cubicBezTo>
                <a:cubicBezTo>
                  <a:pt x="576782" y="474463"/>
                  <a:pt x="583513" y="479416"/>
                  <a:pt x="591895" y="483988"/>
                </a:cubicBezTo>
                <a:cubicBezTo>
                  <a:pt x="670254" y="527549"/>
                  <a:pt x="815161" y="520691"/>
                  <a:pt x="900378" y="493132"/>
                </a:cubicBezTo>
                <a:lnTo>
                  <a:pt x="904696" y="491608"/>
                </a:lnTo>
                <a:cubicBezTo>
                  <a:pt x="919428" y="487290"/>
                  <a:pt x="930985" y="492878"/>
                  <a:pt x="934795" y="504435"/>
                </a:cubicBezTo>
                <a:cubicBezTo>
                  <a:pt x="938478" y="515611"/>
                  <a:pt x="933144" y="527549"/>
                  <a:pt x="921079" y="531359"/>
                </a:cubicBezTo>
                <a:lnTo>
                  <a:pt x="865326" y="546599"/>
                </a:lnTo>
                <a:cubicBezTo>
                  <a:pt x="855293" y="549012"/>
                  <a:pt x="782014" y="564633"/>
                  <a:pt x="770203" y="566411"/>
                </a:cubicBezTo>
                <a:lnTo>
                  <a:pt x="775410" y="570602"/>
                </a:lnTo>
                <a:cubicBezTo>
                  <a:pt x="794206" y="587747"/>
                  <a:pt x="811351" y="602733"/>
                  <a:pt x="827607" y="618735"/>
                </a:cubicBezTo>
                <a:cubicBezTo>
                  <a:pt x="839037" y="630038"/>
                  <a:pt x="838910" y="643246"/>
                  <a:pt x="829131" y="652263"/>
                </a:cubicBezTo>
                <a:cubicBezTo>
                  <a:pt x="819352" y="661280"/>
                  <a:pt x="806525" y="659756"/>
                  <a:pt x="795730" y="647818"/>
                </a:cubicBezTo>
                <a:cubicBezTo>
                  <a:pt x="747470" y="594859"/>
                  <a:pt x="688161" y="561712"/>
                  <a:pt x="617676" y="548631"/>
                </a:cubicBezTo>
                <a:lnTo>
                  <a:pt x="580846" y="544186"/>
                </a:lnTo>
                <a:cubicBezTo>
                  <a:pt x="573988" y="543297"/>
                  <a:pt x="570559" y="545710"/>
                  <a:pt x="569924" y="552949"/>
                </a:cubicBezTo>
                <a:lnTo>
                  <a:pt x="616787" y="563109"/>
                </a:lnTo>
                <a:cubicBezTo>
                  <a:pt x="694003" y="583175"/>
                  <a:pt x="813383" y="677663"/>
                  <a:pt x="866596" y="736972"/>
                </a:cubicBezTo>
                <a:cubicBezTo>
                  <a:pt x="876121" y="747513"/>
                  <a:pt x="875994" y="760848"/>
                  <a:pt x="866596" y="769357"/>
                </a:cubicBezTo>
                <a:cubicBezTo>
                  <a:pt x="857071" y="777993"/>
                  <a:pt x="844371" y="776977"/>
                  <a:pt x="834465" y="765928"/>
                </a:cubicBezTo>
                <a:cubicBezTo>
                  <a:pt x="795984" y="723002"/>
                  <a:pt x="695781" y="637023"/>
                  <a:pt x="641933" y="616449"/>
                </a:cubicBezTo>
                <a:cubicBezTo>
                  <a:pt x="611580" y="604892"/>
                  <a:pt x="580084" y="598034"/>
                  <a:pt x="547826" y="594732"/>
                </a:cubicBezTo>
                <a:lnTo>
                  <a:pt x="533856" y="594732"/>
                </a:lnTo>
                <a:cubicBezTo>
                  <a:pt x="523442" y="603622"/>
                  <a:pt x="518108" y="606035"/>
                  <a:pt x="512901" y="609210"/>
                </a:cubicBezTo>
                <a:cubicBezTo>
                  <a:pt x="533348" y="642865"/>
                  <a:pt x="558494" y="671948"/>
                  <a:pt x="588593" y="696713"/>
                </a:cubicBezTo>
                <a:cubicBezTo>
                  <a:pt x="626820" y="728082"/>
                  <a:pt x="654633" y="741163"/>
                  <a:pt x="702131" y="754752"/>
                </a:cubicBezTo>
                <a:cubicBezTo>
                  <a:pt x="716736" y="758943"/>
                  <a:pt x="723594" y="770246"/>
                  <a:pt x="719657" y="782565"/>
                </a:cubicBezTo>
                <a:cubicBezTo>
                  <a:pt x="715720" y="794884"/>
                  <a:pt x="704417" y="800218"/>
                  <a:pt x="690320" y="796281"/>
                </a:cubicBezTo>
                <a:cubicBezTo>
                  <a:pt x="654887" y="786375"/>
                  <a:pt x="636599" y="780914"/>
                  <a:pt x="605103" y="761610"/>
                </a:cubicBezTo>
                <a:cubicBezTo>
                  <a:pt x="562304" y="735321"/>
                  <a:pt x="525982" y="701920"/>
                  <a:pt x="496010" y="661661"/>
                </a:cubicBezTo>
                <a:lnTo>
                  <a:pt x="493851" y="658994"/>
                </a:lnTo>
                <a:lnTo>
                  <a:pt x="496518" y="672837"/>
                </a:lnTo>
                <a:cubicBezTo>
                  <a:pt x="528141" y="745227"/>
                  <a:pt x="623264" y="846065"/>
                  <a:pt x="684732" y="882006"/>
                </a:cubicBezTo>
                <a:lnTo>
                  <a:pt x="686764" y="883149"/>
                </a:lnTo>
                <a:cubicBezTo>
                  <a:pt x="700353" y="891277"/>
                  <a:pt x="704290" y="903215"/>
                  <a:pt x="697940" y="914391"/>
                </a:cubicBezTo>
                <a:cubicBezTo>
                  <a:pt x="691590" y="925567"/>
                  <a:pt x="678763" y="929123"/>
                  <a:pt x="666444" y="921249"/>
                </a:cubicBezTo>
                <a:lnTo>
                  <a:pt x="611707" y="883403"/>
                </a:lnTo>
                <a:cubicBezTo>
                  <a:pt x="577544" y="856098"/>
                  <a:pt x="500201" y="772405"/>
                  <a:pt x="478357" y="734559"/>
                </a:cubicBezTo>
                <a:lnTo>
                  <a:pt x="476325" y="731384"/>
                </a:lnTo>
                <a:cubicBezTo>
                  <a:pt x="474166" y="742306"/>
                  <a:pt x="474420" y="754498"/>
                  <a:pt x="474039" y="766817"/>
                </a:cubicBezTo>
                <a:cubicBezTo>
                  <a:pt x="472769" y="811394"/>
                  <a:pt x="463752" y="854320"/>
                  <a:pt x="447623" y="895849"/>
                </a:cubicBezTo>
                <a:cubicBezTo>
                  <a:pt x="442670" y="908549"/>
                  <a:pt x="430478" y="913883"/>
                  <a:pt x="418921" y="909311"/>
                </a:cubicBezTo>
                <a:cubicBezTo>
                  <a:pt x="407872" y="904866"/>
                  <a:pt x="403046" y="893055"/>
                  <a:pt x="407237" y="880482"/>
                </a:cubicBezTo>
                <a:lnTo>
                  <a:pt x="410031" y="872862"/>
                </a:lnTo>
                <a:cubicBezTo>
                  <a:pt x="412571" y="865242"/>
                  <a:pt x="413714" y="861432"/>
                  <a:pt x="415746" y="855209"/>
                </a:cubicBezTo>
                <a:cubicBezTo>
                  <a:pt x="404697" y="869179"/>
                  <a:pt x="359485" y="916804"/>
                  <a:pt x="349833" y="928742"/>
                </a:cubicBezTo>
                <a:lnTo>
                  <a:pt x="337514" y="939283"/>
                </a:lnTo>
                <a:cubicBezTo>
                  <a:pt x="311479" y="934965"/>
                  <a:pt x="305256" y="916423"/>
                  <a:pt x="315797" y="901818"/>
                </a:cubicBezTo>
                <a:cubicBezTo>
                  <a:pt x="329894" y="882514"/>
                  <a:pt x="380186" y="827777"/>
                  <a:pt x="392505" y="807457"/>
                </a:cubicBezTo>
                <a:cubicBezTo>
                  <a:pt x="410158" y="777993"/>
                  <a:pt x="421842" y="745735"/>
                  <a:pt x="425906" y="711699"/>
                </a:cubicBezTo>
                <a:cubicBezTo>
                  <a:pt x="427684" y="696586"/>
                  <a:pt x="422096" y="680584"/>
                  <a:pt x="419556" y="664963"/>
                </a:cubicBezTo>
                <a:lnTo>
                  <a:pt x="417397" y="657851"/>
                </a:lnTo>
                <a:lnTo>
                  <a:pt x="412190" y="657343"/>
                </a:lnTo>
                <a:cubicBezTo>
                  <a:pt x="371931" y="708397"/>
                  <a:pt x="323925" y="745989"/>
                  <a:pt x="266648" y="771389"/>
                </a:cubicBezTo>
                <a:lnTo>
                  <a:pt x="257758" y="776596"/>
                </a:lnTo>
                <a:cubicBezTo>
                  <a:pt x="254583" y="797424"/>
                  <a:pt x="251789" y="811902"/>
                  <a:pt x="248868" y="826253"/>
                </a:cubicBezTo>
                <a:cubicBezTo>
                  <a:pt x="246328" y="838699"/>
                  <a:pt x="234898" y="846192"/>
                  <a:pt x="223214" y="843525"/>
                </a:cubicBezTo>
                <a:cubicBezTo>
                  <a:pt x="212546" y="841112"/>
                  <a:pt x="205688" y="831968"/>
                  <a:pt x="206577" y="820411"/>
                </a:cubicBezTo>
                <a:lnTo>
                  <a:pt x="210260" y="791201"/>
                </a:lnTo>
                <a:cubicBezTo>
                  <a:pt x="204926" y="793106"/>
                  <a:pt x="200100" y="794249"/>
                  <a:pt x="195782" y="796535"/>
                </a:cubicBezTo>
                <a:cubicBezTo>
                  <a:pt x="184225" y="802377"/>
                  <a:pt x="172668" y="799583"/>
                  <a:pt x="164667" y="788407"/>
                </a:cubicBezTo>
                <a:cubicBezTo>
                  <a:pt x="157936" y="779136"/>
                  <a:pt x="159206" y="767960"/>
                  <a:pt x="167715" y="759451"/>
                </a:cubicBezTo>
                <a:lnTo>
                  <a:pt x="172160" y="754879"/>
                </a:lnTo>
                <a:cubicBezTo>
                  <a:pt x="196163" y="712334"/>
                  <a:pt x="224357" y="677282"/>
                  <a:pt x="259028" y="647310"/>
                </a:cubicBezTo>
                <a:lnTo>
                  <a:pt x="261695" y="646167"/>
                </a:lnTo>
                <a:lnTo>
                  <a:pt x="261314" y="643373"/>
                </a:lnTo>
                <a:lnTo>
                  <a:pt x="219023" y="648961"/>
                </a:lnTo>
                <a:cubicBezTo>
                  <a:pt x="167207" y="653914"/>
                  <a:pt x="85292" y="648326"/>
                  <a:pt x="35889" y="631435"/>
                </a:cubicBezTo>
                <a:cubicBezTo>
                  <a:pt x="23189" y="627117"/>
                  <a:pt x="17093" y="615941"/>
                  <a:pt x="20649" y="604511"/>
                </a:cubicBezTo>
                <a:cubicBezTo>
                  <a:pt x="24459" y="592192"/>
                  <a:pt x="36270" y="586350"/>
                  <a:pt x="49859" y="590795"/>
                </a:cubicBezTo>
                <a:cubicBezTo>
                  <a:pt x="90118" y="604130"/>
                  <a:pt x="162508" y="609464"/>
                  <a:pt x="204799" y="606924"/>
                </a:cubicBezTo>
                <a:cubicBezTo>
                  <a:pt x="246201" y="604384"/>
                  <a:pt x="285444" y="593970"/>
                  <a:pt x="322909" y="576190"/>
                </a:cubicBezTo>
                <a:lnTo>
                  <a:pt x="325703" y="574412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7" name="Google Shape;117;p13"/>
          <p:cNvGrpSpPr/>
          <p:nvPr/>
        </p:nvGrpSpPr>
        <p:grpSpPr>
          <a:xfrm>
            <a:off x="178004" y="7762778"/>
            <a:ext cx="720093" cy="727035"/>
            <a:chOff x="63500" y="63500"/>
            <a:chExt cx="1106805" cy="1117473"/>
          </a:xfrm>
        </p:grpSpPr>
        <p:sp>
          <p:nvSpPr>
            <p:cNvPr id="118" name="Google Shape;118;p13"/>
            <p:cNvSpPr/>
            <p:nvPr/>
          </p:nvSpPr>
          <p:spPr>
            <a:xfrm>
              <a:off x="452417" y="519747"/>
              <a:ext cx="530803" cy="322500"/>
            </a:xfrm>
            <a:custGeom>
              <a:rect b="b" l="l" r="r" t="t"/>
              <a:pathLst>
                <a:path extrusionOk="0" h="322500" w="530803">
                  <a:moveTo>
                    <a:pt x="300693" y="277051"/>
                  </a:moveTo>
                  <a:cubicBezTo>
                    <a:pt x="338031" y="274765"/>
                    <a:pt x="374099" y="269558"/>
                    <a:pt x="406738" y="250635"/>
                  </a:cubicBezTo>
                  <a:cubicBezTo>
                    <a:pt x="451950" y="224473"/>
                    <a:pt x="478747" y="185357"/>
                    <a:pt x="487637" y="133922"/>
                  </a:cubicBezTo>
                  <a:lnTo>
                    <a:pt x="488653" y="127064"/>
                  </a:lnTo>
                  <a:cubicBezTo>
                    <a:pt x="491828" y="110046"/>
                    <a:pt x="500845" y="103061"/>
                    <a:pt x="513418" y="104839"/>
                  </a:cubicBezTo>
                  <a:cubicBezTo>
                    <a:pt x="526372" y="106617"/>
                    <a:pt x="532087" y="114999"/>
                    <a:pt x="530563" y="129731"/>
                  </a:cubicBezTo>
                  <a:cubicBezTo>
                    <a:pt x="520657" y="223330"/>
                    <a:pt x="456014" y="297117"/>
                    <a:pt x="363304" y="316167"/>
                  </a:cubicBezTo>
                  <a:cubicBezTo>
                    <a:pt x="285961" y="332169"/>
                    <a:pt x="212555" y="317183"/>
                    <a:pt x="144229" y="278702"/>
                  </a:cubicBezTo>
                  <a:cubicBezTo>
                    <a:pt x="94191" y="250508"/>
                    <a:pt x="51138" y="214186"/>
                    <a:pt x="22817" y="162878"/>
                  </a:cubicBezTo>
                  <a:cubicBezTo>
                    <a:pt x="11768" y="142812"/>
                    <a:pt x="1608" y="121984"/>
                    <a:pt x="211" y="98489"/>
                  </a:cubicBezTo>
                  <a:cubicBezTo>
                    <a:pt x="-1948" y="59881"/>
                    <a:pt x="12403" y="29020"/>
                    <a:pt x="47455" y="10732"/>
                  </a:cubicBezTo>
                  <a:cubicBezTo>
                    <a:pt x="82634" y="-7683"/>
                    <a:pt x="115781" y="-1587"/>
                    <a:pt x="146134" y="22797"/>
                  </a:cubicBezTo>
                  <a:lnTo>
                    <a:pt x="170391" y="44260"/>
                  </a:lnTo>
                  <a:cubicBezTo>
                    <a:pt x="180932" y="55055"/>
                    <a:pt x="179789" y="65469"/>
                    <a:pt x="167978" y="76518"/>
                  </a:cubicBezTo>
                  <a:cubicBezTo>
                    <a:pt x="158072" y="85789"/>
                    <a:pt x="149817" y="85281"/>
                    <a:pt x="139149" y="74359"/>
                  </a:cubicBezTo>
                  <a:lnTo>
                    <a:pt x="120734" y="55055"/>
                  </a:lnTo>
                  <a:cubicBezTo>
                    <a:pt x="104097" y="40577"/>
                    <a:pt x="85301" y="37783"/>
                    <a:pt x="69807" y="46673"/>
                  </a:cubicBezTo>
                  <a:cubicBezTo>
                    <a:pt x="50503" y="57722"/>
                    <a:pt x="41232" y="77407"/>
                    <a:pt x="45042" y="99124"/>
                  </a:cubicBezTo>
                  <a:cubicBezTo>
                    <a:pt x="49487" y="123635"/>
                    <a:pt x="61044" y="144717"/>
                    <a:pt x="77046" y="163132"/>
                  </a:cubicBezTo>
                  <a:cubicBezTo>
                    <a:pt x="119972" y="212789"/>
                    <a:pt x="170391" y="251651"/>
                    <a:pt x="235542" y="267145"/>
                  </a:cubicBezTo>
                  <a:lnTo>
                    <a:pt x="300439" y="27705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277098" y="401210"/>
              <a:ext cx="478944" cy="315717"/>
            </a:xfrm>
            <a:custGeom>
              <a:rect b="b" l="l" r="r" t="t"/>
              <a:pathLst>
                <a:path extrusionOk="0" h="315717" w="478944">
                  <a:moveTo>
                    <a:pt x="178959" y="42020"/>
                  </a:moveTo>
                  <a:cubicBezTo>
                    <a:pt x="134890" y="42147"/>
                    <a:pt x="93996" y="51418"/>
                    <a:pt x="58817" y="79104"/>
                  </a:cubicBezTo>
                  <a:lnTo>
                    <a:pt x="38370" y="97773"/>
                  </a:lnTo>
                  <a:cubicBezTo>
                    <a:pt x="26813" y="108314"/>
                    <a:pt x="16780" y="108695"/>
                    <a:pt x="7382" y="99297"/>
                  </a:cubicBezTo>
                  <a:cubicBezTo>
                    <a:pt x="-2397" y="89518"/>
                    <a:pt x="-2651" y="79485"/>
                    <a:pt x="7763" y="68182"/>
                  </a:cubicBezTo>
                  <a:cubicBezTo>
                    <a:pt x="43196" y="30082"/>
                    <a:pt x="86757" y="6333"/>
                    <a:pt x="138446" y="1634"/>
                  </a:cubicBezTo>
                  <a:cubicBezTo>
                    <a:pt x="257191" y="-9161"/>
                    <a:pt x="354600" y="33765"/>
                    <a:pt x="431816" y="123554"/>
                  </a:cubicBezTo>
                  <a:cubicBezTo>
                    <a:pt x="452009" y="147049"/>
                    <a:pt x="469281" y="172322"/>
                    <a:pt x="476520" y="203564"/>
                  </a:cubicBezTo>
                  <a:cubicBezTo>
                    <a:pt x="485283" y="241410"/>
                    <a:pt x="469662" y="285352"/>
                    <a:pt x="439690" y="303894"/>
                  </a:cubicBezTo>
                  <a:cubicBezTo>
                    <a:pt x="408702" y="323071"/>
                    <a:pt x="361204" y="318499"/>
                    <a:pt x="331486" y="293226"/>
                  </a:cubicBezTo>
                  <a:lnTo>
                    <a:pt x="310404" y="272652"/>
                  </a:lnTo>
                  <a:cubicBezTo>
                    <a:pt x="299355" y="259444"/>
                    <a:pt x="304308" y="242680"/>
                    <a:pt x="320564" y="236330"/>
                  </a:cubicBezTo>
                  <a:lnTo>
                    <a:pt x="334788" y="236711"/>
                  </a:lnTo>
                  <a:cubicBezTo>
                    <a:pt x="348250" y="249411"/>
                    <a:pt x="355489" y="257539"/>
                    <a:pt x="363998" y="264016"/>
                  </a:cubicBezTo>
                  <a:cubicBezTo>
                    <a:pt x="378349" y="274938"/>
                    <a:pt x="394224" y="278494"/>
                    <a:pt x="411369" y="269985"/>
                  </a:cubicBezTo>
                  <a:cubicBezTo>
                    <a:pt x="428768" y="261349"/>
                    <a:pt x="435245" y="246871"/>
                    <a:pt x="436134" y="228075"/>
                  </a:cubicBezTo>
                  <a:cubicBezTo>
                    <a:pt x="436896" y="212073"/>
                    <a:pt x="433086" y="197595"/>
                    <a:pt x="424577" y="184514"/>
                  </a:cubicBezTo>
                  <a:cubicBezTo>
                    <a:pt x="366538" y="95995"/>
                    <a:pt x="286528" y="45068"/>
                    <a:pt x="179086" y="417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325981" y="253551"/>
              <a:ext cx="447026" cy="241876"/>
            </a:xfrm>
            <a:custGeom>
              <a:rect b="b" l="l" r="r" t="t"/>
              <a:pathLst>
                <a:path extrusionOk="0" h="241876" w="447026">
                  <a:moveTo>
                    <a:pt x="98072" y="40962"/>
                  </a:moveTo>
                  <a:lnTo>
                    <a:pt x="39652" y="52138"/>
                  </a:lnTo>
                  <a:cubicBezTo>
                    <a:pt x="34953" y="53027"/>
                    <a:pt x="30508" y="54932"/>
                    <a:pt x="25936" y="55948"/>
                  </a:cubicBezTo>
                  <a:cubicBezTo>
                    <a:pt x="13236" y="58615"/>
                    <a:pt x="5743" y="54551"/>
                    <a:pt x="1806" y="43375"/>
                  </a:cubicBezTo>
                  <a:cubicBezTo>
                    <a:pt x="-2385" y="31564"/>
                    <a:pt x="536" y="21277"/>
                    <a:pt x="12474" y="17594"/>
                  </a:cubicBezTo>
                  <a:lnTo>
                    <a:pt x="77117" y="2227"/>
                  </a:lnTo>
                  <a:cubicBezTo>
                    <a:pt x="140236" y="-6663"/>
                    <a:pt x="198021" y="12133"/>
                    <a:pt x="253647" y="39692"/>
                  </a:cubicBezTo>
                  <a:cubicBezTo>
                    <a:pt x="327053" y="76014"/>
                    <a:pt x="390045" y="125036"/>
                    <a:pt x="436019" y="193870"/>
                  </a:cubicBezTo>
                  <a:lnTo>
                    <a:pt x="443766" y="206316"/>
                  </a:lnTo>
                  <a:cubicBezTo>
                    <a:pt x="449735" y="221683"/>
                    <a:pt x="447068" y="229303"/>
                    <a:pt x="439321" y="234764"/>
                  </a:cubicBezTo>
                  <a:lnTo>
                    <a:pt x="423192" y="241876"/>
                  </a:lnTo>
                  <a:cubicBezTo>
                    <a:pt x="410111" y="230954"/>
                    <a:pt x="405412" y="225112"/>
                    <a:pt x="401348" y="219143"/>
                  </a:cubicBezTo>
                  <a:cubicBezTo>
                    <a:pt x="340769" y="129862"/>
                    <a:pt x="256187" y="75379"/>
                    <a:pt x="152809" y="48963"/>
                  </a:cubicBezTo>
                  <a:lnTo>
                    <a:pt x="98072" y="4096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432969" y="743106"/>
              <a:ext cx="446193" cy="239366"/>
            </a:xfrm>
            <a:custGeom>
              <a:rect b="b" l="l" r="r" t="t"/>
              <a:pathLst>
                <a:path extrusionOk="0" h="239366" w="446193">
                  <a:moveTo>
                    <a:pt x="348081" y="239366"/>
                  </a:moveTo>
                  <a:cubicBezTo>
                    <a:pt x="272389" y="237842"/>
                    <a:pt x="205206" y="214601"/>
                    <a:pt x="143738" y="174342"/>
                  </a:cubicBezTo>
                  <a:cubicBezTo>
                    <a:pt x="90525" y="139544"/>
                    <a:pt x="43281" y="98269"/>
                    <a:pt x="9118" y="43659"/>
                  </a:cubicBezTo>
                  <a:lnTo>
                    <a:pt x="3530" y="34261"/>
                  </a:lnTo>
                  <a:cubicBezTo>
                    <a:pt x="-3074" y="17497"/>
                    <a:pt x="-153" y="8988"/>
                    <a:pt x="10134" y="3400"/>
                  </a:cubicBezTo>
                  <a:cubicBezTo>
                    <a:pt x="20675" y="-2442"/>
                    <a:pt x="29057" y="-918"/>
                    <a:pt x="36804" y="9242"/>
                  </a:cubicBezTo>
                  <a:lnTo>
                    <a:pt x="79349" y="65503"/>
                  </a:lnTo>
                  <a:cubicBezTo>
                    <a:pt x="139928" y="131289"/>
                    <a:pt x="213080" y="176755"/>
                    <a:pt x="301472" y="195170"/>
                  </a:cubicBezTo>
                  <a:cubicBezTo>
                    <a:pt x="330301" y="201139"/>
                    <a:pt x="359003" y="198853"/>
                    <a:pt x="387705" y="193392"/>
                  </a:cubicBezTo>
                  <a:lnTo>
                    <a:pt x="422630" y="188820"/>
                  </a:lnTo>
                  <a:cubicBezTo>
                    <a:pt x="436473" y="188312"/>
                    <a:pt x="444474" y="194281"/>
                    <a:pt x="445871" y="203806"/>
                  </a:cubicBezTo>
                  <a:cubicBezTo>
                    <a:pt x="447649" y="214601"/>
                    <a:pt x="442061" y="224888"/>
                    <a:pt x="429107" y="228190"/>
                  </a:cubicBezTo>
                  <a:lnTo>
                    <a:pt x="374751" y="237588"/>
                  </a:lnTo>
                  <a:cubicBezTo>
                    <a:pt x="365353" y="238985"/>
                    <a:pt x="355701" y="238731"/>
                    <a:pt x="347700" y="23923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3"/>
            <p:cNvSpPr/>
            <p:nvPr/>
          </p:nvSpPr>
          <p:spPr>
            <a:xfrm>
              <a:off x="323596" y="590075"/>
              <a:ext cx="131850" cy="329767"/>
            </a:xfrm>
            <a:custGeom>
              <a:rect b="b" l="l" r="r" t="t"/>
              <a:pathLst>
                <a:path extrusionOk="0" h="329767" w="131850">
                  <a:moveTo>
                    <a:pt x="127" y="115156"/>
                  </a:moveTo>
                  <a:cubicBezTo>
                    <a:pt x="4318" y="74643"/>
                    <a:pt x="11938" y="39210"/>
                    <a:pt x="36830" y="10000"/>
                  </a:cubicBezTo>
                  <a:cubicBezTo>
                    <a:pt x="47117" y="-2065"/>
                    <a:pt x="57277" y="-2954"/>
                    <a:pt x="68326" y="5936"/>
                  </a:cubicBezTo>
                  <a:lnTo>
                    <a:pt x="77724" y="19271"/>
                  </a:lnTo>
                  <a:cubicBezTo>
                    <a:pt x="73152" y="30701"/>
                    <a:pt x="71882" y="33368"/>
                    <a:pt x="70104" y="35527"/>
                  </a:cubicBezTo>
                  <a:cubicBezTo>
                    <a:pt x="44958" y="67023"/>
                    <a:pt x="42545" y="102837"/>
                    <a:pt x="50038" y="140556"/>
                  </a:cubicBezTo>
                  <a:cubicBezTo>
                    <a:pt x="60325" y="191737"/>
                    <a:pt x="83820" y="236822"/>
                    <a:pt x="114427" y="278605"/>
                  </a:cubicBezTo>
                  <a:lnTo>
                    <a:pt x="122936" y="288892"/>
                  </a:lnTo>
                  <a:cubicBezTo>
                    <a:pt x="135509" y="306164"/>
                    <a:pt x="134112" y="316451"/>
                    <a:pt x="122936" y="325087"/>
                  </a:cubicBezTo>
                  <a:cubicBezTo>
                    <a:pt x="112776" y="332834"/>
                    <a:pt x="103632" y="330929"/>
                    <a:pt x="94234" y="319626"/>
                  </a:cubicBezTo>
                  <a:cubicBezTo>
                    <a:pt x="56134" y="273906"/>
                    <a:pt x="26289" y="223487"/>
                    <a:pt x="9906" y="166083"/>
                  </a:cubicBezTo>
                  <a:lnTo>
                    <a:pt x="0" y="11515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747631" y="315829"/>
              <a:ext cx="131971" cy="331109"/>
            </a:xfrm>
            <a:custGeom>
              <a:rect b="b" l="l" r="r" t="t"/>
              <a:pathLst>
                <a:path extrusionOk="0" h="331109" w="131971">
                  <a:moveTo>
                    <a:pt x="131844" y="224556"/>
                  </a:moveTo>
                  <a:cubicBezTo>
                    <a:pt x="133114" y="259862"/>
                    <a:pt x="121557" y="290596"/>
                    <a:pt x="101745" y="318663"/>
                  </a:cubicBezTo>
                  <a:lnTo>
                    <a:pt x="88918" y="331109"/>
                  </a:lnTo>
                  <a:cubicBezTo>
                    <a:pt x="61867" y="324251"/>
                    <a:pt x="56152" y="310281"/>
                    <a:pt x="65931" y="295930"/>
                  </a:cubicBezTo>
                  <a:cubicBezTo>
                    <a:pt x="87648" y="263926"/>
                    <a:pt x="94252" y="228747"/>
                    <a:pt x="86759" y="191155"/>
                  </a:cubicBezTo>
                  <a:cubicBezTo>
                    <a:pt x="79647" y="155595"/>
                    <a:pt x="66566" y="122067"/>
                    <a:pt x="47135" y="91460"/>
                  </a:cubicBezTo>
                  <a:lnTo>
                    <a:pt x="6749" y="37104"/>
                  </a:lnTo>
                  <a:cubicBezTo>
                    <a:pt x="-2014" y="25547"/>
                    <a:pt x="-2395" y="16276"/>
                    <a:pt x="6495" y="7259"/>
                  </a:cubicBezTo>
                  <a:cubicBezTo>
                    <a:pt x="15766" y="-2012"/>
                    <a:pt x="27069" y="-2774"/>
                    <a:pt x="35832" y="7132"/>
                  </a:cubicBezTo>
                  <a:cubicBezTo>
                    <a:pt x="90823" y="69616"/>
                    <a:pt x="129939" y="139212"/>
                    <a:pt x="131971" y="22455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3"/>
            <p:cNvSpPr/>
            <p:nvPr/>
          </p:nvSpPr>
          <p:spPr>
            <a:xfrm>
              <a:off x="63500" y="289687"/>
              <a:ext cx="167132" cy="166624"/>
            </a:xfrm>
            <a:custGeom>
              <a:rect b="b" l="l" r="r" t="t"/>
              <a:pathLst>
                <a:path extrusionOk="0" h="166624" w="167132">
                  <a:moveTo>
                    <a:pt x="167132" y="98171"/>
                  </a:moveTo>
                  <a:lnTo>
                    <a:pt x="117856" y="115062"/>
                  </a:lnTo>
                  <a:cubicBezTo>
                    <a:pt x="111760" y="117475"/>
                    <a:pt x="105791" y="121793"/>
                    <a:pt x="101346" y="126746"/>
                  </a:cubicBezTo>
                  <a:lnTo>
                    <a:pt x="68961" y="166624"/>
                  </a:lnTo>
                  <a:cubicBezTo>
                    <a:pt x="64135" y="152908"/>
                    <a:pt x="58928" y="140843"/>
                    <a:pt x="55880" y="128270"/>
                  </a:cubicBezTo>
                  <a:cubicBezTo>
                    <a:pt x="52324" y="113538"/>
                    <a:pt x="44577" y="102743"/>
                    <a:pt x="32258" y="94107"/>
                  </a:cubicBezTo>
                  <a:lnTo>
                    <a:pt x="0" y="68707"/>
                  </a:lnTo>
                  <a:cubicBezTo>
                    <a:pt x="16637" y="63119"/>
                    <a:pt x="31369" y="57658"/>
                    <a:pt x="46355" y="53213"/>
                  </a:cubicBezTo>
                  <a:cubicBezTo>
                    <a:pt x="55372" y="50546"/>
                    <a:pt x="62103" y="45974"/>
                    <a:pt x="67564" y="38481"/>
                  </a:cubicBezTo>
                  <a:lnTo>
                    <a:pt x="98171" y="0"/>
                  </a:lnTo>
                  <a:cubicBezTo>
                    <a:pt x="103759" y="16383"/>
                    <a:pt x="109474" y="31242"/>
                    <a:pt x="113792" y="46355"/>
                  </a:cubicBezTo>
                  <a:cubicBezTo>
                    <a:pt x="116459" y="55753"/>
                    <a:pt x="121666" y="62484"/>
                    <a:pt x="129413" y="68199"/>
                  </a:cubicBezTo>
                  <a:lnTo>
                    <a:pt x="167132" y="9817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3"/>
            <p:cNvSpPr/>
            <p:nvPr/>
          </p:nvSpPr>
          <p:spPr>
            <a:xfrm>
              <a:off x="551434" y="1033653"/>
              <a:ext cx="146939" cy="147320"/>
            </a:xfrm>
            <a:custGeom>
              <a:rect b="b" l="l" r="r" t="t"/>
              <a:pathLst>
                <a:path extrusionOk="0" h="147320" w="146939">
                  <a:moveTo>
                    <a:pt x="60452" y="147320"/>
                  </a:moveTo>
                  <a:lnTo>
                    <a:pt x="46990" y="107188"/>
                  </a:lnTo>
                  <a:cubicBezTo>
                    <a:pt x="44450" y="98933"/>
                    <a:pt x="40386" y="92583"/>
                    <a:pt x="33401" y="87376"/>
                  </a:cubicBezTo>
                  <a:lnTo>
                    <a:pt x="0" y="60706"/>
                  </a:lnTo>
                  <a:cubicBezTo>
                    <a:pt x="15875" y="55245"/>
                    <a:pt x="30226" y="50673"/>
                    <a:pt x="44323" y="45212"/>
                  </a:cubicBezTo>
                  <a:lnTo>
                    <a:pt x="53721" y="40132"/>
                  </a:lnTo>
                  <a:cubicBezTo>
                    <a:pt x="66802" y="25019"/>
                    <a:pt x="75819" y="13208"/>
                    <a:pt x="86360" y="0"/>
                  </a:cubicBezTo>
                  <a:lnTo>
                    <a:pt x="101346" y="43180"/>
                  </a:lnTo>
                  <a:cubicBezTo>
                    <a:pt x="103378" y="48514"/>
                    <a:pt x="106934" y="53721"/>
                    <a:pt x="111252" y="57531"/>
                  </a:cubicBezTo>
                  <a:lnTo>
                    <a:pt x="146939" y="86487"/>
                  </a:lnTo>
                  <a:cubicBezTo>
                    <a:pt x="130683" y="92075"/>
                    <a:pt x="115951" y="96901"/>
                    <a:pt x="101346" y="102235"/>
                  </a:cubicBezTo>
                  <a:lnTo>
                    <a:pt x="93472" y="106426"/>
                  </a:lnTo>
                  <a:cubicBezTo>
                    <a:pt x="80772" y="121412"/>
                    <a:pt x="71247" y="133604"/>
                    <a:pt x="60325" y="1470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3"/>
            <p:cNvSpPr/>
            <p:nvPr/>
          </p:nvSpPr>
          <p:spPr>
            <a:xfrm>
              <a:off x="922147" y="305181"/>
              <a:ext cx="122174" cy="121793"/>
            </a:xfrm>
            <a:custGeom>
              <a:rect b="b" l="l" r="r" t="t"/>
              <a:pathLst>
                <a:path extrusionOk="0" h="121793" w="122174">
                  <a:moveTo>
                    <a:pt x="71882" y="0"/>
                  </a:moveTo>
                  <a:cubicBezTo>
                    <a:pt x="77343" y="32258"/>
                    <a:pt x="94361" y="55118"/>
                    <a:pt x="122174" y="71628"/>
                  </a:cubicBezTo>
                  <a:cubicBezTo>
                    <a:pt x="89916" y="77216"/>
                    <a:pt x="66548" y="93345"/>
                    <a:pt x="50546" y="121793"/>
                  </a:cubicBezTo>
                  <a:cubicBezTo>
                    <a:pt x="44704" y="89408"/>
                    <a:pt x="28448" y="66167"/>
                    <a:pt x="0" y="50038"/>
                  </a:cubicBezTo>
                  <a:cubicBezTo>
                    <a:pt x="31877" y="44069"/>
                    <a:pt x="55499" y="28448"/>
                    <a:pt x="7200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3"/>
            <p:cNvSpPr/>
            <p:nvPr/>
          </p:nvSpPr>
          <p:spPr>
            <a:xfrm>
              <a:off x="1059053" y="717042"/>
              <a:ext cx="111252" cy="108712"/>
            </a:xfrm>
            <a:custGeom>
              <a:rect b="b" l="l" r="r" t="t"/>
              <a:pathLst>
                <a:path extrusionOk="0" h="108712" w="111252">
                  <a:moveTo>
                    <a:pt x="111125" y="46482"/>
                  </a:moveTo>
                  <a:lnTo>
                    <a:pt x="85598" y="66802"/>
                  </a:lnTo>
                  <a:cubicBezTo>
                    <a:pt x="83185" y="68961"/>
                    <a:pt x="81280" y="73025"/>
                    <a:pt x="81280" y="76200"/>
                  </a:cubicBezTo>
                  <a:lnTo>
                    <a:pt x="82550" y="108712"/>
                  </a:lnTo>
                  <a:cubicBezTo>
                    <a:pt x="75184" y="103886"/>
                    <a:pt x="68326" y="100457"/>
                    <a:pt x="62992" y="95631"/>
                  </a:cubicBezTo>
                  <a:cubicBezTo>
                    <a:pt x="54483" y="88011"/>
                    <a:pt x="46101" y="87503"/>
                    <a:pt x="36195" y="92710"/>
                  </a:cubicBezTo>
                  <a:lnTo>
                    <a:pt x="22987" y="98044"/>
                  </a:lnTo>
                  <a:cubicBezTo>
                    <a:pt x="17653" y="89789"/>
                    <a:pt x="20955" y="80645"/>
                    <a:pt x="22733" y="71120"/>
                  </a:cubicBezTo>
                  <a:lnTo>
                    <a:pt x="22352" y="61849"/>
                  </a:lnTo>
                  <a:cubicBezTo>
                    <a:pt x="14732" y="50419"/>
                    <a:pt x="8128" y="43180"/>
                    <a:pt x="0" y="33020"/>
                  </a:cubicBezTo>
                  <a:lnTo>
                    <a:pt x="31877" y="32766"/>
                  </a:lnTo>
                  <a:cubicBezTo>
                    <a:pt x="35814" y="32385"/>
                    <a:pt x="40640" y="29591"/>
                    <a:pt x="43180" y="26416"/>
                  </a:cubicBezTo>
                  <a:lnTo>
                    <a:pt x="60579" y="0"/>
                  </a:lnTo>
                  <a:cubicBezTo>
                    <a:pt x="64643" y="11176"/>
                    <a:pt x="68326" y="20066"/>
                    <a:pt x="71120" y="29337"/>
                  </a:cubicBezTo>
                  <a:lnTo>
                    <a:pt x="76073" y="37465"/>
                  </a:lnTo>
                  <a:cubicBezTo>
                    <a:pt x="90805" y="40767"/>
                    <a:pt x="99949" y="43561"/>
                    <a:pt x="111252" y="4660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174625" y="738378"/>
              <a:ext cx="111125" cy="109093"/>
            </a:xfrm>
            <a:custGeom>
              <a:rect b="b" l="l" r="r" t="t"/>
              <a:pathLst>
                <a:path extrusionOk="0" h="109093" w="111125">
                  <a:moveTo>
                    <a:pt x="60452" y="0"/>
                  </a:moveTo>
                  <a:lnTo>
                    <a:pt x="70358" y="27686"/>
                  </a:lnTo>
                  <a:cubicBezTo>
                    <a:pt x="72263" y="34163"/>
                    <a:pt x="75565" y="37719"/>
                    <a:pt x="82550" y="38989"/>
                  </a:cubicBezTo>
                  <a:lnTo>
                    <a:pt x="111125" y="46609"/>
                  </a:lnTo>
                  <a:cubicBezTo>
                    <a:pt x="101854" y="53848"/>
                    <a:pt x="93726" y="59309"/>
                    <a:pt x="86741" y="65913"/>
                  </a:cubicBezTo>
                  <a:lnTo>
                    <a:pt x="81534" y="73660"/>
                  </a:lnTo>
                  <a:cubicBezTo>
                    <a:pt x="80899" y="87376"/>
                    <a:pt x="81915" y="97155"/>
                    <a:pt x="82550" y="109093"/>
                  </a:cubicBezTo>
                  <a:lnTo>
                    <a:pt x="56134" y="91567"/>
                  </a:lnTo>
                  <a:cubicBezTo>
                    <a:pt x="52832" y="89662"/>
                    <a:pt x="47752" y="89154"/>
                    <a:pt x="44196" y="90297"/>
                  </a:cubicBezTo>
                  <a:lnTo>
                    <a:pt x="14605" y="101346"/>
                  </a:lnTo>
                  <a:cubicBezTo>
                    <a:pt x="17653" y="90170"/>
                    <a:pt x="20955" y="80772"/>
                    <a:pt x="22733" y="71120"/>
                  </a:cubicBezTo>
                  <a:lnTo>
                    <a:pt x="22479" y="61849"/>
                  </a:lnTo>
                  <a:cubicBezTo>
                    <a:pt x="14859" y="50419"/>
                    <a:pt x="8255" y="43180"/>
                    <a:pt x="0" y="33020"/>
                  </a:cubicBezTo>
                  <a:lnTo>
                    <a:pt x="32004" y="32766"/>
                  </a:lnTo>
                  <a:cubicBezTo>
                    <a:pt x="35941" y="32385"/>
                    <a:pt x="40767" y="29718"/>
                    <a:pt x="43180" y="26543"/>
                  </a:cubicBezTo>
                  <a:lnTo>
                    <a:pt x="60452" y="25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456438" y="63500"/>
              <a:ext cx="108331" cy="109093"/>
            </a:xfrm>
            <a:custGeom>
              <a:rect b="b" l="l" r="r" t="t"/>
              <a:pathLst>
                <a:path extrusionOk="0" h="109093" w="108331">
                  <a:moveTo>
                    <a:pt x="11557" y="101092"/>
                  </a:moveTo>
                  <a:lnTo>
                    <a:pt x="20320" y="70358"/>
                  </a:lnTo>
                  <a:cubicBezTo>
                    <a:pt x="21082" y="66675"/>
                    <a:pt x="19939" y="61595"/>
                    <a:pt x="17780" y="58547"/>
                  </a:cubicBezTo>
                  <a:lnTo>
                    <a:pt x="0" y="32893"/>
                  </a:lnTo>
                  <a:cubicBezTo>
                    <a:pt x="9652" y="32893"/>
                    <a:pt x="19304" y="33528"/>
                    <a:pt x="28702" y="32639"/>
                  </a:cubicBezTo>
                  <a:lnTo>
                    <a:pt x="37973" y="29337"/>
                  </a:lnTo>
                  <a:cubicBezTo>
                    <a:pt x="46736" y="18288"/>
                    <a:pt x="51562" y="9779"/>
                    <a:pt x="57912" y="0"/>
                  </a:cubicBezTo>
                  <a:lnTo>
                    <a:pt x="68834" y="29210"/>
                  </a:lnTo>
                  <a:cubicBezTo>
                    <a:pt x="70612" y="32893"/>
                    <a:pt x="74549" y="36576"/>
                    <a:pt x="78232" y="37973"/>
                  </a:cubicBezTo>
                  <a:lnTo>
                    <a:pt x="108331" y="46355"/>
                  </a:lnTo>
                  <a:cubicBezTo>
                    <a:pt x="99314" y="53467"/>
                    <a:pt x="91948" y="59817"/>
                    <a:pt x="84074" y="65405"/>
                  </a:cubicBezTo>
                  <a:lnTo>
                    <a:pt x="77724" y="72517"/>
                  </a:lnTo>
                  <a:cubicBezTo>
                    <a:pt x="79121" y="87630"/>
                    <a:pt x="79375" y="97155"/>
                    <a:pt x="80010" y="109093"/>
                  </a:cubicBezTo>
                  <a:lnTo>
                    <a:pt x="53848" y="91567"/>
                  </a:lnTo>
                  <a:cubicBezTo>
                    <a:pt x="50292" y="89662"/>
                    <a:pt x="44958" y="89027"/>
                    <a:pt x="41021" y="90170"/>
                  </a:cubicBezTo>
                  <a:lnTo>
                    <a:pt x="11684" y="10109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901227" y="881375"/>
              <a:ext cx="94960" cy="67696"/>
            </a:xfrm>
            <a:custGeom>
              <a:rect b="b" l="l" r="r" t="t"/>
              <a:pathLst>
                <a:path extrusionOk="0" h="67696" w="94960">
                  <a:moveTo>
                    <a:pt x="23587" y="67696"/>
                  </a:moveTo>
                  <a:cubicBezTo>
                    <a:pt x="11268" y="67442"/>
                    <a:pt x="3267" y="61346"/>
                    <a:pt x="854" y="52456"/>
                  </a:cubicBezTo>
                  <a:cubicBezTo>
                    <a:pt x="-1813" y="43058"/>
                    <a:pt x="1870" y="33279"/>
                    <a:pt x="10506" y="28707"/>
                  </a:cubicBezTo>
                  <a:lnTo>
                    <a:pt x="63338" y="2418"/>
                  </a:lnTo>
                  <a:cubicBezTo>
                    <a:pt x="72863" y="-2154"/>
                    <a:pt x="80356" y="-122"/>
                    <a:pt x="86325" y="7498"/>
                  </a:cubicBezTo>
                  <a:lnTo>
                    <a:pt x="94961" y="25532"/>
                  </a:lnTo>
                  <a:cubicBezTo>
                    <a:pt x="70450" y="51694"/>
                    <a:pt x="45558" y="59949"/>
                    <a:pt x="23587" y="675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3"/>
            <p:cNvSpPr/>
            <p:nvPr/>
          </p:nvSpPr>
          <p:spPr>
            <a:xfrm>
              <a:off x="641537" y="236171"/>
              <a:ext cx="88654" cy="73780"/>
            </a:xfrm>
            <a:custGeom>
              <a:rect b="b" l="l" r="r" t="t"/>
              <a:pathLst>
                <a:path extrusionOk="0" h="73780" w="88654">
                  <a:moveTo>
                    <a:pt x="23943" y="49"/>
                  </a:moveTo>
                  <a:lnTo>
                    <a:pt x="30547" y="1446"/>
                  </a:lnTo>
                  <a:cubicBezTo>
                    <a:pt x="50105" y="14781"/>
                    <a:pt x="66234" y="25449"/>
                    <a:pt x="81347" y="37514"/>
                  </a:cubicBezTo>
                  <a:cubicBezTo>
                    <a:pt x="90745" y="44880"/>
                    <a:pt x="90745" y="58088"/>
                    <a:pt x="83252" y="66597"/>
                  </a:cubicBezTo>
                  <a:cubicBezTo>
                    <a:pt x="75886" y="74979"/>
                    <a:pt x="64329" y="76122"/>
                    <a:pt x="54804" y="69518"/>
                  </a:cubicBezTo>
                  <a:lnTo>
                    <a:pt x="9592" y="37768"/>
                  </a:lnTo>
                  <a:cubicBezTo>
                    <a:pt x="1972" y="32307"/>
                    <a:pt x="-2219" y="25322"/>
                    <a:pt x="1210" y="15543"/>
                  </a:cubicBezTo>
                  <a:cubicBezTo>
                    <a:pt x="4893" y="5002"/>
                    <a:pt x="12005" y="-586"/>
                    <a:pt x="23943" y="4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464561" y="919978"/>
              <a:ext cx="45217" cy="45095"/>
            </a:xfrm>
            <a:custGeom>
              <a:rect b="b" l="l" r="r" t="t"/>
              <a:pathLst>
                <a:path extrusionOk="0" h="45095" w="45217">
                  <a:moveTo>
                    <a:pt x="5" y="22870"/>
                  </a:moveTo>
                  <a:cubicBezTo>
                    <a:pt x="-249" y="10551"/>
                    <a:pt x="9657" y="264"/>
                    <a:pt x="21976" y="10"/>
                  </a:cubicBezTo>
                  <a:cubicBezTo>
                    <a:pt x="34803" y="-371"/>
                    <a:pt x="45217" y="9789"/>
                    <a:pt x="45217" y="22616"/>
                  </a:cubicBezTo>
                  <a:cubicBezTo>
                    <a:pt x="45217" y="34808"/>
                    <a:pt x="34930" y="45095"/>
                    <a:pt x="22738" y="45095"/>
                  </a:cubicBezTo>
                  <a:cubicBezTo>
                    <a:pt x="10546" y="45095"/>
                    <a:pt x="259" y="35189"/>
                    <a:pt x="5" y="228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231892" y="520055"/>
              <a:ext cx="45224" cy="45097"/>
            </a:xfrm>
            <a:custGeom>
              <a:rect b="b" l="l" r="r" t="t"/>
              <a:pathLst>
                <a:path extrusionOk="0" h="45097" w="45224">
                  <a:moveTo>
                    <a:pt x="45222" y="22997"/>
                  </a:moveTo>
                  <a:cubicBezTo>
                    <a:pt x="44968" y="35570"/>
                    <a:pt x="35189" y="45222"/>
                    <a:pt x="22616" y="45095"/>
                  </a:cubicBezTo>
                  <a:cubicBezTo>
                    <a:pt x="9789" y="44968"/>
                    <a:pt x="-371" y="34554"/>
                    <a:pt x="10" y="21727"/>
                  </a:cubicBezTo>
                  <a:cubicBezTo>
                    <a:pt x="391" y="9662"/>
                    <a:pt x="11059" y="-371"/>
                    <a:pt x="23251" y="10"/>
                  </a:cubicBezTo>
                  <a:cubicBezTo>
                    <a:pt x="35697" y="391"/>
                    <a:pt x="45349" y="10551"/>
                    <a:pt x="45222" y="229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943355" y="559180"/>
              <a:ext cx="44959" cy="45224"/>
            </a:xfrm>
            <a:custGeom>
              <a:rect b="b" l="l" r="r" t="t"/>
              <a:pathLst>
                <a:path extrusionOk="0" h="45224" w="44959">
                  <a:moveTo>
                    <a:pt x="1" y="22099"/>
                  </a:moveTo>
                  <a:cubicBezTo>
                    <a:pt x="128" y="9653"/>
                    <a:pt x="10161" y="-126"/>
                    <a:pt x="22607" y="1"/>
                  </a:cubicBezTo>
                  <a:cubicBezTo>
                    <a:pt x="35053" y="128"/>
                    <a:pt x="44959" y="10034"/>
                    <a:pt x="44959" y="22480"/>
                  </a:cubicBezTo>
                  <a:cubicBezTo>
                    <a:pt x="44959" y="35434"/>
                    <a:pt x="34545" y="45594"/>
                    <a:pt x="21845" y="45213"/>
                  </a:cubicBezTo>
                  <a:cubicBezTo>
                    <a:pt x="9526" y="44832"/>
                    <a:pt x="-126" y="34672"/>
                    <a:pt x="1" y="222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773684" y="687705"/>
              <a:ext cx="60071" cy="58801"/>
            </a:xfrm>
            <a:custGeom>
              <a:rect b="b" l="l" r="r" t="t"/>
              <a:pathLst>
                <a:path extrusionOk="0" h="58801" w="60071">
                  <a:moveTo>
                    <a:pt x="7366" y="54737"/>
                  </a:moveTo>
                  <a:cubicBezTo>
                    <a:pt x="13589" y="40132"/>
                    <a:pt x="12065" y="28702"/>
                    <a:pt x="0" y="18796"/>
                  </a:cubicBezTo>
                  <a:cubicBezTo>
                    <a:pt x="14224" y="18796"/>
                    <a:pt x="26416" y="16891"/>
                    <a:pt x="30861" y="0"/>
                  </a:cubicBezTo>
                  <a:cubicBezTo>
                    <a:pt x="35052" y="14859"/>
                    <a:pt x="42164" y="24511"/>
                    <a:pt x="60071" y="23622"/>
                  </a:cubicBezTo>
                  <a:lnTo>
                    <a:pt x="46482" y="32893"/>
                  </a:lnTo>
                  <a:cubicBezTo>
                    <a:pt x="41783" y="43180"/>
                    <a:pt x="43688" y="50292"/>
                    <a:pt x="43688" y="58801"/>
                  </a:cubicBezTo>
                  <a:cubicBezTo>
                    <a:pt x="32258" y="49149"/>
                    <a:pt x="20955" y="43815"/>
                    <a:pt x="7366" y="547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622681" y="843280"/>
              <a:ext cx="37719" cy="37338"/>
            </a:xfrm>
            <a:custGeom>
              <a:rect b="b" l="l" r="r" t="t"/>
              <a:pathLst>
                <a:path extrusionOk="0" h="37338" w="37719">
                  <a:moveTo>
                    <a:pt x="37719" y="18669"/>
                  </a:moveTo>
                  <a:cubicBezTo>
                    <a:pt x="37719" y="28956"/>
                    <a:pt x="29210" y="37338"/>
                    <a:pt x="18796" y="37338"/>
                  </a:cubicBezTo>
                  <a:cubicBezTo>
                    <a:pt x="8255" y="37338"/>
                    <a:pt x="0" y="29083"/>
                    <a:pt x="0" y="18669"/>
                  </a:cubicBezTo>
                  <a:cubicBezTo>
                    <a:pt x="0" y="8255"/>
                    <a:pt x="8255" y="0"/>
                    <a:pt x="18796" y="0"/>
                  </a:cubicBezTo>
                  <a:cubicBezTo>
                    <a:pt x="29337" y="0"/>
                    <a:pt x="37719" y="8509"/>
                    <a:pt x="37719" y="186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449453" y="334264"/>
              <a:ext cx="42291" cy="42164"/>
            </a:xfrm>
            <a:custGeom>
              <a:rect b="b" l="l" r="r" t="t"/>
              <a:pathLst>
                <a:path extrusionOk="0" h="42164" w="42291">
                  <a:moveTo>
                    <a:pt x="24765" y="127"/>
                  </a:moveTo>
                  <a:lnTo>
                    <a:pt x="42291" y="24638"/>
                  </a:lnTo>
                  <a:cubicBezTo>
                    <a:pt x="34290" y="30226"/>
                    <a:pt x="25273" y="36576"/>
                    <a:pt x="17399" y="42164"/>
                  </a:cubicBezTo>
                  <a:lnTo>
                    <a:pt x="0" y="17145"/>
                  </a:lnTo>
                  <a:cubicBezTo>
                    <a:pt x="7620" y="11938"/>
                    <a:pt x="16510" y="5715"/>
                    <a:pt x="2476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" name="Google Shape;138;p13"/>
          <p:cNvSpPr/>
          <p:nvPr/>
        </p:nvSpPr>
        <p:spPr>
          <a:xfrm>
            <a:off x="235748" y="1856293"/>
            <a:ext cx="606528" cy="615225"/>
          </a:xfrm>
          <a:custGeom>
            <a:rect b="b" l="l" r="r" t="t"/>
            <a:pathLst>
              <a:path extrusionOk="0" h="945607" w="932254">
                <a:moveTo>
                  <a:pt x="514905" y="852495"/>
                </a:moveTo>
                <a:cubicBezTo>
                  <a:pt x="497125" y="852622"/>
                  <a:pt x="483028" y="866592"/>
                  <a:pt x="483282" y="883991"/>
                </a:cubicBezTo>
                <a:cubicBezTo>
                  <a:pt x="483536" y="901390"/>
                  <a:pt x="498268" y="915614"/>
                  <a:pt x="515540" y="915360"/>
                </a:cubicBezTo>
                <a:cubicBezTo>
                  <a:pt x="532177" y="914979"/>
                  <a:pt x="546528" y="900120"/>
                  <a:pt x="546274" y="883483"/>
                </a:cubicBezTo>
                <a:cubicBezTo>
                  <a:pt x="546020" y="866211"/>
                  <a:pt x="532050" y="852495"/>
                  <a:pt x="514905" y="852622"/>
                </a:cubicBezTo>
                <a:moveTo>
                  <a:pt x="129714" y="852622"/>
                </a:moveTo>
                <a:cubicBezTo>
                  <a:pt x="111934" y="852622"/>
                  <a:pt x="97583" y="866465"/>
                  <a:pt x="97456" y="883737"/>
                </a:cubicBezTo>
                <a:cubicBezTo>
                  <a:pt x="97456" y="900501"/>
                  <a:pt x="112696" y="915614"/>
                  <a:pt x="129587" y="915487"/>
                </a:cubicBezTo>
                <a:cubicBezTo>
                  <a:pt x="146732" y="915360"/>
                  <a:pt x="160321" y="901390"/>
                  <a:pt x="160321" y="883864"/>
                </a:cubicBezTo>
                <a:cubicBezTo>
                  <a:pt x="160321" y="866084"/>
                  <a:pt x="147113" y="852622"/>
                  <a:pt x="129714" y="852622"/>
                </a:cubicBezTo>
                <a:moveTo>
                  <a:pt x="112188" y="562173"/>
                </a:moveTo>
                <a:cubicBezTo>
                  <a:pt x="112315" y="544901"/>
                  <a:pt x="98599" y="530931"/>
                  <a:pt x="81327" y="530677"/>
                </a:cubicBezTo>
                <a:cubicBezTo>
                  <a:pt x="64436" y="530423"/>
                  <a:pt x="49450" y="545282"/>
                  <a:pt x="49323" y="562427"/>
                </a:cubicBezTo>
                <a:cubicBezTo>
                  <a:pt x="49196" y="579191"/>
                  <a:pt x="63547" y="593288"/>
                  <a:pt x="80692" y="593415"/>
                </a:cubicBezTo>
                <a:cubicBezTo>
                  <a:pt x="98853" y="593542"/>
                  <a:pt x="112061" y="580334"/>
                  <a:pt x="112188" y="562046"/>
                </a:cubicBezTo>
                <a:moveTo>
                  <a:pt x="787066" y="95448"/>
                </a:moveTo>
                <a:cubicBezTo>
                  <a:pt x="805354" y="95448"/>
                  <a:pt x="818943" y="82367"/>
                  <a:pt x="819070" y="64460"/>
                </a:cubicBezTo>
                <a:cubicBezTo>
                  <a:pt x="819070" y="47315"/>
                  <a:pt x="805354" y="32837"/>
                  <a:pt x="788463" y="32583"/>
                </a:cubicBezTo>
                <a:cubicBezTo>
                  <a:pt x="771318" y="32329"/>
                  <a:pt x="756332" y="46934"/>
                  <a:pt x="756205" y="64079"/>
                </a:cubicBezTo>
                <a:cubicBezTo>
                  <a:pt x="756078" y="81224"/>
                  <a:pt x="770048" y="95448"/>
                  <a:pt x="787066" y="95448"/>
                </a:cubicBezTo>
                <a:moveTo>
                  <a:pt x="386254" y="95448"/>
                </a:moveTo>
                <a:cubicBezTo>
                  <a:pt x="403653" y="95448"/>
                  <a:pt x="417369" y="81986"/>
                  <a:pt x="417496" y="64714"/>
                </a:cubicBezTo>
                <a:cubicBezTo>
                  <a:pt x="417623" y="47061"/>
                  <a:pt x="403526" y="32710"/>
                  <a:pt x="386254" y="32710"/>
                </a:cubicBezTo>
                <a:cubicBezTo>
                  <a:pt x="369490" y="32710"/>
                  <a:pt x="355012" y="47061"/>
                  <a:pt x="354758" y="63825"/>
                </a:cubicBezTo>
                <a:cubicBezTo>
                  <a:pt x="354504" y="81351"/>
                  <a:pt x="368474" y="95448"/>
                  <a:pt x="386254" y="95448"/>
                </a:cubicBezTo>
                <a:moveTo>
                  <a:pt x="321865" y="691586"/>
                </a:moveTo>
                <a:cubicBezTo>
                  <a:pt x="304593" y="691713"/>
                  <a:pt x="289734" y="706699"/>
                  <a:pt x="290242" y="723590"/>
                </a:cubicBezTo>
                <a:cubicBezTo>
                  <a:pt x="290750" y="740481"/>
                  <a:pt x="305228" y="754578"/>
                  <a:pt x="321992" y="754451"/>
                </a:cubicBezTo>
                <a:cubicBezTo>
                  <a:pt x="339772" y="754324"/>
                  <a:pt x="353361" y="740354"/>
                  <a:pt x="353107" y="722574"/>
                </a:cubicBezTo>
                <a:cubicBezTo>
                  <a:pt x="352853" y="705302"/>
                  <a:pt x="338883" y="691459"/>
                  <a:pt x="321865" y="691713"/>
                </a:cubicBezTo>
                <a:moveTo>
                  <a:pt x="594026" y="545282"/>
                </a:moveTo>
                <a:cubicBezTo>
                  <a:pt x="612314" y="545409"/>
                  <a:pt x="626284" y="532201"/>
                  <a:pt x="626538" y="514675"/>
                </a:cubicBezTo>
                <a:cubicBezTo>
                  <a:pt x="626792" y="497530"/>
                  <a:pt x="612314" y="482671"/>
                  <a:pt x="595169" y="482544"/>
                </a:cubicBezTo>
                <a:cubicBezTo>
                  <a:pt x="578278" y="482290"/>
                  <a:pt x="563927" y="496514"/>
                  <a:pt x="563800" y="513532"/>
                </a:cubicBezTo>
                <a:cubicBezTo>
                  <a:pt x="563546" y="531185"/>
                  <a:pt x="576881" y="545155"/>
                  <a:pt x="594026" y="545282"/>
                </a:cubicBezTo>
                <a:moveTo>
                  <a:pt x="321992" y="402661"/>
                </a:moveTo>
                <a:cubicBezTo>
                  <a:pt x="295068" y="402407"/>
                  <a:pt x="275129" y="421965"/>
                  <a:pt x="274748" y="448635"/>
                </a:cubicBezTo>
                <a:cubicBezTo>
                  <a:pt x="274494" y="476829"/>
                  <a:pt x="293671" y="496768"/>
                  <a:pt x="321484" y="497022"/>
                </a:cubicBezTo>
                <a:cubicBezTo>
                  <a:pt x="348281" y="497276"/>
                  <a:pt x="369109" y="477464"/>
                  <a:pt x="369363" y="451429"/>
                </a:cubicBezTo>
                <a:cubicBezTo>
                  <a:pt x="369617" y="422854"/>
                  <a:pt x="350186" y="402788"/>
                  <a:pt x="321992" y="402534"/>
                </a:cubicBezTo>
                <a:moveTo>
                  <a:pt x="804465" y="674822"/>
                </a:moveTo>
                <a:cubicBezTo>
                  <a:pt x="804338" y="701238"/>
                  <a:pt x="825293" y="722320"/>
                  <a:pt x="851836" y="722574"/>
                </a:cubicBezTo>
                <a:cubicBezTo>
                  <a:pt x="878379" y="722828"/>
                  <a:pt x="899080" y="702254"/>
                  <a:pt x="899588" y="675203"/>
                </a:cubicBezTo>
                <a:cubicBezTo>
                  <a:pt x="900096" y="648914"/>
                  <a:pt x="879141" y="627324"/>
                  <a:pt x="852725" y="626943"/>
                </a:cubicBezTo>
                <a:cubicBezTo>
                  <a:pt x="825928" y="626562"/>
                  <a:pt x="804592" y="647771"/>
                  <a:pt x="804592" y="674822"/>
                </a:cubicBezTo>
                <a:moveTo>
                  <a:pt x="80819" y="240101"/>
                </a:moveTo>
                <a:cubicBezTo>
                  <a:pt x="108251" y="240101"/>
                  <a:pt x="128571" y="219781"/>
                  <a:pt x="128571" y="192222"/>
                </a:cubicBezTo>
                <a:cubicBezTo>
                  <a:pt x="128571" y="166060"/>
                  <a:pt x="107997" y="145486"/>
                  <a:pt x="81581" y="145486"/>
                </a:cubicBezTo>
                <a:cubicBezTo>
                  <a:pt x="53895" y="145359"/>
                  <a:pt x="33702" y="165171"/>
                  <a:pt x="33448" y="192857"/>
                </a:cubicBezTo>
                <a:cubicBezTo>
                  <a:pt x="33194" y="219527"/>
                  <a:pt x="53768" y="240101"/>
                  <a:pt x="80819" y="240101"/>
                </a:cubicBezTo>
                <a:moveTo>
                  <a:pt x="547290" y="224734"/>
                </a:moveTo>
                <a:cubicBezTo>
                  <a:pt x="547163" y="251150"/>
                  <a:pt x="568245" y="272613"/>
                  <a:pt x="594534" y="272613"/>
                </a:cubicBezTo>
                <a:cubicBezTo>
                  <a:pt x="621204" y="272740"/>
                  <a:pt x="643048" y="251023"/>
                  <a:pt x="642794" y="224480"/>
                </a:cubicBezTo>
                <a:cubicBezTo>
                  <a:pt x="642540" y="198572"/>
                  <a:pt x="621585" y="177363"/>
                  <a:pt x="595804" y="176982"/>
                </a:cubicBezTo>
                <a:cubicBezTo>
                  <a:pt x="569134" y="176601"/>
                  <a:pt x="547417" y="197937"/>
                  <a:pt x="547290" y="224607"/>
                </a:cubicBezTo>
                <a:moveTo>
                  <a:pt x="279574" y="772231"/>
                </a:moveTo>
                <a:lnTo>
                  <a:pt x="189785" y="849701"/>
                </a:lnTo>
                <a:cubicBezTo>
                  <a:pt x="188134" y="851098"/>
                  <a:pt x="188261" y="856178"/>
                  <a:pt x="189277" y="858972"/>
                </a:cubicBezTo>
                <a:cubicBezTo>
                  <a:pt x="201469" y="890468"/>
                  <a:pt x="189150" y="924631"/>
                  <a:pt x="160194" y="941014"/>
                </a:cubicBezTo>
                <a:cubicBezTo>
                  <a:pt x="148510" y="947618"/>
                  <a:pt x="136191" y="945078"/>
                  <a:pt x="124126" y="945332"/>
                </a:cubicBezTo>
                <a:cubicBezTo>
                  <a:pt x="95678" y="945713"/>
                  <a:pt x="71802" y="926536"/>
                  <a:pt x="66087" y="898850"/>
                </a:cubicBezTo>
                <a:cubicBezTo>
                  <a:pt x="60753" y="873196"/>
                  <a:pt x="67738" y="850971"/>
                  <a:pt x="88058" y="834207"/>
                </a:cubicBezTo>
                <a:cubicBezTo>
                  <a:pt x="109013" y="816935"/>
                  <a:pt x="132508" y="814776"/>
                  <a:pt x="157273" y="825444"/>
                </a:cubicBezTo>
                <a:lnTo>
                  <a:pt x="160575" y="827095"/>
                </a:lnTo>
                <a:cubicBezTo>
                  <a:pt x="179117" y="814522"/>
                  <a:pt x="195500" y="800679"/>
                  <a:pt x="211756" y="786709"/>
                </a:cubicBezTo>
                <a:lnTo>
                  <a:pt x="255317" y="749371"/>
                </a:lnTo>
                <a:cubicBezTo>
                  <a:pt x="259381" y="745942"/>
                  <a:pt x="260016" y="743021"/>
                  <a:pt x="258873" y="737687"/>
                </a:cubicBezTo>
                <a:cubicBezTo>
                  <a:pt x="252015" y="705556"/>
                  <a:pt x="268144" y="675838"/>
                  <a:pt x="298497" y="662630"/>
                </a:cubicBezTo>
                <a:lnTo>
                  <a:pt x="304847" y="657931"/>
                </a:lnTo>
                <a:cubicBezTo>
                  <a:pt x="305228" y="613862"/>
                  <a:pt x="305101" y="572206"/>
                  <a:pt x="305101" y="531439"/>
                </a:cubicBezTo>
                <a:lnTo>
                  <a:pt x="273732" y="515056"/>
                </a:lnTo>
                <a:cubicBezTo>
                  <a:pt x="264588" y="508198"/>
                  <a:pt x="257476" y="498673"/>
                  <a:pt x="248713" y="489529"/>
                </a:cubicBezTo>
                <a:lnTo>
                  <a:pt x="157146" y="535376"/>
                </a:lnTo>
                <a:cubicBezTo>
                  <a:pt x="154352" y="536773"/>
                  <a:pt x="151812" y="538551"/>
                  <a:pt x="148891" y="539440"/>
                </a:cubicBezTo>
                <a:lnTo>
                  <a:pt x="143176" y="543631"/>
                </a:lnTo>
                <a:cubicBezTo>
                  <a:pt x="151558" y="584398"/>
                  <a:pt x="130857" y="617037"/>
                  <a:pt x="95424" y="625673"/>
                </a:cubicBezTo>
                <a:cubicBezTo>
                  <a:pt x="61769" y="633928"/>
                  <a:pt x="26082" y="612084"/>
                  <a:pt x="17954" y="578175"/>
                </a:cubicBezTo>
                <a:cubicBezTo>
                  <a:pt x="9572" y="542742"/>
                  <a:pt x="32051" y="506547"/>
                  <a:pt x="66976" y="499181"/>
                </a:cubicBezTo>
                <a:cubicBezTo>
                  <a:pt x="86280" y="495117"/>
                  <a:pt x="103425" y="499435"/>
                  <a:pt x="119554" y="510230"/>
                </a:cubicBezTo>
                <a:lnTo>
                  <a:pt x="127047" y="512516"/>
                </a:lnTo>
                <a:cubicBezTo>
                  <a:pt x="165020" y="493974"/>
                  <a:pt x="200072" y="476067"/>
                  <a:pt x="235378" y="458668"/>
                </a:cubicBezTo>
                <a:lnTo>
                  <a:pt x="241601" y="454985"/>
                </a:lnTo>
                <a:cubicBezTo>
                  <a:pt x="240585" y="434157"/>
                  <a:pt x="245538" y="419679"/>
                  <a:pt x="254047" y="405201"/>
                </a:cubicBezTo>
                <a:lnTo>
                  <a:pt x="229282" y="377134"/>
                </a:lnTo>
                <a:cubicBezTo>
                  <a:pt x="196516" y="340685"/>
                  <a:pt x="163623" y="304236"/>
                  <a:pt x="131111" y="267660"/>
                </a:cubicBezTo>
                <a:lnTo>
                  <a:pt x="123364" y="262453"/>
                </a:lnTo>
                <a:cubicBezTo>
                  <a:pt x="87423" y="278836"/>
                  <a:pt x="58467" y="277058"/>
                  <a:pt x="31797" y="257246"/>
                </a:cubicBezTo>
                <a:cubicBezTo>
                  <a:pt x="5127" y="237434"/>
                  <a:pt x="-4017" y="209494"/>
                  <a:pt x="1571" y="177871"/>
                </a:cubicBezTo>
                <a:cubicBezTo>
                  <a:pt x="7286" y="145486"/>
                  <a:pt x="27352" y="124023"/>
                  <a:pt x="59356" y="114752"/>
                </a:cubicBezTo>
                <a:cubicBezTo>
                  <a:pt x="90217" y="105862"/>
                  <a:pt x="124761" y="117038"/>
                  <a:pt x="144192" y="141676"/>
                </a:cubicBezTo>
                <a:cubicBezTo>
                  <a:pt x="164639" y="167584"/>
                  <a:pt x="167814" y="203398"/>
                  <a:pt x="152193" y="231973"/>
                </a:cubicBezTo>
                <a:lnTo>
                  <a:pt x="150034" y="235656"/>
                </a:lnTo>
                <a:cubicBezTo>
                  <a:pt x="191817" y="285694"/>
                  <a:pt x="234743" y="333319"/>
                  <a:pt x="275256" y="378404"/>
                </a:cubicBezTo>
                <a:cubicBezTo>
                  <a:pt x="292782" y="375102"/>
                  <a:pt x="307895" y="370022"/>
                  <a:pt x="323135" y="369641"/>
                </a:cubicBezTo>
                <a:cubicBezTo>
                  <a:pt x="360854" y="368752"/>
                  <a:pt x="391969" y="394152"/>
                  <a:pt x="400605" y="430982"/>
                </a:cubicBezTo>
                <a:lnTo>
                  <a:pt x="403653" y="437459"/>
                </a:lnTo>
                <a:cubicBezTo>
                  <a:pt x="451278" y="450286"/>
                  <a:pt x="494458" y="462351"/>
                  <a:pt x="537765" y="473908"/>
                </a:cubicBezTo>
                <a:lnTo>
                  <a:pt x="543861" y="472892"/>
                </a:lnTo>
                <a:cubicBezTo>
                  <a:pt x="555291" y="465526"/>
                  <a:pt x="564054" y="459557"/>
                  <a:pt x="572690" y="453207"/>
                </a:cubicBezTo>
                <a:lnTo>
                  <a:pt x="578151" y="448127"/>
                </a:lnTo>
                <a:cubicBezTo>
                  <a:pt x="578532" y="400502"/>
                  <a:pt x="578532" y="355417"/>
                  <a:pt x="578151" y="310332"/>
                </a:cubicBezTo>
                <a:lnTo>
                  <a:pt x="574849" y="303728"/>
                </a:lnTo>
                <a:cubicBezTo>
                  <a:pt x="535606" y="293187"/>
                  <a:pt x="507031" y="253944"/>
                  <a:pt x="515540" y="210637"/>
                </a:cubicBezTo>
                <a:lnTo>
                  <a:pt x="515286" y="201112"/>
                </a:lnTo>
                <a:cubicBezTo>
                  <a:pt x="495474" y="184729"/>
                  <a:pt x="480615" y="171902"/>
                  <a:pt x="465629" y="158948"/>
                </a:cubicBezTo>
                <a:lnTo>
                  <a:pt x="420163" y="119959"/>
                </a:lnTo>
                <a:cubicBezTo>
                  <a:pt x="402383" y="129484"/>
                  <a:pt x="383841" y="132151"/>
                  <a:pt x="364410" y="125293"/>
                </a:cubicBezTo>
                <a:cubicBezTo>
                  <a:pt x="349932" y="120086"/>
                  <a:pt x="338756" y="110815"/>
                  <a:pt x="330755" y="97861"/>
                </a:cubicBezTo>
                <a:cubicBezTo>
                  <a:pt x="315134" y="72842"/>
                  <a:pt x="319452" y="40965"/>
                  <a:pt x="339899" y="18740"/>
                </a:cubicBezTo>
                <a:cubicBezTo>
                  <a:pt x="359457" y="-2469"/>
                  <a:pt x="399208" y="-3993"/>
                  <a:pt x="419401" y="8580"/>
                </a:cubicBezTo>
                <a:cubicBezTo>
                  <a:pt x="448865" y="26868"/>
                  <a:pt x="457247" y="55697"/>
                  <a:pt x="443785" y="96210"/>
                </a:cubicBezTo>
                <a:lnTo>
                  <a:pt x="532812" y="172537"/>
                </a:lnTo>
                <a:cubicBezTo>
                  <a:pt x="548179" y="155265"/>
                  <a:pt x="567229" y="145486"/>
                  <a:pt x="589835" y="144216"/>
                </a:cubicBezTo>
                <a:cubicBezTo>
                  <a:pt x="612187" y="142946"/>
                  <a:pt x="632380" y="149677"/>
                  <a:pt x="649906" y="165044"/>
                </a:cubicBezTo>
                <a:lnTo>
                  <a:pt x="715311" y="109545"/>
                </a:lnTo>
                <a:cubicBezTo>
                  <a:pt x="725852" y="101163"/>
                  <a:pt x="729916" y="94686"/>
                  <a:pt x="725344" y="79700"/>
                </a:cubicBezTo>
                <a:cubicBezTo>
                  <a:pt x="715692" y="48077"/>
                  <a:pt x="733218" y="15184"/>
                  <a:pt x="764079" y="4389"/>
                </a:cubicBezTo>
                <a:cubicBezTo>
                  <a:pt x="788336" y="-4120"/>
                  <a:pt x="814752" y="-691"/>
                  <a:pt x="833421" y="18486"/>
                </a:cubicBezTo>
                <a:cubicBezTo>
                  <a:pt x="852090" y="37663"/>
                  <a:pt x="857678" y="64968"/>
                  <a:pt x="847391" y="89225"/>
                </a:cubicBezTo>
                <a:cubicBezTo>
                  <a:pt x="837104" y="113482"/>
                  <a:pt x="813863" y="129738"/>
                  <a:pt x="788209" y="128722"/>
                </a:cubicBezTo>
                <a:lnTo>
                  <a:pt x="758745" y="122626"/>
                </a:lnTo>
                <a:cubicBezTo>
                  <a:pt x="755951" y="122118"/>
                  <a:pt x="751887" y="121991"/>
                  <a:pt x="749982" y="123515"/>
                </a:cubicBezTo>
                <a:lnTo>
                  <a:pt x="669337" y="192222"/>
                </a:lnTo>
                <a:cubicBezTo>
                  <a:pt x="677973" y="215717"/>
                  <a:pt x="678481" y="239212"/>
                  <a:pt x="667051" y="261818"/>
                </a:cubicBezTo>
                <a:cubicBezTo>
                  <a:pt x="655621" y="284678"/>
                  <a:pt x="636444" y="298267"/>
                  <a:pt x="611552" y="304617"/>
                </a:cubicBezTo>
                <a:lnTo>
                  <a:pt x="611298" y="426156"/>
                </a:lnTo>
                <a:cubicBezTo>
                  <a:pt x="611044" y="441396"/>
                  <a:pt x="611806" y="452318"/>
                  <a:pt x="629078" y="460319"/>
                </a:cubicBezTo>
                <a:cubicBezTo>
                  <a:pt x="649906" y="469844"/>
                  <a:pt x="658669" y="490545"/>
                  <a:pt x="659685" y="513659"/>
                </a:cubicBezTo>
                <a:lnTo>
                  <a:pt x="661082" y="521406"/>
                </a:lnTo>
                <a:cubicBezTo>
                  <a:pt x="710485" y="551378"/>
                  <a:pt x="757729" y="579699"/>
                  <a:pt x="804719" y="607893"/>
                </a:cubicBezTo>
                <a:cubicBezTo>
                  <a:pt x="845613" y="582239"/>
                  <a:pt x="891206" y="593796"/>
                  <a:pt x="915463" y="624657"/>
                </a:cubicBezTo>
                <a:cubicBezTo>
                  <a:pt x="939085" y="654629"/>
                  <a:pt x="937561" y="700984"/>
                  <a:pt x="912288" y="728670"/>
                </a:cubicBezTo>
                <a:cubicBezTo>
                  <a:pt x="884348" y="759277"/>
                  <a:pt x="840152" y="764865"/>
                  <a:pt x="805735" y="741878"/>
                </a:cubicBezTo>
                <a:cubicBezTo>
                  <a:pt x="775890" y="721939"/>
                  <a:pt x="757729" y="678251"/>
                  <a:pt x="781478" y="632912"/>
                </a:cubicBezTo>
                <a:lnTo>
                  <a:pt x="648001" y="552648"/>
                </a:lnTo>
                <a:cubicBezTo>
                  <a:pt x="626665" y="576905"/>
                  <a:pt x="600757" y="586430"/>
                  <a:pt x="570277" y="573857"/>
                </a:cubicBezTo>
                <a:cubicBezTo>
                  <a:pt x="541448" y="561919"/>
                  <a:pt x="529256" y="538297"/>
                  <a:pt x="530018" y="506674"/>
                </a:cubicBezTo>
                <a:lnTo>
                  <a:pt x="403399" y="472003"/>
                </a:lnTo>
                <a:cubicBezTo>
                  <a:pt x="394382" y="484957"/>
                  <a:pt x="387524" y="498800"/>
                  <a:pt x="376983" y="508833"/>
                </a:cubicBezTo>
                <a:cubicBezTo>
                  <a:pt x="366696" y="518612"/>
                  <a:pt x="352599" y="524454"/>
                  <a:pt x="338248" y="533217"/>
                </a:cubicBezTo>
                <a:lnTo>
                  <a:pt x="338248" y="619577"/>
                </a:lnTo>
                <a:cubicBezTo>
                  <a:pt x="338248" y="630372"/>
                  <a:pt x="338502" y="641167"/>
                  <a:pt x="338121" y="651962"/>
                </a:cubicBezTo>
                <a:lnTo>
                  <a:pt x="339264" y="660344"/>
                </a:lnTo>
                <a:cubicBezTo>
                  <a:pt x="376602" y="675330"/>
                  <a:pt x="391842" y="705683"/>
                  <a:pt x="384730" y="739084"/>
                </a:cubicBezTo>
                <a:lnTo>
                  <a:pt x="385746" y="746323"/>
                </a:lnTo>
                <a:cubicBezTo>
                  <a:pt x="416480" y="773120"/>
                  <a:pt x="445309" y="797758"/>
                  <a:pt x="474011" y="822523"/>
                </a:cubicBezTo>
                <a:lnTo>
                  <a:pt x="482266" y="827476"/>
                </a:lnTo>
                <a:cubicBezTo>
                  <a:pt x="520874" y="809823"/>
                  <a:pt x="558974" y="824555"/>
                  <a:pt x="573706" y="857067"/>
                </a:cubicBezTo>
                <a:cubicBezTo>
                  <a:pt x="588311" y="889198"/>
                  <a:pt x="574468" y="927298"/>
                  <a:pt x="542083" y="941903"/>
                </a:cubicBezTo>
                <a:lnTo>
                  <a:pt x="525954" y="944443"/>
                </a:lnTo>
                <a:cubicBezTo>
                  <a:pt x="499284" y="946983"/>
                  <a:pt x="482647" y="944189"/>
                  <a:pt x="468804" y="929838"/>
                </a:cubicBezTo>
                <a:cubicBezTo>
                  <a:pt x="452802" y="913201"/>
                  <a:pt x="442261" y="885388"/>
                  <a:pt x="457374" y="852114"/>
                </a:cubicBezTo>
                <a:lnTo>
                  <a:pt x="364537" y="772485"/>
                </a:lnTo>
                <a:cubicBezTo>
                  <a:pt x="351837" y="781375"/>
                  <a:pt x="338248" y="788106"/>
                  <a:pt x="322246" y="787979"/>
                </a:cubicBezTo>
                <a:cubicBezTo>
                  <a:pt x="306244" y="787852"/>
                  <a:pt x="292147" y="782518"/>
                  <a:pt x="279447" y="772231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9" name="Google Shape;139;p13"/>
          <p:cNvGrpSpPr/>
          <p:nvPr/>
        </p:nvGrpSpPr>
        <p:grpSpPr>
          <a:xfrm>
            <a:off x="138508" y="9307776"/>
            <a:ext cx="801365" cy="443320"/>
            <a:chOff x="63500" y="63500"/>
            <a:chExt cx="1508506" cy="834517"/>
          </a:xfrm>
        </p:grpSpPr>
        <p:sp>
          <p:nvSpPr>
            <p:cNvPr id="140" name="Google Shape;140;p13"/>
            <p:cNvSpPr/>
            <p:nvPr/>
          </p:nvSpPr>
          <p:spPr>
            <a:xfrm>
              <a:off x="63500" y="63500"/>
              <a:ext cx="1508506" cy="834517"/>
            </a:xfrm>
            <a:custGeom>
              <a:rect b="b" l="l" r="r" t="t"/>
              <a:pathLst>
                <a:path extrusionOk="0" h="834517" w="1508506">
                  <a:moveTo>
                    <a:pt x="754253" y="30988"/>
                  </a:moveTo>
                  <a:cubicBezTo>
                    <a:pt x="355473" y="30988"/>
                    <a:pt x="30988" y="204216"/>
                    <a:pt x="30988" y="417195"/>
                  </a:cubicBezTo>
                  <a:cubicBezTo>
                    <a:pt x="30988" y="630174"/>
                    <a:pt x="355473" y="803402"/>
                    <a:pt x="754253" y="803402"/>
                  </a:cubicBezTo>
                  <a:cubicBezTo>
                    <a:pt x="1153033" y="803402"/>
                    <a:pt x="1477518" y="630174"/>
                    <a:pt x="1477518" y="417195"/>
                  </a:cubicBezTo>
                  <a:cubicBezTo>
                    <a:pt x="1477518" y="204216"/>
                    <a:pt x="1153033" y="30988"/>
                    <a:pt x="754253" y="30988"/>
                  </a:cubicBezTo>
                  <a:moveTo>
                    <a:pt x="754253" y="834390"/>
                  </a:moveTo>
                  <a:cubicBezTo>
                    <a:pt x="338328" y="834517"/>
                    <a:pt x="0" y="647319"/>
                    <a:pt x="0" y="417195"/>
                  </a:cubicBezTo>
                  <a:cubicBezTo>
                    <a:pt x="0" y="187071"/>
                    <a:pt x="338328" y="0"/>
                    <a:pt x="754253" y="0"/>
                  </a:cubicBezTo>
                  <a:cubicBezTo>
                    <a:pt x="1170178" y="0"/>
                    <a:pt x="1508506" y="187198"/>
                    <a:pt x="1508506" y="417195"/>
                  </a:cubicBezTo>
                  <a:cubicBezTo>
                    <a:pt x="1508506" y="647192"/>
                    <a:pt x="1170178" y="834517"/>
                    <a:pt x="754253" y="8345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309372" y="287274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515239" y="642112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372745" y="561467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453390" y="39331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3"/>
            <p:cNvSpPr/>
            <p:nvPr/>
          </p:nvSpPr>
          <p:spPr>
            <a:xfrm>
              <a:off x="957580" y="325755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3"/>
            <p:cNvSpPr/>
            <p:nvPr/>
          </p:nvSpPr>
          <p:spPr>
            <a:xfrm>
              <a:off x="850392" y="727202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3"/>
            <p:cNvSpPr/>
            <p:nvPr/>
          </p:nvSpPr>
          <p:spPr>
            <a:xfrm>
              <a:off x="217170" y="451358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3"/>
            <p:cNvSpPr/>
            <p:nvPr/>
          </p:nvSpPr>
          <p:spPr>
            <a:xfrm>
              <a:off x="618490" y="302006"/>
              <a:ext cx="35052" cy="34798"/>
            </a:xfrm>
            <a:custGeom>
              <a:rect b="b" l="l" r="r" t="t"/>
              <a:pathLst>
                <a:path extrusionOk="0" h="34798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747"/>
                  </a:lnTo>
                  <a:cubicBezTo>
                    <a:pt x="0" y="27051"/>
                    <a:pt x="7874" y="34798"/>
                    <a:pt x="17526" y="34798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3"/>
            <p:cNvSpPr/>
            <p:nvPr/>
          </p:nvSpPr>
          <p:spPr>
            <a:xfrm>
              <a:off x="1103122" y="708914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3"/>
            <p:cNvSpPr/>
            <p:nvPr/>
          </p:nvSpPr>
          <p:spPr>
            <a:xfrm>
              <a:off x="845947" y="435483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127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1069594" y="284734"/>
              <a:ext cx="35052" cy="34798"/>
            </a:xfrm>
            <a:custGeom>
              <a:rect b="b" l="l" r="r" t="t"/>
              <a:pathLst>
                <a:path extrusionOk="0" h="34798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747"/>
                  </a:lnTo>
                  <a:cubicBezTo>
                    <a:pt x="0" y="27051"/>
                    <a:pt x="7874" y="34798"/>
                    <a:pt x="17526" y="34798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3"/>
            <p:cNvSpPr/>
            <p:nvPr/>
          </p:nvSpPr>
          <p:spPr>
            <a:xfrm>
              <a:off x="615950" y="758190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3"/>
            <p:cNvSpPr/>
            <p:nvPr/>
          </p:nvSpPr>
          <p:spPr>
            <a:xfrm>
              <a:off x="930148" y="19392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3"/>
            <p:cNvSpPr/>
            <p:nvPr/>
          </p:nvSpPr>
          <p:spPr>
            <a:xfrm>
              <a:off x="1380236" y="346964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3"/>
            <p:cNvSpPr/>
            <p:nvPr/>
          </p:nvSpPr>
          <p:spPr>
            <a:xfrm>
              <a:off x="1293622" y="603377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691261" y="174498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3"/>
            <p:cNvSpPr/>
            <p:nvPr/>
          </p:nvSpPr>
          <p:spPr>
            <a:xfrm>
              <a:off x="1224153" y="416433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3"/>
            <p:cNvSpPr/>
            <p:nvPr/>
          </p:nvSpPr>
          <p:spPr>
            <a:xfrm>
              <a:off x="276733" y="615696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3"/>
            <p:cNvSpPr/>
            <p:nvPr/>
          </p:nvSpPr>
          <p:spPr>
            <a:xfrm>
              <a:off x="995299" y="455295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3"/>
            <p:cNvSpPr/>
            <p:nvPr/>
          </p:nvSpPr>
          <p:spPr>
            <a:xfrm>
              <a:off x="701421" y="568579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3"/>
            <p:cNvSpPr/>
            <p:nvPr/>
          </p:nvSpPr>
          <p:spPr>
            <a:xfrm>
              <a:off x="740029" y="366141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3"/>
            <p:cNvSpPr/>
            <p:nvPr/>
          </p:nvSpPr>
          <p:spPr>
            <a:xfrm>
              <a:off x="517525" y="16979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600075" y="435991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3"/>
            <p:cNvSpPr/>
            <p:nvPr/>
          </p:nvSpPr>
          <p:spPr>
            <a:xfrm>
              <a:off x="884809" y="609981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3"/>
            <p:cNvSpPr/>
            <p:nvPr/>
          </p:nvSpPr>
          <p:spPr>
            <a:xfrm>
              <a:off x="1108710" y="605028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3"/>
            <p:cNvSpPr/>
            <p:nvPr/>
          </p:nvSpPr>
          <p:spPr>
            <a:xfrm>
              <a:off x="1383157" y="511048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3"/>
            <p:cNvSpPr/>
            <p:nvPr/>
          </p:nvSpPr>
          <p:spPr>
            <a:xfrm>
              <a:off x="1134237" y="508381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3"/>
            <p:cNvSpPr/>
            <p:nvPr/>
          </p:nvSpPr>
          <p:spPr>
            <a:xfrm>
              <a:off x="1224407" y="237744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9" name="Google Shape;169;p13"/>
          <p:cNvGrpSpPr/>
          <p:nvPr/>
        </p:nvGrpSpPr>
        <p:grpSpPr>
          <a:xfrm>
            <a:off x="198554" y="3255793"/>
            <a:ext cx="678944" cy="675645"/>
            <a:chOff x="63500" y="63500"/>
            <a:chExt cx="1043559" cy="1038479"/>
          </a:xfrm>
        </p:grpSpPr>
        <p:sp>
          <p:nvSpPr>
            <p:cNvPr id="170" name="Google Shape;170;p13"/>
            <p:cNvSpPr/>
            <p:nvPr/>
          </p:nvSpPr>
          <p:spPr>
            <a:xfrm>
              <a:off x="66929" y="144399"/>
              <a:ext cx="242316" cy="611378"/>
            </a:xfrm>
            <a:custGeom>
              <a:rect b="b" l="l" r="r" t="t"/>
              <a:pathLst>
                <a:path extrusionOk="0" h="611378" w="242316">
                  <a:moveTo>
                    <a:pt x="225044" y="611378"/>
                  </a:moveTo>
                  <a:lnTo>
                    <a:pt x="178308" y="611378"/>
                  </a:lnTo>
                  <a:cubicBezTo>
                    <a:pt x="78359" y="611378"/>
                    <a:pt x="0" y="535305"/>
                    <a:pt x="0" y="438277"/>
                  </a:cubicBezTo>
                  <a:cubicBezTo>
                    <a:pt x="0" y="350520"/>
                    <a:pt x="63246" y="276733"/>
                    <a:pt x="148717" y="262509"/>
                  </a:cubicBezTo>
                  <a:cubicBezTo>
                    <a:pt x="138049" y="234061"/>
                    <a:pt x="132588" y="203962"/>
                    <a:pt x="132588" y="173101"/>
                  </a:cubicBezTo>
                  <a:cubicBezTo>
                    <a:pt x="132588" y="112649"/>
                    <a:pt x="154305" y="53975"/>
                    <a:pt x="193675" y="8001"/>
                  </a:cubicBezTo>
                  <a:lnTo>
                    <a:pt x="210820" y="0"/>
                  </a:lnTo>
                  <a:cubicBezTo>
                    <a:pt x="225298" y="12446"/>
                    <a:pt x="226187" y="23241"/>
                    <a:pt x="219964" y="30607"/>
                  </a:cubicBezTo>
                  <a:cubicBezTo>
                    <a:pt x="185928" y="70358"/>
                    <a:pt x="167259" y="121031"/>
                    <a:pt x="167259" y="173228"/>
                  </a:cubicBezTo>
                  <a:cubicBezTo>
                    <a:pt x="167259" y="202819"/>
                    <a:pt x="172974" y="231521"/>
                    <a:pt x="184404" y="258572"/>
                  </a:cubicBezTo>
                  <a:lnTo>
                    <a:pt x="189357" y="270256"/>
                  </a:lnTo>
                  <a:cubicBezTo>
                    <a:pt x="191516" y="275336"/>
                    <a:pt x="191135" y="281051"/>
                    <a:pt x="188341" y="285750"/>
                  </a:cubicBezTo>
                  <a:lnTo>
                    <a:pt x="180721" y="293624"/>
                  </a:lnTo>
                  <a:lnTo>
                    <a:pt x="162687" y="295656"/>
                  </a:lnTo>
                  <a:cubicBezTo>
                    <a:pt x="89662" y="303403"/>
                    <a:pt x="34671" y="364871"/>
                    <a:pt x="34671" y="438277"/>
                  </a:cubicBezTo>
                  <a:cubicBezTo>
                    <a:pt x="34671" y="515874"/>
                    <a:pt x="97790" y="576707"/>
                    <a:pt x="178308" y="576707"/>
                  </a:cubicBezTo>
                  <a:lnTo>
                    <a:pt x="225044" y="576707"/>
                  </a:lnTo>
                  <a:cubicBezTo>
                    <a:pt x="234569" y="576707"/>
                    <a:pt x="242316" y="584454"/>
                    <a:pt x="242316" y="593979"/>
                  </a:cubicBezTo>
                  <a:lnTo>
                    <a:pt x="234569" y="61125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3"/>
            <p:cNvSpPr/>
            <p:nvPr/>
          </p:nvSpPr>
          <p:spPr>
            <a:xfrm>
              <a:off x="370797" y="63500"/>
              <a:ext cx="734484" cy="692277"/>
            </a:xfrm>
            <a:custGeom>
              <a:rect b="b" l="l" r="r" t="t"/>
              <a:pathLst>
                <a:path extrusionOk="0" h="692277" w="734484">
                  <a:moveTo>
                    <a:pt x="594149" y="692277"/>
                  </a:moveTo>
                  <a:lnTo>
                    <a:pt x="509567" y="692277"/>
                  </a:lnTo>
                  <a:cubicBezTo>
                    <a:pt x="500042" y="692277"/>
                    <a:pt x="492295" y="684530"/>
                    <a:pt x="492295" y="675005"/>
                  </a:cubicBezTo>
                  <a:lnTo>
                    <a:pt x="500042" y="657733"/>
                  </a:lnTo>
                  <a:lnTo>
                    <a:pt x="594149" y="657733"/>
                  </a:lnTo>
                  <a:cubicBezTo>
                    <a:pt x="654474" y="657733"/>
                    <a:pt x="699940" y="614426"/>
                    <a:pt x="699940" y="557149"/>
                  </a:cubicBezTo>
                  <a:cubicBezTo>
                    <a:pt x="699940" y="499872"/>
                    <a:pt x="654982" y="453517"/>
                    <a:pt x="597705" y="451612"/>
                  </a:cubicBezTo>
                  <a:lnTo>
                    <a:pt x="584370" y="451231"/>
                  </a:lnTo>
                  <a:cubicBezTo>
                    <a:pt x="578782" y="451104"/>
                    <a:pt x="573575" y="448183"/>
                    <a:pt x="570527" y="443484"/>
                  </a:cubicBezTo>
                  <a:lnTo>
                    <a:pt x="566844" y="432816"/>
                  </a:lnTo>
                  <a:lnTo>
                    <a:pt x="573829" y="415036"/>
                  </a:lnTo>
                  <a:cubicBezTo>
                    <a:pt x="582211" y="393700"/>
                    <a:pt x="586402" y="371348"/>
                    <a:pt x="586402" y="348869"/>
                  </a:cubicBezTo>
                  <a:cubicBezTo>
                    <a:pt x="586402" y="248793"/>
                    <a:pt x="504868" y="167259"/>
                    <a:pt x="404792" y="167259"/>
                  </a:cubicBezTo>
                  <a:cubicBezTo>
                    <a:pt x="376471" y="167259"/>
                    <a:pt x="349039" y="173736"/>
                    <a:pt x="323385" y="186690"/>
                  </a:cubicBezTo>
                  <a:lnTo>
                    <a:pt x="314368" y="191262"/>
                  </a:lnTo>
                  <a:lnTo>
                    <a:pt x="304970" y="193675"/>
                  </a:lnTo>
                  <a:cubicBezTo>
                    <a:pt x="295953" y="190246"/>
                    <a:pt x="292270" y="186690"/>
                    <a:pt x="290492" y="182245"/>
                  </a:cubicBezTo>
                  <a:lnTo>
                    <a:pt x="286682" y="172593"/>
                  </a:lnTo>
                  <a:cubicBezTo>
                    <a:pt x="252900" y="88773"/>
                    <a:pt x="172890" y="34671"/>
                    <a:pt x="82720" y="34671"/>
                  </a:cubicBezTo>
                  <a:cubicBezTo>
                    <a:pt x="61638" y="34671"/>
                    <a:pt x="40937" y="37592"/>
                    <a:pt x="20998" y="43434"/>
                  </a:cubicBezTo>
                  <a:lnTo>
                    <a:pt x="2202" y="40894"/>
                  </a:lnTo>
                  <a:cubicBezTo>
                    <a:pt x="-3259" y="22606"/>
                    <a:pt x="2075" y="12954"/>
                    <a:pt x="11219" y="10287"/>
                  </a:cubicBezTo>
                  <a:cubicBezTo>
                    <a:pt x="34333" y="3429"/>
                    <a:pt x="58336" y="0"/>
                    <a:pt x="82720" y="0"/>
                  </a:cubicBezTo>
                  <a:cubicBezTo>
                    <a:pt x="184320" y="0"/>
                    <a:pt x="274744" y="59436"/>
                    <a:pt x="315257" y="152019"/>
                  </a:cubicBezTo>
                  <a:cubicBezTo>
                    <a:pt x="343705" y="139065"/>
                    <a:pt x="373677" y="132461"/>
                    <a:pt x="404665" y="132461"/>
                  </a:cubicBezTo>
                  <a:cubicBezTo>
                    <a:pt x="523918" y="132461"/>
                    <a:pt x="620819" y="229489"/>
                    <a:pt x="620819" y="348615"/>
                  </a:cubicBezTo>
                  <a:cubicBezTo>
                    <a:pt x="620819" y="371983"/>
                    <a:pt x="617009" y="395097"/>
                    <a:pt x="609389" y="417449"/>
                  </a:cubicBezTo>
                  <a:cubicBezTo>
                    <a:pt x="680382" y="425069"/>
                    <a:pt x="734484" y="484378"/>
                    <a:pt x="734484" y="556895"/>
                  </a:cubicBezTo>
                  <a:cubicBezTo>
                    <a:pt x="734484" y="632714"/>
                    <a:pt x="672762" y="692150"/>
                    <a:pt x="594022" y="69215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3"/>
            <p:cNvSpPr/>
            <p:nvPr/>
          </p:nvSpPr>
          <p:spPr>
            <a:xfrm>
              <a:off x="414528" y="998093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3"/>
            <p:cNvSpPr/>
            <p:nvPr/>
          </p:nvSpPr>
          <p:spPr>
            <a:xfrm>
              <a:off x="414528" y="790448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3"/>
            <p:cNvSpPr/>
            <p:nvPr/>
          </p:nvSpPr>
          <p:spPr>
            <a:xfrm>
              <a:off x="414528" y="582803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3"/>
            <p:cNvSpPr/>
            <p:nvPr/>
          </p:nvSpPr>
          <p:spPr>
            <a:xfrm>
              <a:off x="343916" y="928878"/>
              <a:ext cx="484505" cy="173101"/>
            </a:xfrm>
            <a:custGeom>
              <a:rect b="b" l="l" r="r" t="t"/>
              <a:pathLst>
                <a:path extrusionOk="0" h="173101" w="484505">
                  <a:moveTo>
                    <a:pt x="34544" y="138430"/>
                  </a:moveTo>
                  <a:lnTo>
                    <a:pt x="449834" y="138430"/>
                  </a:lnTo>
                  <a:lnTo>
                    <a:pt x="449834" y="34544"/>
                  </a:lnTo>
                  <a:lnTo>
                    <a:pt x="34544" y="34544"/>
                  </a:lnTo>
                  <a:close/>
                  <a:moveTo>
                    <a:pt x="467233" y="173101"/>
                  </a:moveTo>
                  <a:lnTo>
                    <a:pt x="17272" y="173101"/>
                  </a:lnTo>
                  <a:cubicBezTo>
                    <a:pt x="7747" y="173101"/>
                    <a:pt x="0" y="165354"/>
                    <a:pt x="0" y="155829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3"/>
            <p:cNvSpPr/>
            <p:nvPr/>
          </p:nvSpPr>
          <p:spPr>
            <a:xfrm>
              <a:off x="343916" y="721233"/>
              <a:ext cx="484505" cy="172974"/>
            </a:xfrm>
            <a:custGeom>
              <a:rect b="b" l="l" r="r" t="t"/>
              <a:pathLst>
                <a:path extrusionOk="0" h="172974" w="484505">
                  <a:moveTo>
                    <a:pt x="34544" y="138303"/>
                  </a:moveTo>
                  <a:lnTo>
                    <a:pt x="449834" y="138303"/>
                  </a:lnTo>
                  <a:lnTo>
                    <a:pt x="449834" y="34544"/>
                  </a:lnTo>
                  <a:lnTo>
                    <a:pt x="34544" y="34544"/>
                  </a:lnTo>
                  <a:close/>
                  <a:moveTo>
                    <a:pt x="467233" y="172974"/>
                  </a:moveTo>
                  <a:lnTo>
                    <a:pt x="17272" y="172974"/>
                  </a:lnTo>
                  <a:cubicBezTo>
                    <a:pt x="7747" y="172974"/>
                    <a:pt x="0" y="165227"/>
                    <a:pt x="0" y="155702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3"/>
            <p:cNvSpPr/>
            <p:nvPr/>
          </p:nvSpPr>
          <p:spPr>
            <a:xfrm>
              <a:off x="343916" y="513461"/>
              <a:ext cx="484505" cy="173101"/>
            </a:xfrm>
            <a:custGeom>
              <a:rect b="b" l="l" r="r" t="t"/>
              <a:pathLst>
                <a:path extrusionOk="0" h="173101" w="484505">
                  <a:moveTo>
                    <a:pt x="34544" y="138430"/>
                  </a:moveTo>
                  <a:lnTo>
                    <a:pt x="449834" y="138430"/>
                  </a:lnTo>
                  <a:lnTo>
                    <a:pt x="449834" y="34671"/>
                  </a:lnTo>
                  <a:lnTo>
                    <a:pt x="34544" y="34671"/>
                  </a:lnTo>
                  <a:close/>
                  <a:moveTo>
                    <a:pt x="467233" y="173101"/>
                  </a:moveTo>
                  <a:lnTo>
                    <a:pt x="17272" y="173101"/>
                  </a:lnTo>
                  <a:cubicBezTo>
                    <a:pt x="7747" y="173101"/>
                    <a:pt x="0" y="165354"/>
                    <a:pt x="0" y="155829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3"/>
            <p:cNvSpPr/>
            <p:nvPr/>
          </p:nvSpPr>
          <p:spPr>
            <a:xfrm>
              <a:off x="170815" y="824992"/>
              <a:ext cx="138430" cy="207645"/>
            </a:xfrm>
            <a:custGeom>
              <a:rect b="b" l="l" r="r" t="t"/>
              <a:pathLst>
                <a:path extrusionOk="0" h="207645" w="138430">
                  <a:moveTo>
                    <a:pt x="51943" y="207645"/>
                  </a:moveTo>
                  <a:lnTo>
                    <a:pt x="17272" y="207645"/>
                  </a:lnTo>
                  <a:cubicBezTo>
                    <a:pt x="7747" y="207645"/>
                    <a:pt x="0" y="199898"/>
                    <a:pt x="0" y="190373"/>
                  </a:cubicBezTo>
                  <a:lnTo>
                    <a:pt x="7747" y="173101"/>
                  </a:lnTo>
                  <a:lnTo>
                    <a:pt x="51943" y="173101"/>
                  </a:lnTo>
                  <a:cubicBezTo>
                    <a:pt x="80518" y="173101"/>
                    <a:pt x="103886" y="149860"/>
                    <a:pt x="103886" y="121158"/>
                  </a:cubicBezTo>
                  <a:lnTo>
                    <a:pt x="103886" y="17272"/>
                  </a:lnTo>
                  <a:cubicBezTo>
                    <a:pt x="103886" y="7747"/>
                    <a:pt x="111633" y="0"/>
                    <a:pt x="121158" y="0"/>
                  </a:cubicBezTo>
                  <a:lnTo>
                    <a:pt x="138430" y="7747"/>
                  </a:lnTo>
                  <a:lnTo>
                    <a:pt x="138430" y="121158"/>
                  </a:lnTo>
                  <a:cubicBezTo>
                    <a:pt x="138430" y="168910"/>
                    <a:pt x="99568" y="207645"/>
                    <a:pt x="51943" y="20764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3"/>
            <p:cNvSpPr/>
            <p:nvPr/>
          </p:nvSpPr>
          <p:spPr>
            <a:xfrm>
              <a:off x="136271" y="790448"/>
              <a:ext cx="103759" cy="138430"/>
            </a:xfrm>
            <a:custGeom>
              <a:rect b="b" l="l" r="r" t="t"/>
              <a:pathLst>
                <a:path extrusionOk="0" h="138430" w="103759">
                  <a:moveTo>
                    <a:pt x="51816" y="138430"/>
                  </a:moveTo>
                  <a:lnTo>
                    <a:pt x="17272" y="138430"/>
                  </a:lnTo>
                  <a:cubicBezTo>
                    <a:pt x="7747" y="138430"/>
                    <a:pt x="0" y="130683"/>
                    <a:pt x="0" y="121158"/>
                  </a:cubicBezTo>
                  <a:lnTo>
                    <a:pt x="7747" y="103886"/>
                  </a:lnTo>
                  <a:lnTo>
                    <a:pt x="51943" y="103886"/>
                  </a:lnTo>
                  <a:cubicBezTo>
                    <a:pt x="61468" y="103886"/>
                    <a:pt x="69215" y="96139"/>
                    <a:pt x="69215" y="86614"/>
                  </a:cubicBezTo>
                  <a:lnTo>
                    <a:pt x="69215" y="17272"/>
                  </a:lnTo>
                  <a:cubicBezTo>
                    <a:pt x="69215" y="7747"/>
                    <a:pt x="76962" y="0"/>
                    <a:pt x="86487" y="0"/>
                  </a:cubicBezTo>
                  <a:lnTo>
                    <a:pt x="103759" y="7747"/>
                  </a:lnTo>
                  <a:lnTo>
                    <a:pt x="103759" y="86487"/>
                  </a:lnTo>
                  <a:cubicBezTo>
                    <a:pt x="103759" y="115062"/>
                    <a:pt x="80518" y="138430"/>
                    <a:pt x="51816" y="13843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3"/>
            <p:cNvSpPr/>
            <p:nvPr/>
          </p:nvSpPr>
          <p:spPr>
            <a:xfrm>
              <a:off x="863092" y="824992"/>
              <a:ext cx="138430" cy="207645"/>
            </a:xfrm>
            <a:custGeom>
              <a:rect b="b" l="l" r="r" t="t"/>
              <a:pathLst>
                <a:path extrusionOk="0" h="207645" w="138430">
                  <a:moveTo>
                    <a:pt x="121031" y="207645"/>
                  </a:moveTo>
                  <a:lnTo>
                    <a:pt x="86487" y="207645"/>
                  </a:lnTo>
                  <a:cubicBezTo>
                    <a:pt x="38735" y="207645"/>
                    <a:pt x="0" y="168783"/>
                    <a:pt x="0" y="121158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34544" y="7747"/>
                  </a:lnTo>
                  <a:lnTo>
                    <a:pt x="34544" y="121158"/>
                  </a:lnTo>
                  <a:cubicBezTo>
                    <a:pt x="34544" y="149860"/>
                    <a:pt x="57785" y="173101"/>
                    <a:pt x="86487" y="173101"/>
                  </a:cubicBezTo>
                  <a:lnTo>
                    <a:pt x="121158" y="173101"/>
                  </a:lnTo>
                  <a:cubicBezTo>
                    <a:pt x="130683" y="173101"/>
                    <a:pt x="138430" y="180848"/>
                    <a:pt x="138430" y="190373"/>
                  </a:cubicBezTo>
                  <a:lnTo>
                    <a:pt x="130683" y="20764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932307" y="790448"/>
              <a:ext cx="103759" cy="138430"/>
            </a:xfrm>
            <a:custGeom>
              <a:rect b="b" l="l" r="r" t="t"/>
              <a:pathLst>
                <a:path extrusionOk="0" h="138430" w="103759">
                  <a:moveTo>
                    <a:pt x="86487" y="138430"/>
                  </a:moveTo>
                  <a:lnTo>
                    <a:pt x="51943" y="138430"/>
                  </a:lnTo>
                  <a:cubicBezTo>
                    <a:pt x="23241" y="138430"/>
                    <a:pt x="0" y="115189"/>
                    <a:pt x="0" y="86487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34544" y="7747"/>
                  </a:lnTo>
                  <a:lnTo>
                    <a:pt x="34544" y="86487"/>
                  </a:lnTo>
                  <a:cubicBezTo>
                    <a:pt x="34544" y="96012"/>
                    <a:pt x="42291" y="103759"/>
                    <a:pt x="51816" y="103759"/>
                  </a:cubicBezTo>
                  <a:lnTo>
                    <a:pt x="86487" y="103759"/>
                  </a:lnTo>
                  <a:cubicBezTo>
                    <a:pt x="96012" y="103759"/>
                    <a:pt x="103759" y="111506"/>
                    <a:pt x="103759" y="121031"/>
                  </a:cubicBezTo>
                  <a:lnTo>
                    <a:pt x="96012" y="138303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3"/>
            <p:cNvSpPr/>
            <p:nvPr/>
          </p:nvSpPr>
          <p:spPr>
            <a:xfrm>
              <a:off x="1070737" y="894334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3"/>
            <p:cNvSpPr/>
            <p:nvPr/>
          </p:nvSpPr>
          <p:spPr>
            <a:xfrm>
              <a:off x="1036193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3"/>
            <p:cNvSpPr/>
            <p:nvPr/>
          </p:nvSpPr>
          <p:spPr>
            <a:xfrm>
              <a:off x="63500" y="894334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3"/>
            <p:cNvSpPr/>
            <p:nvPr/>
          </p:nvSpPr>
          <p:spPr>
            <a:xfrm>
              <a:off x="98171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3"/>
            <p:cNvSpPr/>
            <p:nvPr/>
          </p:nvSpPr>
          <p:spPr>
            <a:xfrm>
              <a:off x="652018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3"/>
            <p:cNvSpPr/>
            <p:nvPr/>
          </p:nvSpPr>
          <p:spPr>
            <a:xfrm>
              <a:off x="721233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3"/>
            <p:cNvSpPr/>
            <p:nvPr/>
          </p:nvSpPr>
          <p:spPr>
            <a:xfrm>
              <a:off x="652018" y="790448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3"/>
            <p:cNvSpPr/>
            <p:nvPr/>
          </p:nvSpPr>
          <p:spPr>
            <a:xfrm>
              <a:off x="721233" y="790448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3"/>
            <p:cNvSpPr/>
            <p:nvPr/>
          </p:nvSpPr>
          <p:spPr>
            <a:xfrm>
              <a:off x="652018" y="58280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3"/>
            <p:cNvSpPr/>
            <p:nvPr/>
          </p:nvSpPr>
          <p:spPr>
            <a:xfrm>
              <a:off x="721233" y="58280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3"/>
            <p:cNvSpPr/>
            <p:nvPr/>
          </p:nvSpPr>
          <p:spPr>
            <a:xfrm>
              <a:off x="306395" y="98065"/>
              <a:ext cx="37902" cy="37063"/>
            </a:xfrm>
            <a:custGeom>
              <a:rect b="b" l="l" r="r" t="t"/>
              <a:pathLst>
                <a:path extrusionOk="0" h="37063" w="37902">
                  <a:moveTo>
                    <a:pt x="16693" y="37063"/>
                  </a:moveTo>
                  <a:lnTo>
                    <a:pt x="5898" y="34523"/>
                  </a:lnTo>
                  <a:cubicBezTo>
                    <a:pt x="-2992" y="21950"/>
                    <a:pt x="-1087" y="11155"/>
                    <a:pt x="6660" y="5567"/>
                  </a:cubicBezTo>
                  <a:lnTo>
                    <a:pt x="10089" y="3154"/>
                  </a:lnTo>
                  <a:cubicBezTo>
                    <a:pt x="17963" y="-2307"/>
                    <a:pt x="28758" y="-529"/>
                    <a:pt x="34219" y="7345"/>
                  </a:cubicBezTo>
                  <a:lnTo>
                    <a:pt x="37902" y="25887"/>
                  </a:lnTo>
                  <a:lnTo>
                    <a:pt x="26599" y="33888"/>
                  </a:lnTo>
                  <a:lnTo>
                    <a:pt x="20122" y="37063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3" name="Google Shape;193;p13"/>
          <p:cNvSpPr/>
          <p:nvPr/>
        </p:nvSpPr>
        <p:spPr>
          <a:xfrm>
            <a:off x="209864" y="4715635"/>
            <a:ext cx="743213" cy="804997"/>
          </a:xfrm>
          <a:custGeom>
            <a:rect b="b" l="l" r="r" t="t"/>
            <a:pathLst>
              <a:path extrusionOk="0" h="804997" w="743213">
                <a:moveTo>
                  <a:pt x="0" y="0"/>
                </a:moveTo>
                <a:lnTo>
                  <a:pt x="743213" y="0"/>
                </a:lnTo>
                <a:lnTo>
                  <a:pt x="743213" y="804997"/>
                </a:lnTo>
                <a:lnTo>
                  <a:pt x="0" y="804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290" l="-16087" r="-16830" t="-11423"/>
            </a:stretch>
          </a:blipFill>
          <a:ln>
            <a:noFill/>
          </a:ln>
        </p:spPr>
      </p:sp>
      <p:grpSp>
        <p:nvGrpSpPr>
          <p:cNvPr id="194" name="Google Shape;194;p13"/>
          <p:cNvGrpSpPr/>
          <p:nvPr/>
        </p:nvGrpSpPr>
        <p:grpSpPr>
          <a:xfrm>
            <a:off x="4547984" y="9074875"/>
            <a:ext cx="9888145" cy="909109"/>
            <a:chOff x="0" y="0"/>
            <a:chExt cx="13184194" cy="1212145"/>
          </a:xfrm>
        </p:grpSpPr>
        <p:sp>
          <p:nvSpPr>
            <p:cNvPr id="195" name="Google Shape;195;p13"/>
            <p:cNvSpPr/>
            <p:nvPr/>
          </p:nvSpPr>
          <p:spPr>
            <a:xfrm>
              <a:off x="5430197" y="295729"/>
              <a:ext cx="3099083" cy="760244"/>
            </a:xfrm>
            <a:custGeom>
              <a:rect b="b" l="l" r="r" t="t"/>
              <a:pathLst>
                <a:path extrusionOk="0" h="760244" w="3099083">
                  <a:moveTo>
                    <a:pt x="0" y="0"/>
                  </a:moveTo>
                  <a:lnTo>
                    <a:pt x="3099082" y="0"/>
                  </a:lnTo>
                  <a:lnTo>
                    <a:pt x="3099082" y="760243"/>
                  </a:lnTo>
                  <a:lnTo>
                    <a:pt x="0" y="760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96" name="Google Shape;196;p13"/>
            <p:cNvSpPr/>
            <p:nvPr/>
          </p:nvSpPr>
          <p:spPr>
            <a:xfrm>
              <a:off x="8840055" y="94249"/>
              <a:ext cx="4344139" cy="1107755"/>
            </a:xfrm>
            <a:custGeom>
              <a:rect b="b" l="l" r="r" t="t"/>
              <a:pathLst>
                <a:path extrusionOk="0" h="1107755" w="4344139">
                  <a:moveTo>
                    <a:pt x="0" y="0"/>
                  </a:moveTo>
                  <a:lnTo>
                    <a:pt x="4344139" y="0"/>
                  </a:lnTo>
                  <a:lnTo>
                    <a:pt x="4344139" y="1107756"/>
                  </a:lnTo>
                  <a:lnTo>
                    <a:pt x="0" y="11077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97" name="Google Shape;197;p13"/>
            <p:cNvSpPr/>
            <p:nvPr/>
          </p:nvSpPr>
          <p:spPr>
            <a:xfrm>
              <a:off x="2483937" y="158040"/>
              <a:ext cx="2635484" cy="896065"/>
            </a:xfrm>
            <a:custGeom>
              <a:rect b="b" l="l" r="r" t="t"/>
              <a:pathLst>
                <a:path extrusionOk="0" h="896065" w="2635484">
                  <a:moveTo>
                    <a:pt x="0" y="0"/>
                  </a:moveTo>
                  <a:lnTo>
                    <a:pt x="2635484" y="0"/>
                  </a:lnTo>
                  <a:lnTo>
                    <a:pt x="2635484" y="896065"/>
                  </a:lnTo>
                  <a:lnTo>
                    <a:pt x="0" y="89606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98" name="Google Shape;198;p13"/>
            <p:cNvSpPr/>
            <p:nvPr/>
          </p:nvSpPr>
          <p:spPr>
            <a:xfrm>
              <a:off x="0" y="0"/>
              <a:ext cx="2179137" cy="1212145"/>
            </a:xfrm>
            <a:custGeom>
              <a:rect b="b" l="l" r="r" t="t"/>
              <a:pathLst>
                <a:path extrusionOk="0" h="1212145" w="2179137">
                  <a:moveTo>
                    <a:pt x="0" y="0"/>
                  </a:moveTo>
                  <a:lnTo>
                    <a:pt x="2179137" y="0"/>
                  </a:lnTo>
                  <a:lnTo>
                    <a:pt x="2179137" y="1212145"/>
                  </a:lnTo>
                  <a:lnTo>
                    <a:pt x="0" y="12121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99" name="Google Shape;199;p13"/>
          <p:cNvSpPr txBox="1"/>
          <p:nvPr/>
        </p:nvSpPr>
        <p:spPr>
          <a:xfrm>
            <a:off x="2784286" y="1965753"/>
            <a:ext cx="8979300" cy="25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52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Version control using </a:t>
            </a:r>
            <a:endParaRPr sz="8452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9899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8452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Git &amp; GitHub</a:t>
            </a:r>
            <a:endParaRPr sz="8452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200" name="Google Shape;200;p13"/>
          <p:cNvSpPr txBox="1"/>
          <p:nvPr/>
        </p:nvSpPr>
        <p:spPr>
          <a:xfrm>
            <a:off x="2784280" y="6210875"/>
            <a:ext cx="140964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Pablo Orviz Fernández &lt;orviz@ifca.es&gt;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0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Introducción a la Ciencia de Datos Masivos y a la Ciencia en Abierto </a:t>
            </a:r>
            <a:r>
              <a:rPr lang="en-US" sz="30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- Máster en Ciencia de Datos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7B9CE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5" name="Google Shape;205;p14"/>
          <p:cNvCxnSpPr/>
          <p:nvPr/>
        </p:nvCxnSpPr>
        <p:spPr>
          <a:xfrm>
            <a:off x="1028700" y="1645225"/>
            <a:ext cx="172593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" name="Google Shape;206;p14"/>
          <p:cNvCxnSpPr/>
          <p:nvPr/>
        </p:nvCxnSpPr>
        <p:spPr>
          <a:xfrm rot="-5400000">
            <a:off x="-4105275" y="5119688"/>
            <a:ext cx="102870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" name="Google Shape;207;p14"/>
          <p:cNvSpPr txBox="1"/>
          <p:nvPr/>
        </p:nvSpPr>
        <p:spPr>
          <a:xfrm>
            <a:off x="1592768" y="373145"/>
            <a:ext cx="11169600" cy="12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1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COURSE CONTENTS</a:t>
            </a:r>
            <a:endParaRPr/>
          </a:p>
        </p:txBody>
      </p:sp>
      <p:sp>
        <p:nvSpPr>
          <p:cNvPr id="208" name="Google Shape;208;p14"/>
          <p:cNvSpPr txBox="1"/>
          <p:nvPr/>
        </p:nvSpPr>
        <p:spPr>
          <a:xfrm>
            <a:off x="2870880" y="2981515"/>
            <a:ext cx="7001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1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VERSION CONTROL</a:t>
            </a:r>
            <a:endParaRPr b="1"/>
          </a:p>
        </p:txBody>
      </p:sp>
      <p:sp>
        <p:nvSpPr>
          <p:cNvPr id="209" name="Google Shape;209;p14"/>
          <p:cNvSpPr txBox="1"/>
          <p:nvPr/>
        </p:nvSpPr>
        <p:spPr>
          <a:xfrm>
            <a:off x="2870880" y="5977734"/>
            <a:ext cx="7001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1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HANDS-ON GIT</a:t>
            </a:r>
            <a:endParaRPr/>
          </a:p>
        </p:txBody>
      </p:sp>
      <p:sp>
        <p:nvSpPr>
          <p:cNvPr id="210" name="Google Shape;210;p14"/>
          <p:cNvSpPr txBox="1"/>
          <p:nvPr/>
        </p:nvSpPr>
        <p:spPr>
          <a:xfrm>
            <a:off x="2870874" y="4479625"/>
            <a:ext cx="84552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1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COLLABORATION PLATFORM: GITHUB</a:t>
            </a:r>
            <a:endParaRPr/>
          </a:p>
        </p:txBody>
      </p:sp>
      <p:sp>
        <p:nvSpPr>
          <p:cNvPr id="211" name="Google Shape;211;p14"/>
          <p:cNvSpPr txBox="1"/>
          <p:nvPr/>
        </p:nvSpPr>
        <p:spPr>
          <a:xfrm>
            <a:off x="1821182" y="2649736"/>
            <a:ext cx="7001127" cy="715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18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01</a:t>
            </a:r>
            <a:endParaRPr/>
          </a:p>
        </p:txBody>
      </p:sp>
      <p:sp>
        <p:nvSpPr>
          <p:cNvPr id="212" name="Google Shape;212;p14"/>
          <p:cNvSpPr txBox="1"/>
          <p:nvPr/>
        </p:nvSpPr>
        <p:spPr>
          <a:xfrm>
            <a:off x="1821182" y="5645954"/>
            <a:ext cx="7001127" cy="715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18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03</a:t>
            </a:r>
            <a:endParaRPr/>
          </a:p>
        </p:txBody>
      </p:sp>
      <p:sp>
        <p:nvSpPr>
          <p:cNvPr id="213" name="Google Shape;213;p14"/>
          <p:cNvSpPr txBox="1"/>
          <p:nvPr/>
        </p:nvSpPr>
        <p:spPr>
          <a:xfrm>
            <a:off x="1821182" y="4147845"/>
            <a:ext cx="7001127" cy="715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18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02</a:t>
            </a:r>
            <a:endParaRPr/>
          </a:p>
        </p:txBody>
      </p:sp>
      <p:grpSp>
        <p:nvGrpSpPr>
          <p:cNvPr id="214" name="Google Shape;214;p14"/>
          <p:cNvGrpSpPr/>
          <p:nvPr/>
        </p:nvGrpSpPr>
        <p:grpSpPr>
          <a:xfrm>
            <a:off x="216607" y="6304896"/>
            <a:ext cx="642922" cy="632263"/>
            <a:chOff x="63500" y="63500"/>
            <a:chExt cx="988187" cy="971804"/>
          </a:xfrm>
        </p:grpSpPr>
        <p:sp>
          <p:nvSpPr>
            <p:cNvPr id="215" name="Google Shape;215;p14"/>
            <p:cNvSpPr/>
            <p:nvPr/>
          </p:nvSpPr>
          <p:spPr>
            <a:xfrm>
              <a:off x="857250" y="840994"/>
              <a:ext cx="129540" cy="129540"/>
            </a:xfrm>
            <a:custGeom>
              <a:rect b="b" l="l" r="r" t="t"/>
              <a:pathLst>
                <a:path extrusionOk="0" h="129540" w="129540">
                  <a:moveTo>
                    <a:pt x="64770" y="32385"/>
                  </a:moveTo>
                  <a:cubicBezTo>
                    <a:pt x="46863" y="32385"/>
                    <a:pt x="32385" y="46990"/>
                    <a:pt x="32385" y="64770"/>
                  </a:cubicBezTo>
                  <a:cubicBezTo>
                    <a:pt x="32385" y="82550"/>
                    <a:pt x="46990" y="97155"/>
                    <a:pt x="64770" y="97155"/>
                  </a:cubicBezTo>
                  <a:cubicBezTo>
                    <a:pt x="82550" y="97155"/>
                    <a:pt x="97155" y="82550"/>
                    <a:pt x="97155" y="64770"/>
                  </a:cubicBezTo>
                  <a:cubicBezTo>
                    <a:pt x="97155" y="46990"/>
                    <a:pt x="82550" y="32385"/>
                    <a:pt x="64770" y="32385"/>
                  </a:cubicBezTo>
                  <a:moveTo>
                    <a:pt x="64770" y="129540"/>
                  </a:moveTo>
                  <a:cubicBezTo>
                    <a:pt x="29083" y="129540"/>
                    <a:pt x="0" y="100457"/>
                    <a:pt x="0" y="64770"/>
                  </a:cubicBezTo>
                  <a:cubicBezTo>
                    <a:pt x="0" y="29083"/>
                    <a:pt x="29083" y="0"/>
                    <a:pt x="64770" y="0"/>
                  </a:cubicBezTo>
                  <a:cubicBezTo>
                    <a:pt x="100457" y="0"/>
                    <a:pt x="129540" y="29083"/>
                    <a:pt x="129540" y="64770"/>
                  </a:cubicBezTo>
                  <a:cubicBezTo>
                    <a:pt x="129540" y="100457"/>
                    <a:pt x="100457" y="129540"/>
                    <a:pt x="64770" y="1295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4"/>
            <p:cNvSpPr/>
            <p:nvPr/>
          </p:nvSpPr>
          <p:spPr>
            <a:xfrm>
              <a:off x="905764" y="225552"/>
              <a:ext cx="32512" cy="647827"/>
            </a:xfrm>
            <a:custGeom>
              <a:rect b="b" l="l" r="r" t="t"/>
              <a:pathLst>
                <a:path extrusionOk="0" h="647827" w="32512">
                  <a:moveTo>
                    <a:pt x="16256" y="647827"/>
                  </a:moveTo>
                  <a:lnTo>
                    <a:pt x="0" y="640588"/>
                  </a:lnTo>
                  <a:lnTo>
                    <a:pt x="0" y="16129"/>
                  </a:lnTo>
                  <a:cubicBezTo>
                    <a:pt x="0" y="7112"/>
                    <a:pt x="7239" y="0"/>
                    <a:pt x="16256" y="0"/>
                  </a:cubicBezTo>
                  <a:lnTo>
                    <a:pt x="32512" y="7239"/>
                  </a:lnTo>
                  <a:lnTo>
                    <a:pt x="32512" y="631698"/>
                  </a:lnTo>
                  <a:cubicBezTo>
                    <a:pt x="32512" y="640588"/>
                    <a:pt x="25273" y="647827"/>
                    <a:pt x="16256" y="64782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4"/>
            <p:cNvSpPr/>
            <p:nvPr/>
          </p:nvSpPr>
          <p:spPr>
            <a:xfrm>
              <a:off x="121679" y="510286"/>
              <a:ext cx="44042" cy="38989"/>
            </a:xfrm>
            <a:custGeom>
              <a:rect b="b" l="l" r="r" t="t"/>
              <a:pathLst>
                <a:path extrusionOk="0" h="38989" w="44042">
                  <a:moveTo>
                    <a:pt x="27927" y="38989"/>
                  </a:moveTo>
                  <a:lnTo>
                    <a:pt x="23990" y="38608"/>
                  </a:lnTo>
                  <a:lnTo>
                    <a:pt x="10401" y="33401"/>
                  </a:lnTo>
                  <a:cubicBezTo>
                    <a:pt x="2019" y="30226"/>
                    <a:pt x="-2172" y="20828"/>
                    <a:pt x="1130" y="12446"/>
                  </a:cubicBezTo>
                  <a:lnTo>
                    <a:pt x="13703" y="0"/>
                  </a:lnTo>
                  <a:lnTo>
                    <a:pt x="33642" y="7620"/>
                  </a:lnTo>
                  <a:cubicBezTo>
                    <a:pt x="42024" y="10795"/>
                    <a:pt x="46215" y="20193"/>
                    <a:pt x="42913" y="28575"/>
                  </a:cubicBezTo>
                  <a:lnTo>
                    <a:pt x="34277" y="3898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4"/>
            <p:cNvSpPr/>
            <p:nvPr/>
          </p:nvSpPr>
          <p:spPr>
            <a:xfrm>
              <a:off x="180213" y="535721"/>
              <a:ext cx="620903" cy="90770"/>
            </a:xfrm>
            <a:custGeom>
              <a:rect b="b" l="l" r="r" t="t"/>
              <a:pathLst>
                <a:path extrusionOk="0" h="90770" w="620903">
                  <a:moveTo>
                    <a:pt x="476758" y="90770"/>
                  </a:moveTo>
                  <a:lnTo>
                    <a:pt x="300863" y="90770"/>
                  </a:lnTo>
                  <a:cubicBezTo>
                    <a:pt x="291211" y="90770"/>
                    <a:pt x="281813" y="88230"/>
                    <a:pt x="273431" y="83531"/>
                  </a:cubicBezTo>
                  <a:lnTo>
                    <a:pt x="193675" y="37938"/>
                  </a:lnTo>
                  <a:cubicBezTo>
                    <a:pt x="190246" y="36033"/>
                    <a:pt x="186309" y="34890"/>
                    <a:pt x="182245" y="34890"/>
                  </a:cubicBezTo>
                  <a:lnTo>
                    <a:pt x="32385" y="34890"/>
                  </a:lnTo>
                  <a:cubicBezTo>
                    <a:pt x="25527" y="34890"/>
                    <a:pt x="18923" y="33620"/>
                    <a:pt x="12446" y="31207"/>
                  </a:cubicBezTo>
                  <a:lnTo>
                    <a:pt x="0" y="18634"/>
                  </a:lnTo>
                  <a:cubicBezTo>
                    <a:pt x="6477" y="1997"/>
                    <a:pt x="15875" y="-2194"/>
                    <a:pt x="24130" y="981"/>
                  </a:cubicBezTo>
                  <a:lnTo>
                    <a:pt x="29464" y="2505"/>
                  </a:lnTo>
                  <a:lnTo>
                    <a:pt x="182372" y="2505"/>
                  </a:lnTo>
                  <a:cubicBezTo>
                    <a:pt x="192024" y="2505"/>
                    <a:pt x="201549" y="5045"/>
                    <a:pt x="209804" y="9744"/>
                  </a:cubicBezTo>
                  <a:lnTo>
                    <a:pt x="289560" y="55337"/>
                  </a:lnTo>
                  <a:cubicBezTo>
                    <a:pt x="292989" y="57242"/>
                    <a:pt x="296926" y="58385"/>
                    <a:pt x="300863" y="58385"/>
                  </a:cubicBezTo>
                  <a:lnTo>
                    <a:pt x="476758" y="58385"/>
                  </a:lnTo>
                  <a:cubicBezTo>
                    <a:pt x="480314" y="58385"/>
                    <a:pt x="483870" y="57496"/>
                    <a:pt x="486918" y="55972"/>
                  </a:cubicBezTo>
                  <a:lnTo>
                    <a:pt x="526288" y="36287"/>
                  </a:lnTo>
                  <a:cubicBezTo>
                    <a:pt x="533908" y="32477"/>
                    <a:pt x="542417" y="30445"/>
                    <a:pt x="551053" y="30445"/>
                  </a:cubicBezTo>
                  <a:lnTo>
                    <a:pt x="604647" y="30445"/>
                  </a:lnTo>
                  <a:cubicBezTo>
                    <a:pt x="613664" y="30445"/>
                    <a:pt x="620903" y="37684"/>
                    <a:pt x="620903" y="46574"/>
                  </a:cubicBezTo>
                  <a:lnTo>
                    <a:pt x="613664" y="62830"/>
                  </a:lnTo>
                  <a:lnTo>
                    <a:pt x="551053" y="62830"/>
                  </a:lnTo>
                  <a:cubicBezTo>
                    <a:pt x="547497" y="62830"/>
                    <a:pt x="543941" y="63719"/>
                    <a:pt x="540893" y="65243"/>
                  </a:cubicBezTo>
                  <a:lnTo>
                    <a:pt x="501523" y="84928"/>
                  </a:lnTo>
                  <a:cubicBezTo>
                    <a:pt x="493903" y="88738"/>
                    <a:pt x="485394" y="90770"/>
                    <a:pt x="476758" y="907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4"/>
            <p:cNvSpPr/>
            <p:nvPr/>
          </p:nvSpPr>
          <p:spPr>
            <a:xfrm>
              <a:off x="378206" y="705739"/>
              <a:ext cx="120232" cy="139192"/>
            </a:xfrm>
            <a:custGeom>
              <a:rect b="b" l="l" r="r" t="t"/>
              <a:pathLst>
                <a:path extrusionOk="0" h="139192" w="120232">
                  <a:moveTo>
                    <a:pt x="89916" y="139192"/>
                  </a:moveTo>
                  <a:lnTo>
                    <a:pt x="78232" y="135890"/>
                  </a:lnTo>
                  <a:cubicBezTo>
                    <a:pt x="65532" y="110490"/>
                    <a:pt x="68326" y="86995"/>
                    <a:pt x="82423" y="70104"/>
                  </a:cubicBezTo>
                  <a:lnTo>
                    <a:pt x="89408" y="53975"/>
                  </a:lnTo>
                  <a:cubicBezTo>
                    <a:pt x="81661" y="37465"/>
                    <a:pt x="73914" y="32512"/>
                    <a:pt x="64770" y="32512"/>
                  </a:cubicBezTo>
                  <a:lnTo>
                    <a:pt x="16256" y="32512"/>
                  </a:lnTo>
                  <a:cubicBezTo>
                    <a:pt x="7239" y="32512"/>
                    <a:pt x="0" y="25273"/>
                    <a:pt x="0" y="16256"/>
                  </a:cubicBezTo>
                  <a:lnTo>
                    <a:pt x="7239" y="0"/>
                  </a:lnTo>
                  <a:lnTo>
                    <a:pt x="64897" y="0"/>
                  </a:lnTo>
                  <a:cubicBezTo>
                    <a:pt x="86614" y="0"/>
                    <a:pt x="105791" y="12192"/>
                    <a:pt x="114935" y="31877"/>
                  </a:cubicBezTo>
                  <a:cubicBezTo>
                    <a:pt x="124079" y="51562"/>
                    <a:pt x="121285" y="74041"/>
                    <a:pt x="107315" y="90805"/>
                  </a:cubicBezTo>
                  <a:lnTo>
                    <a:pt x="100457" y="107569"/>
                  </a:lnTo>
                  <a:cubicBezTo>
                    <a:pt x="108585" y="123698"/>
                    <a:pt x="105283" y="133477"/>
                    <a:pt x="97282" y="137414"/>
                  </a:cubicBezTo>
                  <a:lnTo>
                    <a:pt x="92456" y="13906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4"/>
            <p:cNvSpPr/>
            <p:nvPr/>
          </p:nvSpPr>
          <p:spPr>
            <a:xfrm>
              <a:off x="322072" y="705866"/>
              <a:ext cx="49657" cy="32385"/>
            </a:xfrm>
            <a:custGeom>
              <a:rect b="b" l="l" r="r" t="t"/>
              <a:pathLst>
                <a:path extrusionOk="0" h="32385" w="49657">
                  <a:moveTo>
                    <a:pt x="33401" y="32385"/>
                  </a:moveTo>
                  <a:lnTo>
                    <a:pt x="16256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33401" y="0"/>
                  </a:lnTo>
                  <a:cubicBezTo>
                    <a:pt x="42418" y="0"/>
                    <a:pt x="49657" y="7239"/>
                    <a:pt x="49657" y="16256"/>
                  </a:cubicBezTo>
                  <a:lnTo>
                    <a:pt x="42418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4"/>
            <p:cNvSpPr/>
            <p:nvPr/>
          </p:nvSpPr>
          <p:spPr>
            <a:xfrm>
              <a:off x="247178" y="717997"/>
              <a:ext cx="67401" cy="46670"/>
            </a:xfrm>
            <a:custGeom>
              <a:rect b="b" l="l" r="r" t="t"/>
              <a:pathLst>
                <a:path extrusionOk="0" h="46670" w="67401">
                  <a:moveTo>
                    <a:pt x="15204" y="46670"/>
                  </a:moveTo>
                  <a:lnTo>
                    <a:pt x="2631" y="42733"/>
                  </a:lnTo>
                  <a:cubicBezTo>
                    <a:pt x="-3084" y="27874"/>
                    <a:pt x="1107" y="18603"/>
                    <a:pt x="9489" y="15301"/>
                  </a:cubicBezTo>
                  <a:lnTo>
                    <a:pt x="46446" y="1077"/>
                  </a:lnTo>
                  <a:cubicBezTo>
                    <a:pt x="54828" y="-2098"/>
                    <a:pt x="64226" y="1966"/>
                    <a:pt x="67401" y="10348"/>
                  </a:cubicBezTo>
                  <a:lnTo>
                    <a:pt x="66385" y="28128"/>
                  </a:lnTo>
                  <a:lnTo>
                    <a:pt x="21046" y="45527"/>
                  </a:lnTo>
                  <a:cubicBezTo>
                    <a:pt x="19141" y="46289"/>
                    <a:pt x="17109" y="46670"/>
                    <a:pt x="15204" y="466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4"/>
            <p:cNvSpPr/>
            <p:nvPr/>
          </p:nvSpPr>
          <p:spPr>
            <a:xfrm>
              <a:off x="719420" y="632964"/>
              <a:ext cx="70253" cy="65409"/>
            </a:xfrm>
            <a:custGeom>
              <a:rect b="b" l="l" r="r" t="t"/>
              <a:pathLst>
                <a:path extrusionOk="0" h="65409" w="70253">
                  <a:moveTo>
                    <a:pt x="20609" y="65409"/>
                  </a:moveTo>
                  <a:lnTo>
                    <a:pt x="11084" y="63377"/>
                  </a:lnTo>
                  <a:cubicBezTo>
                    <a:pt x="2321" y="53852"/>
                    <a:pt x="-346" y="45978"/>
                    <a:pt x="35" y="37596"/>
                  </a:cubicBezTo>
                  <a:cubicBezTo>
                    <a:pt x="543" y="27690"/>
                    <a:pt x="5369" y="17911"/>
                    <a:pt x="13243" y="10672"/>
                  </a:cubicBezTo>
                  <a:cubicBezTo>
                    <a:pt x="20101" y="4449"/>
                    <a:pt x="28483" y="766"/>
                    <a:pt x="36992" y="131"/>
                  </a:cubicBezTo>
                  <a:cubicBezTo>
                    <a:pt x="46898" y="-758"/>
                    <a:pt x="56169" y="2925"/>
                    <a:pt x="62519" y="9783"/>
                  </a:cubicBezTo>
                  <a:cubicBezTo>
                    <a:pt x="71409" y="19562"/>
                    <a:pt x="72806" y="34294"/>
                    <a:pt x="65821" y="47375"/>
                  </a:cubicBezTo>
                  <a:lnTo>
                    <a:pt x="51851" y="58297"/>
                  </a:lnTo>
                  <a:cubicBezTo>
                    <a:pt x="36484" y="50169"/>
                    <a:pt x="33309" y="41025"/>
                    <a:pt x="36611" y="33405"/>
                  </a:cubicBezTo>
                  <a:lnTo>
                    <a:pt x="35595" y="34167"/>
                  </a:lnTo>
                  <a:lnTo>
                    <a:pt x="32420" y="38866"/>
                  </a:lnTo>
                  <a:cubicBezTo>
                    <a:pt x="38516" y="45851"/>
                    <a:pt x="37627" y="55376"/>
                    <a:pt x="31023" y="61472"/>
                  </a:cubicBezTo>
                  <a:lnTo>
                    <a:pt x="24419" y="6540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4"/>
            <p:cNvSpPr/>
            <p:nvPr/>
          </p:nvSpPr>
          <p:spPr>
            <a:xfrm>
              <a:off x="580547" y="726757"/>
              <a:ext cx="87425" cy="82106"/>
            </a:xfrm>
            <a:custGeom>
              <a:rect b="b" l="l" r="r" t="t"/>
              <a:pathLst>
                <a:path extrusionOk="0" h="82106" w="87425">
                  <a:moveTo>
                    <a:pt x="30069" y="54801"/>
                  </a:moveTo>
                  <a:lnTo>
                    <a:pt x="30069" y="54801"/>
                  </a:lnTo>
                  <a:lnTo>
                    <a:pt x="30069" y="54801"/>
                  </a:lnTo>
                  <a:moveTo>
                    <a:pt x="18131" y="81852"/>
                  </a:moveTo>
                  <a:lnTo>
                    <a:pt x="9368" y="80074"/>
                  </a:lnTo>
                  <a:cubicBezTo>
                    <a:pt x="-7015" y="62040"/>
                    <a:pt x="-1046" y="37148"/>
                    <a:pt x="20544" y="17590"/>
                  </a:cubicBezTo>
                  <a:lnTo>
                    <a:pt x="48611" y="1461"/>
                  </a:lnTo>
                  <a:cubicBezTo>
                    <a:pt x="61438" y="-1968"/>
                    <a:pt x="73122" y="699"/>
                    <a:pt x="80488" y="8827"/>
                  </a:cubicBezTo>
                  <a:cubicBezTo>
                    <a:pt x="90521" y="19876"/>
                    <a:pt x="89632" y="37275"/>
                    <a:pt x="78075" y="54293"/>
                  </a:cubicBezTo>
                  <a:lnTo>
                    <a:pt x="62962" y="63564"/>
                  </a:lnTo>
                  <a:cubicBezTo>
                    <a:pt x="48230" y="53531"/>
                    <a:pt x="46325" y="43498"/>
                    <a:pt x="51278" y="36005"/>
                  </a:cubicBezTo>
                  <a:lnTo>
                    <a:pt x="51913" y="35116"/>
                  </a:lnTo>
                  <a:lnTo>
                    <a:pt x="45944" y="38291"/>
                  </a:lnTo>
                  <a:cubicBezTo>
                    <a:pt x="35149" y="48197"/>
                    <a:pt x="32355" y="54420"/>
                    <a:pt x="31720" y="57087"/>
                  </a:cubicBezTo>
                  <a:lnTo>
                    <a:pt x="34895" y="72454"/>
                  </a:lnTo>
                  <a:cubicBezTo>
                    <a:pt x="25878" y="80709"/>
                    <a:pt x="21941" y="82106"/>
                    <a:pt x="18131" y="821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4"/>
            <p:cNvSpPr/>
            <p:nvPr/>
          </p:nvSpPr>
          <p:spPr>
            <a:xfrm>
              <a:off x="584327" y="177351"/>
              <a:ext cx="66294" cy="45407"/>
            </a:xfrm>
            <a:custGeom>
              <a:rect b="b" l="l" r="r" t="t"/>
              <a:pathLst>
                <a:path extrusionOk="0" h="45407" w="66294">
                  <a:moveTo>
                    <a:pt x="49657" y="45280"/>
                  </a:moveTo>
                  <a:lnTo>
                    <a:pt x="39751" y="42994"/>
                  </a:lnTo>
                  <a:cubicBezTo>
                    <a:pt x="32258" y="32834"/>
                    <a:pt x="26543" y="31564"/>
                    <a:pt x="25019" y="32580"/>
                  </a:cubicBezTo>
                  <a:lnTo>
                    <a:pt x="7620" y="36390"/>
                  </a:lnTo>
                  <a:cubicBezTo>
                    <a:pt x="-3048" y="22039"/>
                    <a:pt x="-1397" y="11879"/>
                    <a:pt x="5715" y="6545"/>
                  </a:cubicBezTo>
                  <a:cubicBezTo>
                    <a:pt x="22606" y="-5901"/>
                    <a:pt x="48133" y="-59"/>
                    <a:pt x="62484" y="19499"/>
                  </a:cubicBezTo>
                  <a:lnTo>
                    <a:pt x="66294" y="36898"/>
                  </a:lnTo>
                  <a:cubicBezTo>
                    <a:pt x="56261" y="44264"/>
                    <a:pt x="52832" y="45407"/>
                    <a:pt x="49530" y="4540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4"/>
            <p:cNvSpPr/>
            <p:nvPr/>
          </p:nvSpPr>
          <p:spPr>
            <a:xfrm>
              <a:off x="175133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4"/>
            <p:cNvSpPr/>
            <p:nvPr/>
          </p:nvSpPr>
          <p:spPr>
            <a:xfrm>
              <a:off x="175133" y="316230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4"/>
            <p:cNvSpPr/>
            <p:nvPr/>
          </p:nvSpPr>
          <p:spPr>
            <a:xfrm>
              <a:off x="538226" y="372110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4"/>
            <p:cNvSpPr/>
            <p:nvPr/>
          </p:nvSpPr>
          <p:spPr>
            <a:xfrm>
              <a:off x="538226" y="204597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4"/>
            <p:cNvSpPr/>
            <p:nvPr/>
          </p:nvSpPr>
          <p:spPr>
            <a:xfrm>
              <a:off x="566166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4"/>
            <p:cNvSpPr/>
            <p:nvPr/>
          </p:nvSpPr>
          <p:spPr>
            <a:xfrm>
              <a:off x="370586" y="790956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4"/>
            <p:cNvSpPr/>
            <p:nvPr/>
          </p:nvSpPr>
          <p:spPr>
            <a:xfrm>
              <a:off x="398526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4"/>
            <p:cNvSpPr/>
            <p:nvPr/>
          </p:nvSpPr>
          <p:spPr>
            <a:xfrm>
              <a:off x="258953" y="59550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4"/>
            <p:cNvSpPr/>
            <p:nvPr/>
          </p:nvSpPr>
          <p:spPr>
            <a:xfrm>
              <a:off x="337820" y="254635"/>
              <a:ext cx="72771" cy="71882"/>
            </a:xfrm>
            <a:custGeom>
              <a:rect b="b" l="l" r="r" t="t"/>
              <a:pathLst>
                <a:path extrusionOk="0" h="71882" w="72771">
                  <a:moveTo>
                    <a:pt x="17653" y="71882"/>
                  </a:moveTo>
                  <a:lnTo>
                    <a:pt x="15621" y="71755"/>
                  </a:lnTo>
                  <a:lnTo>
                    <a:pt x="0" y="61341"/>
                  </a:lnTo>
                  <a:cubicBezTo>
                    <a:pt x="5969" y="30734"/>
                    <a:pt x="25781" y="0"/>
                    <a:pt x="56515" y="0"/>
                  </a:cubicBezTo>
                  <a:lnTo>
                    <a:pt x="72771" y="7239"/>
                  </a:lnTo>
                  <a:cubicBezTo>
                    <a:pt x="72771" y="25146"/>
                    <a:pt x="65532" y="32385"/>
                    <a:pt x="56515" y="32385"/>
                  </a:cubicBezTo>
                  <a:cubicBezTo>
                    <a:pt x="45720" y="32385"/>
                    <a:pt x="35560" y="48260"/>
                    <a:pt x="33528" y="58674"/>
                  </a:cubicBezTo>
                  <a:lnTo>
                    <a:pt x="25273" y="7175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4"/>
            <p:cNvSpPr/>
            <p:nvPr/>
          </p:nvSpPr>
          <p:spPr>
            <a:xfrm>
              <a:off x="406940" y="77309"/>
              <a:ext cx="195675" cy="104428"/>
            </a:xfrm>
            <a:custGeom>
              <a:rect b="b" l="l" r="r" t="t"/>
              <a:pathLst>
                <a:path extrusionOk="0" h="104428" w="195675">
                  <a:moveTo>
                    <a:pt x="15208" y="104428"/>
                  </a:moveTo>
                  <a:lnTo>
                    <a:pt x="2127" y="100110"/>
                  </a:lnTo>
                  <a:cubicBezTo>
                    <a:pt x="-2953" y="84870"/>
                    <a:pt x="1619" y="75726"/>
                    <a:pt x="10001" y="72805"/>
                  </a:cubicBezTo>
                  <a:lnTo>
                    <a:pt x="49117" y="57565"/>
                  </a:lnTo>
                  <a:lnTo>
                    <a:pt x="174339" y="1431"/>
                  </a:lnTo>
                  <a:cubicBezTo>
                    <a:pt x="182467" y="-2252"/>
                    <a:pt x="192119" y="1431"/>
                    <a:pt x="195675" y="9559"/>
                  </a:cubicBezTo>
                  <a:lnTo>
                    <a:pt x="195675" y="27339"/>
                  </a:lnTo>
                  <a:lnTo>
                    <a:pt x="62452" y="87029"/>
                  </a:lnTo>
                  <a:cubicBezTo>
                    <a:pt x="48736" y="93125"/>
                    <a:pt x="34512" y="98713"/>
                    <a:pt x="20288" y="103539"/>
                  </a:cubicBezTo>
                  <a:lnTo>
                    <a:pt x="16859" y="10442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4"/>
            <p:cNvSpPr/>
            <p:nvPr/>
          </p:nvSpPr>
          <p:spPr>
            <a:xfrm>
              <a:off x="331397" y="164918"/>
              <a:ext cx="51127" cy="35107"/>
            </a:xfrm>
            <a:custGeom>
              <a:rect b="b" l="l" r="r" t="t"/>
              <a:pathLst>
                <a:path extrusionOk="0" h="35107" w="51127">
                  <a:moveTo>
                    <a:pt x="15313" y="34980"/>
                  </a:moveTo>
                  <a:lnTo>
                    <a:pt x="581" y="29265"/>
                  </a:lnTo>
                  <a:cubicBezTo>
                    <a:pt x="-1959" y="12374"/>
                    <a:pt x="4137" y="4119"/>
                    <a:pt x="12900" y="2849"/>
                  </a:cubicBezTo>
                  <a:lnTo>
                    <a:pt x="25727" y="817"/>
                  </a:lnTo>
                  <a:cubicBezTo>
                    <a:pt x="40840" y="-2231"/>
                    <a:pt x="49476" y="3611"/>
                    <a:pt x="51127" y="12374"/>
                  </a:cubicBezTo>
                  <a:lnTo>
                    <a:pt x="47063" y="29646"/>
                  </a:lnTo>
                  <a:cubicBezTo>
                    <a:pt x="31442" y="32694"/>
                    <a:pt x="24584" y="33837"/>
                    <a:pt x="17726" y="34853"/>
                  </a:cubicBezTo>
                  <a:lnTo>
                    <a:pt x="16075" y="35107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4"/>
            <p:cNvSpPr/>
            <p:nvPr/>
          </p:nvSpPr>
          <p:spPr>
            <a:xfrm>
              <a:off x="264287" y="174137"/>
              <a:ext cx="43688" cy="34016"/>
            </a:xfrm>
            <a:custGeom>
              <a:rect b="b" l="l" r="r" t="t"/>
              <a:pathLst>
                <a:path extrusionOk="0" h="34016" w="43688">
                  <a:moveTo>
                    <a:pt x="15494" y="34016"/>
                  </a:moveTo>
                  <a:lnTo>
                    <a:pt x="381" y="27920"/>
                  </a:lnTo>
                  <a:cubicBezTo>
                    <a:pt x="-1651" y="10775"/>
                    <a:pt x="4699" y="2774"/>
                    <a:pt x="13589" y="1631"/>
                  </a:cubicBezTo>
                  <a:lnTo>
                    <a:pt x="25654" y="107"/>
                  </a:lnTo>
                  <a:cubicBezTo>
                    <a:pt x="34544" y="-909"/>
                    <a:pt x="42545" y="5441"/>
                    <a:pt x="43688" y="14331"/>
                  </a:cubicBezTo>
                  <a:lnTo>
                    <a:pt x="38354" y="31222"/>
                  </a:lnTo>
                  <a:lnTo>
                    <a:pt x="17399" y="33762"/>
                  </a:lnTo>
                  <a:lnTo>
                    <a:pt x="16129" y="3388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4"/>
            <p:cNvSpPr/>
            <p:nvPr/>
          </p:nvSpPr>
          <p:spPr>
            <a:xfrm>
              <a:off x="63500" y="63500"/>
              <a:ext cx="746506" cy="842391"/>
            </a:xfrm>
            <a:custGeom>
              <a:rect b="b" l="l" r="r" t="t"/>
              <a:pathLst>
                <a:path extrusionOk="0" h="842391" w="746506">
                  <a:moveTo>
                    <a:pt x="421132" y="842264"/>
                  </a:moveTo>
                  <a:cubicBezTo>
                    <a:pt x="188976" y="842264"/>
                    <a:pt x="0" y="653415"/>
                    <a:pt x="0" y="421132"/>
                  </a:cubicBezTo>
                  <a:cubicBezTo>
                    <a:pt x="0" y="188849"/>
                    <a:pt x="188976" y="0"/>
                    <a:pt x="421132" y="0"/>
                  </a:cubicBezTo>
                  <a:cubicBezTo>
                    <a:pt x="544449" y="0"/>
                    <a:pt x="661162" y="53975"/>
                    <a:pt x="741553" y="148082"/>
                  </a:cubicBezTo>
                  <a:lnTo>
                    <a:pt x="746506" y="165100"/>
                  </a:lnTo>
                  <a:cubicBezTo>
                    <a:pt x="732917" y="176657"/>
                    <a:pt x="722630" y="175895"/>
                    <a:pt x="716915" y="169164"/>
                  </a:cubicBezTo>
                  <a:cubicBezTo>
                    <a:pt x="642747" y="82169"/>
                    <a:pt x="534924" y="32385"/>
                    <a:pt x="421132" y="32385"/>
                  </a:cubicBezTo>
                  <a:cubicBezTo>
                    <a:pt x="206756" y="32385"/>
                    <a:pt x="32385" y="206756"/>
                    <a:pt x="32385" y="421132"/>
                  </a:cubicBezTo>
                  <a:cubicBezTo>
                    <a:pt x="32385" y="635508"/>
                    <a:pt x="206756" y="809879"/>
                    <a:pt x="421132" y="809879"/>
                  </a:cubicBezTo>
                  <a:cubicBezTo>
                    <a:pt x="531749" y="809879"/>
                    <a:pt x="637540" y="762381"/>
                    <a:pt x="711327" y="679577"/>
                  </a:cubicBezTo>
                  <a:lnTo>
                    <a:pt x="727583" y="672338"/>
                  </a:lnTo>
                  <a:cubicBezTo>
                    <a:pt x="740918" y="684276"/>
                    <a:pt x="741553" y="694436"/>
                    <a:pt x="735584" y="701167"/>
                  </a:cubicBezTo>
                  <a:cubicBezTo>
                    <a:pt x="655574" y="790956"/>
                    <a:pt x="541020" y="842391"/>
                    <a:pt x="421259" y="84239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4"/>
            <p:cNvSpPr/>
            <p:nvPr/>
          </p:nvSpPr>
          <p:spPr>
            <a:xfrm>
              <a:off x="792480" y="63500"/>
              <a:ext cx="259207" cy="971804"/>
            </a:xfrm>
            <a:custGeom>
              <a:rect b="b" l="l" r="r" t="t"/>
              <a:pathLst>
                <a:path extrusionOk="0" h="971804" w="259207">
                  <a:moveTo>
                    <a:pt x="129540" y="32385"/>
                  </a:moveTo>
                  <a:cubicBezTo>
                    <a:pt x="102743" y="32385"/>
                    <a:pt x="80899" y="54229"/>
                    <a:pt x="80899" y="81026"/>
                  </a:cubicBezTo>
                  <a:lnTo>
                    <a:pt x="80899" y="749300"/>
                  </a:lnTo>
                  <a:cubicBezTo>
                    <a:pt x="80899" y="754507"/>
                    <a:pt x="78359" y="759460"/>
                    <a:pt x="74041" y="762508"/>
                  </a:cubicBezTo>
                  <a:cubicBezTo>
                    <a:pt x="47498" y="781177"/>
                    <a:pt x="32385" y="810260"/>
                    <a:pt x="32385" y="842264"/>
                  </a:cubicBezTo>
                  <a:cubicBezTo>
                    <a:pt x="32385" y="895858"/>
                    <a:pt x="75946" y="939419"/>
                    <a:pt x="129540" y="939419"/>
                  </a:cubicBezTo>
                  <a:cubicBezTo>
                    <a:pt x="183134" y="939419"/>
                    <a:pt x="226695" y="895858"/>
                    <a:pt x="226695" y="842264"/>
                  </a:cubicBezTo>
                  <a:cubicBezTo>
                    <a:pt x="226695" y="810260"/>
                    <a:pt x="211455" y="781177"/>
                    <a:pt x="185039" y="762508"/>
                  </a:cubicBezTo>
                  <a:lnTo>
                    <a:pt x="178181" y="754507"/>
                  </a:lnTo>
                  <a:lnTo>
                    <a:pt x="178181" y="81026"/>
                  </a:lnTo>
                  <a:cubicBezTo>
                    <a:pt x="178181" y="54229"/>
                    <a:pt x="156337" y="32385"/>
                    <a:pt x="129540" y="32385"/>
                  </a:cubicBezTo>
                  <a:moveTo>
                    <a:pt x="129540" y="971804"/>
                  </a:moveTo>
                  <a:cubicBezTo>
                    <a:pt x="58039" y="971804"/>
                    <a:pt x="0" y="913638"/>
                    <a:pt x="0" y="842264"/>
                  </a:cubicBezTo>
                  <a:cubicBezTo>
                    <a:pt x="0" y="802386"/>
                    <a:pt x="17653" y="766064"/>
                    <a:pt x="48641" y="741172"/>
                  </a:cubicBezTo>
                  <a:lnTo>
                    <a:pt x="48641" y="81026"/>
                  </a:lnTo>
                  <a:cubicBezTo>
                    <a:pt x="48514" y="36322"/>
                    <a:pt x="84836" y="0"/>
                    <a:pt x="129540" y="0"/>
                  </a:cubicBezTo>
                  <a:cubicBezTo>
                    <a:pt x="174244" y="0"/>
                    <a:pt x="210566" y="36322"/>
                    <a:pt x="210566" y="81026"/>
                  </a:cubicBezTo>
                  <a:lnTo>
                    <a:pt x="210566" y="741172"/>
                  </a:lnTo>
                  <a:cubicBezTo>
                    <a:pt x="241554" y="766064"/>
                    <a:pt x="259207" y="802386"/>
                    <a:pt x="259207" y="842264"/>
                  </a:cubicBezTo>
                  <a:cubicBezTo>
                    <a:pt x="259207" y="913765"/>
                    <a:pt x="201041" y="971804"/>
                    <a:pt x="129667" y="97180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4"/>
            <p:cNvSpPr/>
            <p:nvPr/>
          </p:nvSpPr>
          <p:spPr>
            <a:xfrm>
              <a:off x="938276" y="355092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4"/>
            <p:cNvSpPr/>
            <p:nvPr/>
          </p:nvSpPr>
          <p:spPr>
            <a:xfrm>
              <a:off x="938276" y="257937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4"/>
            <p:cNvSpPr/>
            <p:nvPr/>
          </p:nvSpPr>
          <p:spPr>
            <a:xfrm>
              <a:off x="938276" y="549402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4"/>
            <p:cNvSpPr/>
            <p:nvPr/>
          </p:nvSpPr>
          <p:spPr>
            <a:xfrm>
              <a:off x="938276" y="452247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4"/>
            <p:cNvSpPr/>
            <p:nvPr/>
          </p:nvSpPr>
          <p:spPr>
            <a:xfrm>
              <a:off x="938276" y="743839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4"/>
            <p:cNvSpPr/>
            <p:nvPr/>
          </p:nvSpPr>
          <p:spPr>
            <a:xfrm>
              <a:off x="938276" y="646684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5" name="Google Shape;245;p14"/>
          <p:cNvSpPr/>
          <p:nvPr/>
        </p:nvSpPr>
        <p:spPr>
          <a:xfrm>
            <a:off x="233877" y="502191"/>
            <a:ext cx="608930" cy="611105"/>
          </a:xfrm>
          <a:custGeom>
            <a:rect b="b" l="l" r="r" t="t"/>
            <a:pathLst>
              <a:path extrusionOk="0" h="939283" w="935944">
                <a:moveTo>
                  <a:pt x="594308" y="304156"/>
                </a:moveTo>
                <a:cubicBezTo>
                  <a:pt x="562304" y="328794"/>
                  <a:pt x="536650" y="358512"/>
                  <a:pt x="515060" y="395850"/>
                </a:cubicBezTo>
                <a:lnTo>
                  <a:pt x="522934" y="395596"/>
                </a:lnTo>
                <a:cubicBezTo>
                  <a:pt x="536523" y="387976"/>
                  <a:pt x="547953" y="381118"/>
                  <a:pt x="559256" y="374387"/>
                </a:cubicBezTo>
                <a:lnTo>
                  <a:pt x="562177" y="372355"/>
                </a:lnTo>
                <a:cubicBezTo>
                  <a:pt x="576147" y="350003"/>
                  <a:pt x="587069" y="328032"/>
                  <a:pt x="594308" y="304156"/>
                </a:cubicBezTo>
                <a:moveTo>
                  <a:pt x="385774" y="620259"/>
                </a:moveTo>
                <a:cubicBezTo>
                  <a:pt x="338784" y="635118"/>
                  <a:pt x="293826" y="676901"/>
                  <a:pt x="284682" y="713477"/>
                </a:cubicBezTo>
                <a:cubicBezTo>
                  <a:pt x="324560" y="689474"/>
                  <a:pt x="357834" y="659121"/>
                  <a:pt x="385774" y="620259"/>
                </a:cubicBezTo>
                <a:moveTo>
                  <a:pt x="626312" y="347209"/>
                </a:moveTo>
                <a:cubicBezTo>
                  <a:pt x="636218" y="344034"/>
                  <a:pt x="646632" y="342891"/>
                  <a:pt x="655522" y="335017"/>
                </a:cubicBezTo>
                <a:cubicBezTo>
                  <a:pt x="675715" y="317110"/>
                  <a:pt x="694257" y="297806"/>
                  <a:pt x="709243" y="275454"/>
                </a:cubicBezTo>
                <a:lnTo>
                  <a:pt x="730452" y="240910"/>
                </a:lnTo>
                <a:cubicBezTo>
                  <a:pt x="729690" y="239894"/>
                  <a:pt x="728928" y="238878"/>
                  <a:pt x="728166" y="237862"/>
                </a:cubicBezTo>
                <a:lnTo>
                  <a:pt x="664031" y="260341"/>
                </a:lnTo>
                <a:cubicBezTo>
                  <a:pt x="654379" y="263643"/>
                  <a:pt x="649934" y="269485"/>
                  <a:pt x="647394" y="279518"/>
                </a:cubicBezTo>
                <a:lnTo>
                  <a:pt x="626312" y="347209"/>
                </a:lnTo>
                <a:moveTo>
                  <a:pt x="325322" y="574666"/>
                </a:moveTo>
                <a:lnTo>
                  <a:pt x="243661" y="575428"/>
                </a:lnTo>
                <a:cubicBezTo>
                  <a:pt x="176605" y="571745"/>
                  <a:pt x="155142" y="570094"/>
                  <a:pt x="98627" y="534026"/>
                </a:cubicBezTo>
                <a:cubicBezTo>
                  <a:pt x="87451" y="526914"/>
                  <a:pt x="84530" y="514341"/>
                  <a:pt x="91007" y="503927"/>
                </a:cubicBezTo>
                <a:cubicBezTo>
                  <a:pt x="97611" y="493386"/>
                  <a:pt x="110311" y="490465"/>
                  <a:pt x="121995" y="497831"/>
                </a:cubicBezTo>
                <a:cubicBezTo>
                  <a:pt x="161238" y="522469"/>
                  <a:pt x="163397" y="519929"/>
                  <a:pt x="209117" y="528057"/>
                </a:cubicBezTo>
                <a:cubicBezTo>
                  <a:pt x="251916" y="535677"/>
                  <a:pt x="294715" y="535042"/>
                  <a:pt x="337387" y="526787"/>
                </a:cubicBezTo>
                <a:lnTo>
                  <a:pt x="340562" y="525771"/>
                </a:lnTo>
                <a:lnTo>
                  <a:pt x="340308" y="518786"/>
                </a:lnTo>
                <a:cubicBezTo>
                  <a:pt x="285444" y="459985"/>
                  <a:pt x="221055" y="423790"/>
                  <a:pt x="144855" y="409820"/>
                </a:cubicBezTo>
                <a:cubicBezTo>
                  <a:pt x="122249" y="405756"/>
                  <a:pt x="45668" y="401819"/>
                  <a:pt x="22681" y="400168"/>
                </a:cubicBezTo>
                <a:lnTo>
                  <a:pt x="5790" y="396485"/>
                </a:lnTo>
                <a:cubicBezTo>
                  <a:pt x="-1957" y="379975"/>
                  <a:pt x="-1195" y="372482"/>
                  <a:pt x="3758" y="365624"/>
                </a:cubicBezTo>
                <a:lnTo>
                  <a:pt x="15569" y="356988"/>
                </a:lnTo>
                <a:cubicBezTo>
                  <a:pt x="86943" y="356353"/>
                  <a:pt x="200354" y="373879"/>
                  <a:pt x="257123" y="402200"/>
                </a:cubicBezTo>
                <a:cubicBezTo>
                  <a:pt x="286968" y="417059"/>
                  <a:pt x="314400" y="435474"/>
                  <a:pt x="339546" y="457445"/>
                </a:cubicBezTo>
                <a:lnTo>
                  <a:pt x="343483" y="460493"/>
                </a:lnTo>
                <a:lnTo>
                  <a:pt x="353135" y="448936"/>
                </a:lnTo>
                <a:cubicBezTo>
                  <a:pt x="331037" y="426203"/>
                  <a:pt x="318083" y="415408"/>
                  <a:pt x="302335" y="407153"/>
                </a:cubicBezTo>
                <a:lnTo>
                  <a:pt x="253440" y="376165"/>
                </a:lnTo>
                <a:cubicBezTo>
                  <a:pt x="234263" y="366513"/>
                  <a:pt x="214070" y="357750"/>
                  <a:pt x="193369" y="353051"/>
                </a:cubicBezTo>
                <a:lnTo>
                  <a:pt x="115518" y="343399"/>
                </a:lnTo>
                <a:cubicBezTo>
                  <a:pt x="101421" y="342002"/>
                  <a:pt x="92150" y="335525"/>
                  <a:pt x="91134" y="323714"/>
                </a:cubicBezTo>
                <a:cubicBezTo>
                  <a:pt x="89864" y="310633"/>
                  <a:pt x="99008" y="299584"/>
                  <a:pt x="112724" y="300219"/>
                </a:cubicBezTo>
                <a:lnTo>
                  <a:pt x="176478" y="304791"/>
                </a:lnTo>
                <a:cubicBezTo>
                  <a:pt x="179018" y="304918"/>
                  <a:pt x="181558" y="305426"/>
                  <a:pt x="185495" y="305807"/>
                </a:cubicBezTo>
                <a:lnTo>
                  <a:pt x="183082" y="301235"/>
                </a:lnTo>
                <a:cubicBezTo>
                  <a:pt x="171144" y="279264"/>
                  <a:pt x="136219" y="207890"/>
                  <a:pt x="125932" y="187316"/>
                </a:cubicBezTo>
                <a:cubicBezTo>
                  <a:pt x="118566" y="172457"/>
                  <a:pt x="123011" y="159630"/>
                  <a:pt x="135584" y="154550"/>
                </a:cubicBezTo>
                <a:cubicBezTo>
                  <a:pt x="147903" y="149597"/>
                  <a:pt x="159079" y="155312"/>
                  <a:pt x="165429" y="170171"/>
                </a:cubicBezTo>
                <a:cubicBezTo>
                  <a:pt x="178383" y="200397"/>
                  <a:pt x="218769" y="279391"/>
                  <a:pt x="240613" y="304029"/>
                </a:cubicBezTo>
                <a:cubicBezTo>
                  <a:pt x="254837" y="320031"/>
                  <a:pt x="269950" y="334509"/>
                  <a:pt x="289762" y="344161"/>
                </a:cubicBezTo>
                <a:lnTo>
                  <a:pt x="331164" y="370704"/>
                </a:lnTo>
                <a:cubicBezTo>
                  <a:pt x="350468" y="385436"/>
                  <a:pt x="373074" y="390897"/>
                  <a:pt x="395680" y="396358"/>
                </a:cubicBezTo>
                <a:lnTo>
                  <a:pt x="406983" y="391786"/>
                </a:lnTo>
                <a:cubicBezTo>
                  <a:pt x="420445" y="388230"/>
                  <a:pt x="421715" y="383277"/>
                  <a:pt x="422985" y="376546"/>
                </a:cubicBezTo>
                <a:cubicBezTo>
                  <a:pt x="425271" y="364608"/>
                  <a:pt x="423620" y="353813"/>
                  <a:pt x="420064" y="342129"/>
                </a:cubicBezTo>
                <a:lnTo>
                  <a:pt x="401522" y="266818"/>
                </a:lnTo>
                <a:cubicBezTo>
                  <a:pt x="400633" y="263008"/>
                  <a:pt x="399490" y="258944"/>
                  <a:pt x="397458" y="255642"/>
                </a:cubicBezTo>
                <a:cubicBezTo>
                  <a:pt x="373709" y="217034"/>
                  <a:pt x="343229" y="184649"/>
                  <a:pt x="306526" y="158233"/>
                </a:cubicBezTo>
                <a:lnTo>
                  <a:pt x="297509" y="150740"/>
                </a:lnTo>
                <a:cubicBezTo>
                  <a:pt x="290143" y="137659"/>
                  <a:pt x="293064" y="127118"/>
                  <a:pt x="300430" y="120895"/>
                </a:cubicBezTo>
                <a:cubicBezTo>
                  <a:pt x="307796" y="114672"/>
                  <a:pt x="318591" y="113402"/>
                  <a:pt x="326846" y="120006"/>
                </a:cubicBezTo>
                <a:lnTo>
                  <a:pt x="387298" y="171568"/>
                </a:lnTo>
                <a:cubicBezTo>
                  <a:pt x="391997" y="175632"/>
                  <a:pt x="395934" y="180712"/>
                  <a:pt x="400887" y="186173"/>
                </a:cubicBezTo>
                <a:lnTo>
                  <a:pt x="408380" y="148200"/>
                </a:lnTo>
                <a:cubicBezTo>
                  <a:pt x="412317" y="133214"/>
                  <a:pt x="446099" y="30217"/>
                  <a:pt x="451306" y="15612"/>
                </a:cubicBezTo>
                <a:cubicBezTo>
                  <a:pt x="455751" y="2658"/>
                  <a:pt x="467562" y="-2803"/>
                  <a:pt x="479373" y="1388"/>
                </a:cubicBezTo>
                <a:cubicBezTo>
                  <a:pt x="490930" y="5579"/>
                  <a:pt x="496264" y="17644"/>
                  <a:pt x="491438" y="30725"/>
                </a:cubicBezTo>
                <a:cubicBezTo>
                  <a:pt x="478484" y="66285"/>
                  <a:pt x="442543" y="190872"/>
                  <a:pt x="442416" y="228845"/>
                </a:cubicBezTo>
                <a:cubicBezTo>
                  <a:pt x="442289" y="243069"/>
                  <a:pt x="445337" y="255515"/>
                  <a:pt x="454354" y="267580"/>
                </a:cubicBezTo>
                <a:lnTo>
                  <a:pt x="457148" y="262119"/>
                </a:lnTo>
                <a:cubicBezTo>
                  <a:pt x="486104" y="203064"/>
                  <a:pt x="491565" y="184903"/>
                  <a:pt x="541730" y="147057"/>
                </a:cubicBezTo>
                <a:lnTo>
                  <a:pt x="557224" y="139437"/>
                </a:lnTo>
                <a:cubicBezTo>
                  <a:pt x="573480" y="147057"/>
                  <a:pt x="577544" y="153153"/>
                  <a:pt x="578179" y="161154"/>
                </a:cubicBezTo>
                <a:lnTo>
                  <a:pt x="574242" y="176902"/>
                </a:lnTo>
                <a:cubicBezTo>
                  <a:pt x="534364" y="206747"/>
                  <a:pt x="540587" y="207255"/>
                  <a:pt x="518362" y="241418"/>
                </a:cubicBezTo>
                <a:cubicBezTo>
                  <a:pt x="502741" y="265421"/>
                  <a:pt x="490422" y="291075"/>
                  <a:pt x="480770" y="318126"/>
                </a:cubicBezTo>
                <a:lnTo>
                  <a:pt x="477214" y="334128"/>
                </a:lnTo>
                <a:cubicBezTo>
                  <a:pt x="481786" y="348352"/>
                  <a:pt x="482802" y="354448"/>
                  <a:pt x="484326" y="361052"/>
                </a:cubicBezTo>
                <a:lnTo>
                  <a:pt x="514679" y="321047"/>
                </a:lnTo>
                <a:cubicBezTo>
                  <a:pt x="540333" y="289805"/>
                  <a:pt x="570686" y="263643"/>
                  <a:pt x="605357" y="242815"/>
                </a:cubicBezTo>
                <a:lnTo>
                  <a:pt x="613104" y="236719"/>
                </a:lnTo>
                <a:cubicBezTo>
                  <a:pt x="613485" y="207128"/>
                  <a:pt x="614247" y="139564"/>
                  <a:pt x="614882" y="116069"/>
                </a:cubicBezTo>
                <a:lnTo>
                  <a:pt x="614501" y="111497"/>
                </a:lnTo>
                <a:cubicBezTo>
                  <a:pt x="614120" y="95622"/>
                  <a:pt x="622756" y="85716"/>
                  <a:pt x="635075" y="85208"/>
                </a:cubicBezTo>
                <a:cubicBezTo>
                  <a:pt x="647013" y="84700"/>
                  <a:pt x="656919" y="93590"/>
                  <a:pt x="657554" y="106671"/>
                </a:cubicBezTo>
                <a:cubicBezTo>
                  <a:pt x="658316" y="126483"/>
                  <a:pt x="658316" y="190237"/>
                  <a:pt x="658570" y="210176"/>
                </a:cubicBezTo>
                <a:lnTo>
                  <a:pt x="658570" y="212970"/>
                </a:lnTo>
                <a:lnTo>
                  <a:pt x="666952" y="212462"/>
                </a:lnTo>
                <a:cubicBezTo>
                  <a:pt x="687780" y="206366"/>
                  <a:pt x="704544" y="201159"/>
                  <a:pt x="721689" y="196968"/>
                </a:cubicBezTo>
                <a:cubicBezTo>
                  <a:pt x="743406" y="191761"/>
                  <a:pt x="755725" y="204842"/>
                  <a:pt x="750391" y="227194"/>
                </a:cubicBezTo>
                <a:lnTo>
                  <a:pt x="754201" y="228210"/>
                </a:lnTo>
                <a:cubicBezTo>
                  <a:pt x="770330" y="233544"/>
                  <a:pt x="776553" y="247133"/>
                  <a:pt x="768679" y="260595"/>
                </a:cubicBezTo>
                <a:lnTo>
                  <a:pt x="730452" y="320158"/>
                </a:lnTo>
                <a:cubicBezTo>
                  <a:pt x="728166" y="323714"/>
                  <a:pt x="725118" y="326889"/>
                  <a:pt x="721308" y="331461"/>
                </a:cubicBezTo>
                <a:lnTo>
                  <a:pt x="727912" y="331842"/>
                </a:lnTo>
                <a:cubicBezTo>
                  <a:pt x="760043" y="331969"/>
                  <a:pt x="757757" y="329810"/>
                  <a:pt x="786586" y="336668"/>
                </a:cubicBezTo>
                <a:cubicBezTo>
                  <a:pt x="800683" y="339970"/>
                  <a:pt x="808049" y="350511"/>
                  <a:pt x="805255" y="362957"/>
                </a:cubicBezTo>
                <a:cubicBezTo>
                  <a:pt x="802461" y="375403"/>
                  <a:pt x="791412" y="382007"/>
                  <a:pt x="777188" y="378832"/>
                </a:cubicBezTo>
                <a:cubicBezTo>
                  <a:pt x="731595" y="368672"/>
                  <a:pt x="717244" y="372101"/>
                  <a:pt x="671270" y="381245"/>
                </a:cubicBezTo>
                <a:lnTo>
                  <a:pt x="663142" y="384039"/>
                </a:lnTo>
                <a:cubicBezTo>
                  <a:pt x="635329" y="403089"/>
                  <a:pt x="609421" y="416678"/>
                  <a:pt x="581735" y="427092"/>
                </a:cubicBezTo>
                <a:lnTo>
                  <a:pt x="572591" y="432807"/>
                </a:lnTo>
                <a:lnTo>
                  <a:pt x="567257" y="442840"/>
                </a:lnTo>
                <a:cubicBezTo>
                  <a:pt x="570051" y="451857"/>
                  <a:pt x="574242" y="457572"/>
                  <a:pt x="575131" y="463922"/>
                </a:cubicBezTo>
                <a:cubicBezTo>
                  <a:pt x="576782" y="474463"/>
                  <a:pt x="583513" y="479416"/>
                  <a:pt x="591895" y="483988"/>
                </a:cubicBezTo>
                <a:cubicBezTo>
                  <a:pt x="670254" y="527549"/>
                  <a:pt x="815161" y="520691"/>
                  <a:pt x="900378" y="493132"/>
                </a:cubicBezTo>
                <a:lnTo>
                  <a:pt x="904696" y="491608"/>
                </a:lnTo>
                <a:cubicBezTo>
                  <a:pt x="919428" y="487290"/>
                  <a:pt x="930985" y="492878"/>
                  <a:pt x="934795" y="504435"/>
                </a:cubicBezTo>
                <a:cubicBezTo>
                  <a:pt x="938478" y="515611"/>
                  <a:pt x="933144" y="527549"/>
                  <a:pt x="921079" y="531359"/>
                </a:cubicBezTo>
                <a:lnTo>
                  <a:pt x="865326" y="546599"/>
                </a:lnTo>
                <a:cubicBezTo>
                  <a:pt x="855293" y="549012"/>
                  <a:pt x="782014" y="564633"/>
                  <a:pt x="770203" y="566411"/>
                </a:cubicBezTo>
                <a:lnTo>
                  <a:pt x="775410" y="570602"/>
                </a:lnTo>
                <a:cubicBezTo>
                  <a:pt x="794206" y="587747"/>
                  <a:pt x="811351" y="602733"/>
                  <a:pt x="827607" y="618735"/>
                </a:cubicBezTo>
                <a:cubicBezTo>
                  <a:pt x="839037" y="630038"/>
                  <a:pt x="838910" y="643246"/>
                  <a:pt x="829131" y="652263"/>
                </a:cubicBezTo>
                <a:cubicBezTo>
                  <a:pt x="819352" y="661280"/>
                  <a:pt x="806525" y="659756"/>
                  <a:pt x="795730" y="647818"/>
                </a:cubicBezTo>
                <a:cubicBezTo>
                  <a:pt x="747470" y="594859"/>
                  <a:pt x="688161" y="561712"/>
                  <a:pt x="617676" y="548631"/>
                </a:cubicBezTo>
                <a:lnTo>
                  <a:pt x="580846" y="544186"/>
                </a:lnTo>
                <a:cubicBezTo>
                  <a:pt x="573988" y="543297"/>
                  <a:pt x="570559" y="545710"/>
                  <a:pt x="569924" y="552949"/>
                </a:cubicBezTo>
                <a:lnTo>
                  <a:pt x="616787" y="563109"/>
                </a:lnTo>
                <a:cubicBezTo>
                  <a:pt x="694003" y="583175"/>
                  <a:pt x="813383" y="677663"/>
                  <a:pt x="866596" y="736972"/>
                </a:cubicBezTo>
                <a:cubicBezTo>
                  <a:pt x="876121" y="747513"/>
                  <a:pt x="875994" y="760848"/>
                  <a:pt x="866596" y="769357"/>
                </a:cubicBezTo>
                <a:cubicBezTo>
                  <a:pt x="857071" y="777993"/>
                  <a:pt x="844371" y="776977"/>
                  <a:pt x="834465" y="765928"/>
                </a:cubicBezTo>
                <a:cubicBezTo>
                  <a:pt x="795984" y="723002"/>
                  <a:pt x="695781" y="637023"/>
                  <a:pt x="641933" y="616449"/>
                </a:cubicBezTo>
                <a:cubicBezTo>
                  <a:pt x="611580" y="604892"/>
                  <a:pt x="580084" y="598034"/>
                  <a:pt x="547826" y="594732"/>
                </a:cubicBezTo>
                <a:lnTo>
                  <a:pt x="533856" y="594732"/>
                </a:lnTo>
                <a:cubicBezTo>
                  <a:pt x="523442" y="603622"/>
                  <a:pt x="518108" y="606035"/>
                  <a:pt x="512901" y="609210"/>
                </a:cubicBezTo>
                <a:cubicBezTo>
                  <a:pt x="533348" y="642865"/>
                  <a:pt x="558494" y="671948"/>
                  <a:pt x="588593" y="696713"/>
                </a:cubicBezTo>
                <a:cubicBezTo>
                  <a:pt x="626820" y="728082"/>
                  <a:pt x="654633" y="741163"/>
                  <a:pt x="702131" y="754752"/>
                </a:cubicBezTo>
                <a:cubicBezTo>
                  <a:pt x="716736" y="758943"/>
                  <a:pt x="723594" y="770246"/>
                  <a:pt x="719657" y="782565"/>
                </a:cubicBezTo>
                <a:cubicBezTo>
                  <a:pt x="715720" y="794884"/>
                  <a:pt x="704417" y="800218"/>
                  <a:pt x="690320" y="796281"/>
                </a:cubicBezTo>
                <a:cubicBezTo>
                  <a:pt x="654887" y="786375"/>
                  <a:pt x="636599" y="780914"/>
                  <a:pt x="605103" y="761610"/>
                </a:cubicBezTo>
                <a:cubicBezTo>
                  <a:pt x="562304" y="735321"/>
                  <a:pt x="525982" y="701920"/>
                  <a:pt x="496010" y="661661"/>
                </a:cubicBezTo>
                <a:lnTo>
                  <a:pt x="493851" y="658994"/>
                </a:lnTo>
                <a:lnTo>
                  <a:pt x="496518" y="672837"/>
                </a:lnTo>
                <a:cubicBezTo>
                  <a:pt x="528141" y="745227"/>
                  <a:pt x="623264" y="846065"/>
                  <a:pt x="684732" y="882006"/>
                </a:cubicBezTo>
                <a:lnTo>
                  <a:pt x="686764" y="883149"/>
                </a:lnTo>
                <a:cubicBezTo>
                  <a:pt x="700353" y="891277"/>
                  <a:pt x="704290" y="903215"/>
                  <a:pt x="697940" y="914391"/>
                </a:cubicBezTo>
                <a:cubicBezTo>
                  <a:pt x="691590" y="925567"/>
                  <a:pt x="678763" y="929123"/>
                  <a:pt x="666444" y="921249"/>
                </a:cubicBezTo>
                <a:lnTo>
                  <a:pt x="611707" y="883403"/>
                </a:lnTo>
                <a:cubicBezTo>
                  <a:pt x="577544" y="856098"/>
                  <a:pt x="500201" y="772405"/>
                  <a:pt x="478357" y="734559"/>
                </a:cubicBezTo>
                <a:lnTo>
                  <a:pt x="476325" y="731384"/>
                </a:lnTo>
                <a:cubicBezTo>
                  <a:pt x="474166" y="742306"/>
                  <a:pt x="474420" y="754498"/>
                  <a:pt x="474039" y="766817"/>
                </a:cubicBezTo>
                <a:cubicBezTo>
                  <a:pt x="472769" y="811394"/>
                  <a:pt x="463752" y="854320"/>
                  <a:pt x="447623" y="895849"/>
                </a:cubicBezTo>
                <a:cubicBezTo>
                  <a:pt x="442670" y="908549"/>
                  <a:pt x="430478" y="913883"/>
                  <a:pt x="418921" y="909311"/>
                </a:cubicBezTo>
                <a:cubicBezTo>
                  <a:pt x="407872" y="904866"/>
                  <a:pt x="403046" y="893055"/>
                  <a:pt x="407237" y="880482"/>
                </a:cubicBezTo>
                <a:lnTo>
                  <a:pt x="410031" y="872862"/>
                </a:lnTo>
                <a:cubicBezTo>
                  <a:pt x="412571" y="865242"/>
                  <a:pt x="413714" y="861432"/>
                  <a:pt x="415746" y="855209"/>
                </a:cubicBezTo>
                <a:cubicBezTo>
                  <a:pt x="404697" y="869179"/>
                  <a:pt x="359485" y="916804"/>
                  <a:pt x="349833" y="928742"/>
                </a:cubicBezTo>
                <a:lnTo>
                  <a:pt x="337514" y="939283"/>
                </a:lnTo>
                <a:cubicBezTo>
                  <a:pt x="311479" y="934965"/>
                  <a:pt x="305256" y="916423"/>
                  <a:pt x="315797" y="901818"/>
                </a:cubicBezTo>
                <a:cubicBezTo>
                  <a:pt x="329894" y="882514"/>
                  <a:pt x="380186" y="827777"/>
                  <a:pt x="392505" y="807457"/>
                </a:cubicBezTo>
                <a:cubicBezTo>
                  <a:pt x="410158" y="777993"/>
                  <a:pt x="421842" y="745735"/>
                  <a:pt x="425906" y="711699"/>
                </a:cubicBezTo>
                <a:cubicBezTo>
                  <a:pt x="427684" y="696586"/>
                  <a:pt x="422096" y="680584"/>
                  <a:pt x="419556" y="664963"/>
                </a:cubicBezTo>
                <a:lnTo>
                  <a:pt x="417397" y="657851"/>
                </a:lnTo>
                <a:lnTo>
                  <a:pt x="412190" y="657343"/>
                </a:lnTo>
                <a:cubicBezTo>
                  <a:pt x="371931" y="708397"/>
                  <a:pt x="323925" y="745989"/>
                  <a:pt x="266648" y="771389"/>
                </a:cubicBezTo>
                <a:lnTo>
                  <a:pt x="257758" y="776596"/>
                </a:lnTo>
                <a:cubicBezTo>
                  <a:pt x="254583" y="797424"/>
                  <a:pt x="251789" y="811902"/>
                  <a:pt x="248868" y="826253"/>
                </a:cubicBezTo>
                <a:cubicBezTo>
                  <a:pt x="246328" y="838699"/>
                  <a:pt x="234898" y="846192"/>
                  <a:pt x="223214" y="843525"/>
                </a:cubicBezTo>
                <a:cubicBezTo>
                  <a:pt x="212546" y="841112"/>
                  <a:pt x="205688" y="831968"/>
                  <a:pt x="206577" y="820411"/>
                </a:cubicBezTo>
                <a:lnTo>
                  <a:pt x="210260" y="791201"/>
                </a:lnTo>
                <a:cubicBezTo>
                  <a:pt x="204926" y="793106"/>
                  <a:pt x="200100" y="794249"/>
                  <a:pt x="195782" y="796535"/>
                </a:cubicBezTo>
                <a:cubicBezTo>
                  <a:pt x="184225" y="802377"/>
                  <a:pt x="172668" y="799583"/>
                  <a:pt x="164667" y="788407"/>
                </a:cubicBezTo>
                <a:cubicBezTo>
                  <a:pt x="157936" y="779136"/>
                  <a:pt x="159206" y="767960"/>
                  <a:pt x="167715" y="759451"/>
                </a:cubicBezTo>
                <a:lnTo>
                  <a:pt x="172160" y="754879"/>
                </a:lnTo>
                <a:cubicBezTo>
                  <a:pt x="196163" y="712334"/>
                  <a:pt x="224357" y="677282"/>
                  <a:pt x="259028" y="647310"/>
                </a:cubicBezTo>
                <a:lnTo>
                  <a:pt x="261695" y="646167"/>
                </a:lnTo>
                <a:lnTo>
                  <a:pt x="261314" y="643373"/>
                </a:lnTo>
                <a:lnTo>
                  <a:pt x="219023" y="648961"/>
                </a:lnTo>
                <a:cubicBezTo>
                  <a:pt x="167207" y="653914"/>
                  <a:pt x="85292" y="648326"/>
                  <a:pt x="35889" y="631435"/>
                </a:cubicBezTo>
                <a:cubicBezTo>
                  <a:pt x="23189" y="627117"/>
                  <a:pt x="17093" y="615941"/>
                  <a:pt x="20649" y="604511"/>
                </a:cubicBezTo>
                <a:cubicBezTo>
                  <a:pt x="24459" y="592192"/>
                  <a:pt x="36270" y="586350"/>
                  <a:pt x="49859" y="590795"/>
                </a:cubicBezTo>
                <a:cubicBezTo>
                  <a:pt x="90118" y="604130"/>
                  <a:pt x="162508" y="609464"/>
                  <a:pt x="204799" y="606924"/>
                </a:cubicBezTo>
                <a:cubicBezTo>
                  <a:pt x="246201" y="604384"/>
                  <a:pt x="285444" y="593970"/>
                  <a:pt x="322909" y="576190"/>
                </a:cubicBezTo>
                <a:lnTo>
                  <a:pt x="325703" y="574412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6" name="Google Shape;246;p14"/>
          <p:cNvGrpSpPr/>
          <p:nvPr/>
        </p:nvGrpSpPr>
        <p:grpSpPr>
          <a:xfrm>
            <a:off x="178004" y="7762778"/>
            <a:ext cx="720093" cy="727035"/>
            <a:chOff x="63500" y="63500"/>
            <a:chExt cx="1106805" cy="1117473"/>
          </a:xfrm>
        </p:grpSpPr>
        <p:sp>
          <p:nvSpPr>
            <p:cNvPr id="247" name="Google Shape;247;p14"/>
            <p:cNvSpPr/>
            <p:nvPr/>
          </p:nvSpPr>
          <p:spPr>
            <a:xfrm>
              <a:off x="452417" y="519747"/>
              <a:ext cx="530803" cy="322500"/>
            </a:xfrm>
            <a:custGeom>
              <a:rect b="b" l="l" r="r" t="t"/>
              <a:pathLst>
                <a:path extrusionOk="0" h="322500" w="530803">
                  <a:moveTo>
                    <a:pt x="300693" y="277051"/>
                  </a:moveTo>
                  <a:cubicBezTo>
                    <a:pt x="338031" y="274765"/>
                    <a:pt x="374099" y="269558"/>
                    <a:pt x="406738" y="250635"/>
                  </a:cubicBezTo>
                  <a:cubicBezTo>
                    <a:pt x="451950" y="224473"/>
                    <a:pt x="478747" y="185357"/>
                    <a:pt x="487637" y="133922"/>
                  </a:cubicBezTo>
                  <a:lnTo>
                    <a:pt x="488653" y="127064"/>
                  </a:lnTo>
                  <a:cubicBezTo>
                    <a:pt x="491828" y="110046"/>
                    <a:pt x="500845" y="103061"/>
                    <a:pt x="513418" y="104839"/>
                  </a:cubicBezTo>
                  <a:cubicBezTo>
                    <a:pt x="526372" y="106617"/>
                    <a:pt x="532087" y="114999"/>
                    <a:pt x="530563" y="129731"/>
                  </a:cubicBezTo>
                  <a:cubicBezTo>
                    <a:pt x="520657" y="223330"/>
                    <a:pt x="456014" y="297117"/>
                    <a:pt x="363304" y="316167"/>
                  </a:cubicBezTo>
                  <a:cubicBezTo>
                    <a:pt x="285961" y="332169"/>
                    <a:pt x="212555" y="317183"/>
                    <a:pt x="144229" y="278702"/>
                  </a:cubicBezTo>
                  <a:cubicBezTo>
                    <a:pt x="94191" y="250508"/>
                    <a:pt x="51138" y="214186"/>
                    <a:pt x="22817" y="162878"/>
                  </a:cubicBezTo>
                  <a:cubicBezTo>
                    <a:pt x="11768" y="142812"/>
                    <a:pt x="1608" y="121984"/>
                    <a:pt x="211" y="98489"/>
                  </a:cubicBezTo>
                  <a:cubicBezTo>
                    <a:pt x="-1948" y="59881"/>
                    <a:pt x="12403" y="29020"/>
                    <a:pt x="47455" y="10732"/>
                  </a:cubicBezTo>
                  <a:cubicBezTo>
                    <a:pt x="82634" y="-7683"/>
                    <a:pt x="115781" y="-1587"/>
                    <a:pt x="146134" y="22797"/>
                  </a:cubicBezTo>
                  <a:lnTo>
                    <a:pt x="170391" y="44260"/>
                  </a:lnTo>
                  <a:cubicBezTo>
                    <a:pt x="180932" y="55055"/>
                    <a:pt x="179789" y="65469"/>
                    <a:pt x="167978" y="76518"/>
                  </a:cubicBezTo>
                  <a:cubicBezTo>
                    <a:pt x="158072" y="85789"/>
                    <a:pt x="149817" y="85281"/>
                    <a:pt x="139149" y="74359"/>
                  </a:cubicBezTo>
                  <a:lnTo>
                    <a:pt x="120734" y="55055"/>
                  </a:lnTo>
                  <a:cubicBezTo>
                    <a:pt x="104097" y="40577"/>
                    <a:pt x="85301" y="37783"/>
                    <a:pt x="69807" y="46673"/>
                  </a:cubicBezTo>
                  <a:cubicBezTo>
                    <a:pt x="50503" y="57722"/>
                    <a:pt x="41232" y="77407"/>
                    <a:pt x="45042" y="99124"/>
                  </a:cubicBezTo>
                  <a:cubicBezTo>
                    <a:pt x="49487" y="123635"/>
                    <a:pt x="61044" y="144717"/>
                    <a:pt x="77046" y="163132"/>
                  </a:cubicBezTo>
                  <a:cubicBezTo>
                    <a:pt x="119972" y="212789"/>
                    <a:pt x="170391" y="251651"/>
                    <a:pt x="235542" y="267145"/>
                  </a:cubicBezTo>
                  <a:lnTo>
                    <a:pt x="300439" y="27705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4"/>
            <p:cNvSpPr/>
            <p:nvPr/>
          </p:nvSpPr>
          <p:spPr>
            <a:xfrm>
              <a:off x="277098" y="401210"/>
              <a:ext cx="478944" cy="315717"/>
            </a:xfrm>
            <a:custGeom>
              <a:rect b="b" l="l" r="r" t="t"/>
              <a:pathLst>
                <a:path extrusionOk="0" h="315717" w="478944">
                  <a:moveTo>
                    <a:pt x="178959" y="42020"/>
                  </a:moveTo>
                  <a:cubicBezTo>
                    <a:pt x="134890" y="42147"/>
                    <a:pt x="93996" y="51418"/>
                    <a:pt x="58817" y="79104"/>
                  </a:cubicBezTo>
                  <a:lnTo>
                    <a:pt x="38370" y="97773"/>
                  </a:lnTo>
                  <a:cubicBezTo>
                    <a:pt x="26813" y="108314"/>
                    <a:pt x="16780" y="108695"/>
                    <a:pt x="7382" y="99297"/>
                  </a:cubicBezTo>
                  <a:cubicBezTo>
                    <a:pt x="-2397" y="89518"/>
                    <a:pt x="-2651" y="79485"/>
                    <a:pt x="7763" y="68182"/>
                  </a:cubicBezTo>
                  <a:cubicBezTo>
                    <a:pt x="43196" y="30082"/>
                    <a:pt x="86757" y="6333"/>
                    <a:pt x="138446" y="1634"/>
                  </a:cubicBezTo>
                  <a:cubicBezTo>
                    <a:pt x="257191" y="-9161"/>
                    <a:pt x="354600" y="33765"/>
                    <a:pt x="431816" y="123554"/>
                  </a:cubicBezTo>
                  <a:cubicBezTo>
                    <a:pt x="452009" y="147049"/>
                    <a:pt x="469281" y="172322"/>
                    <a:pt x="476520" y="203564"/>
                  </a:cubicBezTo>
                  <a:cubicBezTo>
                    <a:pt x="485283" y="241410"/>
                    <a:pt x="469662" y="285352"/>
                    <a:pt x="439690" y="303894"/>
                  </a:cubicBezTo>
                  <a:cubicBezTo>
                    <a:pt x="408702" y="323071"/>
                    <a:pt x="361204" y="318499"/>
                    <a:pt x="331486" y="293226"/>
                  </a:cubicBezTo>
                  <a:lnTo>
                    <a:pt x="310404" y="272652"/>
                  </a:lnTo>
                  <a:cubicBezTo>
                    <a:pt x="299355" y="259444"/>
                    <a:pt x="304308" y="242680"/>
                    <a:pt x="320564" y="236330"/>
                  </a:cubicBezTo>
                  <a:lnTo>
                    <a:pt x="334788" y="236711"/>
                  </a:lnTo>
                  <a:cubicBezTo>
                    <a:pt x="348250" y="249411"/>
                    <a:pt x="355489" y="257539"/>
                    <a:pt x="363998" y="264016"/>
                  </a:cubicBezTo>
                  <a:cubicBezTo>
                    <a:pt x="378349" y="274938"/>
                    <a:pt x="394224" y="278494"/>
                    <a:pt x="411369" y="269985"/>
                  </a:cubicBezTo>
                  <a:cubicBezTo>
                    <a:pt x="428768" y="261349"/>
                    <a:pt x="435245" y="246871"/>
                    <a:pt x="436134" y="228075"/>
                  </a:cubicBezTo>
                  <a:cubicBezTo>
                    <a:pt x="436896" y="212073"/>
                    <a:pt x="433086" y="197595"/>
                    <a:pt x="424577" y="184514"/>
                  </a:cubicBezTo>
                  <a:cubicBezTo>
                    <a:pt x="366538" y="95995"/>
                    <a:pt x="286528" y="45068"/>
                    <a:pt x="179086" y="417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4"/>
            <p:cNvSpPr/>
            <p:nvPr/>
          </p:nvSpPr>
          <p:spPr>
            <a:xfrm>
              <a:off x="325981" y="253551"/>
              <a:ext cx="447026" cy="241876"/>
            </a:xfrm>
            <a:custGeom>
              <a:rect b="b" l="l" r="r" t="t"/>
              <a:pathLst>
                <a:path extrusionOk="0" h="241876" w="447026">
                  <a:moveTo>
                    <a:pt x="98072" y="40962"/>
                  </a:moveTo>
                  <a:lnTo>
                    <a:pt x="39652" y="52138"/>
                  </a:lnTo>
                  <a:cubicBezTo>
                    <a:pt x="34953" y="53027"/>
                    <a:pt x="30508" y="54932"/>
                    <a:pt x="25936" y="55948"/>
                  </a:cubicBezTo>
                  <a:cubicBezTo>
                    <a:pt x="13236" y="58615"/>
                    <a:pt x="5743" y="54551"/>
                    <a:pt x="1806" y="43375"/>
                  </a:cubicBezTo>
                  <a:cubicBezTo>
                    <a:pt x="-2385" y="31564"/>
                    <a:pt x="536" y="21277"/>
                    <a:pt x="12474" y="17594"/>
                  </a:cubicBezTo>
                  <a:lnTo>
                    <a:pt x="77117" y="2227"/>
                  </a:lnTo>
                  <a:cubicBezTo>
                    <a:pt x="140236" y="-6663"/>
                    <a:pt x="198021" y="12133"/>
                    <a:pt x="253647" y="39692"/>
                  </a:cubicBezTo>
                  <a:cubicBezTo>
                    <a:pt x="327053" y="76014"/>
                    <a:pt x="390045" y="125036"/>
                    <a:pt x="436019" y="193870"/>
                  </a:cubicBezTo>
                  <a:lnTo>
                    <a:pt x="443766" y="206316"/>
                  </a:lnTo>
                  <a:cubicBezTo>
                    <a:pt x="449735" y="221683"/>
                    <a:pt x="447068" y="229303"/>
                    <a:pt x="439321" y="234764"/>
                  </a:cubicBezTo>
                  <a:lnTo>
                    <a:pt x="423192" y="241876"/>
                  </a:lnTo>
                  <a:cubicBezTo>
                    <a:pt x="410111" y="230954"/>
                    <a:pt x="405412" y="225112"/>
                    <a:pt x="401348" y="219143"/>
                  </a:cubicBezTo>
                  <a:cubicBezTo>
                    <a:pt x="340769" y="129862"/>
                    <a:pt x="256187" y="75379"/>
                    <a:pt x="152809" y="48963"/>
                  </a:cubicBezTo>
                  <a:lnTo>
                    <a:pt x="98072" y="4096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4"/>
            <p:cNvSpPr/>
            <p:nvPr/>
          </p:nvSpPr>
          <p:spPr>
            <a:xfrm>
              <a:off x="432969" y="743106"/>
              <a:ext cx="446193" cy="239366"/>
            </a:xfrm>
            <a:custGeom>
              <a:rect b="b" l="l" r="r" t="t"/>
              <a:pathLst>
                <a:path extrusionOk="0" h="239366" w="446193">
                  <a:moveTo>
                    <a:pt x="348081" y="239366"/>
                  </a:moveTo>
                  <a:cubicBezTo>
                    <a:pt x="272389" y="237842"/>
                    <a:pt x="205206" y="214601"/>
                    <a:pt x="143738" y="174342"/>
                  </a:cubicBezTo>
                  <a:cubicBezTo>
                    <a:pt x="90525" y="139544"/>
                    <a:pt x="43281" y="98269"/>
                    <a:pt x="9118" y="43659"/>
                  </a:cubicBezTo>
                  <a:lnTo>
                    <a:pt x="3530" y="34261"/>
                  </a:lnTo>
                  <a:cubicBezTo>
                    <a:pt x="-3074" y="17497"/>
                    <a:pt x="-153" y="8988"/>
                    <a:pt x="10134" y="3400"/>
                  </a:cubicBezTo>
                  <a:cubicBezTo>
                    <a:pt x="20675" y="-2442"/>
                    <a:pt x="29057" y="-918"/>
                    <a:pt x="36804" y="9242"/>
                  </a:cubicBezTo>
                  <a:lnTo>
                    <a:pt x="79349" y="65503"/>
                  </a:lnTo>
                  <a:cubicBezTo>
                    <a:pt x="139928" y="131289"/>
                    <a:pt x="213080" y="176755"/>
                    <a:pt x="301472" y="195170"/>
                  </a:cubicBezTo>
                  <a:cubicBezTo>
                    <a:pt x="330301" y="201139"/>
                    <a:pt x="359003" y="198853"/>
                    <a:pt x="387705" y="193392"/>
                  </a:cubicBezTo>
                  <a:lnTo>
                    <a:pt x="422630" y="188820"/>
                  </a:lnTo>
                  <a:cubicBezTo>
                    <a:pt x="436473" y="188312"/>
                    <a:pt x="444474" y="194281"/>
                    <a:pt x="445871" y="203806"/>
                  </a:cubicBezTo>
                  <a:cubicBezTo>
                    <a:pt x="447649" y="214601"/>
                    <a:pt x="442061" y="224888"/>
                    <a:pt x="429107" y="228190"/>
                  </a:cubicBezTo>
                  <a:lnTo>
                    <a:pt x="374751" y="237588"/>
                  </a:lnTo>
                  <a:cubicBezTo>
                    <a:pt x="365353" y="238985"/>
                    <a:pt x="355701" y="238731"/>
                    <a:pt x="347700" y="23923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4"/>
            <p:cNvSpPr/>
            <p:nvPr/>
          </p:nvSpPr>
          <p:spPr>
            <a:xfrm>
              <a:off x="323596" y="590075"/>
              <a:ext cx="131850" cy="329767"/>
            </a:xfrm>
            <a:custGeom>
              <a:rect b="b" l="l" r="r" t="t"/>
              <a:pathLst>
                <a:path extrusionOk="0" h="329767" w="131850">
                  <a:moveTo>
                    <a:pt x="127" y="115156"/>
                  </a:moveTo>
                  <a:cubicBezTo>
                    <a:pt x="4318" y="74643"/>
                    <a:pt x="11938" y="39210"/>
                    <a:pt x="36830" y="10000"/>
                  </a:cubicBezTo>
                  <a:cubicBezTo>
                    <a:pt x="47117" y="-2065"/>
                    <a:pt x="57277" y="-2954"/>
                    <a:pt x="68326" y="5936"/>
                  </a:cubicBezTo>
                  <a:lnTo>
                    <a:pt x="77724" y="19271"/>
                  </a:lnTo>
                  <a:cubicBezTo>
                    <a:pt x="73152" y="30701"/>
                    <a:pt x="71882" y="33368"/>
                    <a:pt x="70104" y="35527"/>
                  </a:cubicBezTo>
                  <a:cubicBezTo>
                    <a:pt x="44958" y="67023"/>
                    <a:pt x="42545" y="102837"/>
                    <a:pt x="50038" y="140556"/>
                  </a:cubicBezTo>
                  <a:cubicBezTo>
                    <a:pt x="60325" y="191737"/>
                    <a:pt x="83820" y="236822"/>
                    <a:pt x="114427" y="278605"/>
                  </a:cubicBezTo>
                  <a:lnTo>
                    <a:pt x="122936" y="288892"/>
                  </a:lnTo>
                  <a:cubicBezTo>
                    <a:pt x="135509" y="306164"/>
                    <a:pt x="134112" y="316451"/>
                    <a:pt x="122936" y="325087"/>
                  </a:cubicBezTo>
                  <a:cubicBezTo>
                    <a:pt x="112776" y="332834"/>
                    <a:pt x="103632" y="330929"/>
                    <a:pt x="94234" y="319626"/>
                  </a:cubicBezTo>
                  <a:cubicBezTo>
                    <a:pt x="56134" y="273906"/>
                    <a:pt x="26289" y="223487"/>
                    <a:pt x="9906" y="166083"/>
                  </a:cubicBezTo>
                  <a:lnTo>
                    <a:pt x="0" y="11515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4"/>
            <p:cNvSpPr/>
            <p:nvPr/>
          </p:nvSpPr>
          <p:spPr>
            <a:xfrm>
              <a:off x="747631" y="315829"/>
              <a:ext cx="131971" cy="331109"/>
            </a:xfrm>
            <a:custGeom>
              <a:rect b="b" l="l" r="r" t="t"/>
              <a:pathLst>
                <a:path extrusionOk="0" h="331109" w="131971">
                  <a:moveTo>
                    <a:pt x="131844" y="224556"/>
                  </a:moveTo>
                  <a:cubicBezTo>
                    <a:pt x="133114" y="259862"/>
                    <a:pt x="121557" y="290596"/>
                    <a:pt x="101745" y="318663"/>
                  </a:cubicBezTo>
                  <a:lnTo>
                    <a:pt x="88918" y="331109"/>
                  </a:lnTo>
                  <a:cubicBezTo>
                    <a:pt x="61867" y="324251"/>
                    <a:pt x="56152" y="310281"/>
                    <a:pt x="65931" y="295930"/>
                  </a:cubicBezTo>
                  <a:cubicBezTo>
                    <a:pt x="87648" y="263926"/>
                    <a:pt x="94252" y="228747"/>
                    <a:pt x="86759" y="191155"/>
                  </a:cubicBezTo>
                  <a:cubicBezTo>
                    <a:pt x="79647" y="155595"/>
                    <a:pt x="66566" y="122067"/>
                    <a:pt x="47135" y="91460"/>
                  </a:cubicBezTo>
                  <a:lnTo>
                    <a:pt x="6749" y="37104"/>
                  </a:lnTo>
                  <a:cubicBezTo>
                    <a:pt x="-2014" y="25547"/>
                    <a:pt x="-2395" y="16276"/>
                    <a:pt x="6495" y="7259"/>
                  </a:cubicBezTo>
                  <a:cubicBezTo>
                    <a:pt x="15766" y="-2012"/>
                    <a:pt x="27069" y="-2774"/>
                    <a:pt x="35832" y="7132"/>
                  </a:cubicBezTo>
                  <a:cubicBezTo>
                    <a:pt x="90823" y="69616"/>
                    <a:pt x="129939" y="139212"/>
                    <a:pt x="131971" y="22455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4"/>
            <p:cNvSpPr/>
            <p:nvPr/>
          </p:nvSpPr>
          <p:spPr>
            <a:xfrm>
              <a:off x="63500" y="289687"/>
              <a:ext cx="167132" cy="166624"/>
            </a:xfrm>
            <a:custGeom>
              <a:rect b="b" l="l" r="r" t="t"/>
              <a:pathLst>
                <a:path extrusionOk="0" h="166624" w="167132">
                  <a:moveTo>
                    <a:pt x="167132" y="98171"/>
                  </a:moveTo>
                  <a:lnTo>
                    <a:pt x="117856" y="115062"/>
                  </a:lnTo>
                  <a:cubicBezTo>
                    <a:pt x="111760" y="117475"/>
                    <a:pt x="105791" y="121793"/>
                    <a:pt x="101346" y="126746"/>
                  </a:cubicBezTo>
                  <a:lnTo>
                    <a:pt x="68961" y="166624"/>
                  </a:lnTo>
                  <a:cubicBezTo>
                    <a:pt x="64135" y="152908"/>
                    <a:pt x="58928" y="140843"/>
                    <a:pt x="55880" y="128270"/>
                  </a:cubicBezTo>
                  <a:cubicBezTo>
                    <a:pt x="52324" y="113538"/>
                    <a:pt x="44577" y="102743"/>
                    <a:pt x="32258" y="94107"/>
                  </a:cubicBezTo>
                  <a:lnTo>
                    <a:pt x="0" y="68707"/>
                  </a:lnTo>
                  <a:cubicBezTo>
                    <a:pt x="16637" y="63119"/>
                    <a:pt x="31369" y="57658"/>
                    <a:pt x="46355" y="53213"/>
                  </a:cubicBezTo>
                  <a:cubicBezTo>
                    <a:pt x="55372" y="50546"/>
                    <a:pt x="62103" y="45974"/>
                    <a:pt x="67564" y="38481"/>
                  </a:cubicBezTo>
                  <a:lnTo>
                    <a:pt x="98171" y="0"/>
                  </a:lnTo>
                  <a:cubicBezTo>
                    <a:pt x="103759" y="16383"/>
                    <a:pt x="109474" y="31242"/>
                    <a:pt x="113792" y="46355"/>
                  </a:cubicBezTo>
                  <a:cubicBezTo>
                    <a:pt x="116459" y="55753"/>
                    <a:pt x="121666" y="62484"/>
                    <a:pt x="129413" y="68199"/>
                  </a:cubicBezTo>
                  <a:lnTo>
                    <a:pt x="167132" y="9817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4"/>
            <p:cNvSpPr/>
            <p:nvPr/>
          </p:nvSpPr>
          <p:spPr>
            <a:xfrm>
              <a:off x="551434" y="1033653"/>
              <a:ext cx="146939" cy="147320"/>
            </a:xfrm>
            <a:custGeom>
              <a:rect b="b" l="l" r="r" t="t"/>
              <a:pathLst>
                <a:path extrusionOk="0" h="147320" w="146939">
                  <a:moveTo>
                    <a:pt x="60452" y="147320"/>
                  </a:moveTo>
                  <a:lnTo>
                    <a:pt x="46990" y="107188"/>
                  </a:lnTo>
                  <a:cubicBezTo>
                    <a:pt x="44450" y="98933"/>
                    <a:pt x="40386" y="92583"/>
                    <a:pt x="33401" y="87376"/>
                  </a:cubicBezTo>
                  <a:lnTo>
                    <a:pt x="0" y="60706"/>
                  </a:lnTo>
                  <a:cubicBezTo>
                    <a:pt x="15875" y="55245"/>
                    <a:pt x="30226" y="50673"/>
                    <a:pt x="44323" y="45212"/>
                  </a:cubicBezTo>
                  <a:lnTo>
                    <a:pt x="53721" y="40132"/>
                  </a:lnTo>
                  <a:cubicBezTo>
                    <a:pt x="66802" y="25019"/>
                    <a:pt x="75819" y="13208"/>
                    <a:pt x="86360" y="0"/>
                  </a:cubicBezTo>
                  <a:lnTo>
                    <a:pt x="101346" y="43180"/>
                  </a:lnTo>
                  <a:cubicBezTo>
                    <a:pt x="103378" y="48514"/>
                    <a:pt x="106934" y="53721"/>
                    <a:pt x="111252" y="57531"/>
                  </a:cubicBezTo>
                  <a:lnTo>
                    <a:pt x="146939" y="86487"/>
                  </a:lnTo>
                  <a:cubicBezTo>
                    <a:pt x="130683" y="92075"/>
                    <a:pt x="115951" y="96901"/>
                    <a:pt x="101346" y="102235"/>
                  </a:cubicBezTo>
                  <a:lnTo>
                    <a:pt x="93472" y="106426"/>
                  </a:lnTo>
                  <a:cubicBezTo>
                    <a:pt x="80772" y="121412"/>
                    <a:pt x="71247" y="133604"/>
                    <a:pt x="60325" y="1470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4"/>
            <p:cNvSpPr/>
            <p:nvPr/>
          </p:nvSpPr>
          <p:spPr>
            <a:xfrm>
              <a:off x="922147" y="305181"/>
              <a:ext cx="122174" cy="121793"/>
            </a:xfrm>
            <a:custGeom>
              <a:rect b="b" l="l" r="r" t="t"/>
              <a:pathLst>
                <a:path extrusionOk="0" h="121793" w="122174">
                  <a:moveTo>
                    <a:pt x="71882" y="0"/>
                  </a:moveTo>
                  <a:cubicBezTo>
                    <a:pt x="77343" y="32258"/>
                    <a:pt x="94361" y="55118"/>
                    <a:pt x="122174" y="71628"/>
                  </a:cubicBezTo>
                  <a:cubicBezTo>
                    <a:pt x="89916" y="77216"/>
                    <a:pt x="66548" y="93345"/>
                    <a:pt x="50546" y="121793"/>
                  </a:cubicBezTo>
                  <a:cubicBezTo>
                    <a:pt x="44704" y="89408"/>
                    <a:pt x="28448" y="66167"/>
                    <a:pt x="0" y="50038"/>
                  </a:cubicBezTo>
                  <a:cubicBezTo>
                    <a:pt x="31877" y="44069"/>
                    <a:pt x="55499" y="28448"/>
                    <a:pt x="7200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4"/>
            <p:cNvSpPr/>
            <p:nvPr/>
          </p:nvSpPr>
          <p:spPr>
            <a:xfrm>
              <a:off x="1059053" y="717042"/>
              <a:ext cx="111252" cy="108712"/>
            </a:xfrm>
            <a:custGeom>
              <a:rect b="b" l="l" r="r" t="t"/>
              <a:pathLst>
                <a:path extrusionOk="0" h="108712" w="111252">
                  <a:moveTo>
                    <a:pt x="111125" y="46482"/>
                  </a:moveTo>
                  <a:lnTo>
                    <a:pt x="85598" y="66802"/>
                  </a:lnTo>
                  <a:cubicBezTo>
                    <a:pt x="83185" y="68961"/>
                    <a:pt x="81280" y="73025"/>
                    <a:pt x="81280" y="76200"/>
                  </a:cubicBezTo>
                  <a:lnTo>
                    <a:pt x="82550" y="108712"/>
                  </a:lnTo>
                  <a:cubicBezTo>
                    <a:pt x="75184" y="103886"/>
                    <a:pt x="68326" y="100457"/>
                    <a:pt x="62992" y="95631"/>
                  </a:cubicBezTo>
                  <a:cubicBezTo>
                    <a:pt x="54483" y="88011"/>
                    <a:pt x="46101" y="87503"/>
                    <a:pt x="36195" y="92710"/>
                  </a:cubicBezTo>
                  <a:lnTo>
                    <a:pt x="22987" y="98044"/>
                  </a:lnTo>
                  <a:cubicBezTo>
                    <a:pt x="17653" y="89789"/>
                    <a:pt x="20955" y="80645"/>
                    <a:pt x="22733" y="71120"/>
                  </a:cubicBezTo>
                  <a:lnTo>
                    <a:pt x="22352" y="61849"/>
                  </a:lnTo>
                  <a:cubicBezTo>
                    <a:pt x="14732" y="50419"/>
                    <a:pt x="8128" y="43180"/>
                    <a:pt x="0" y="33020"/>
                  </a:cubicBezTo>
                  <a:lnTo>
                    <a:pt x="31877" y="32766"/>
                  </a:lnTo>
                  <a:cubicBezTo>
                    <a:pt x="35814" y="32385"/>
                    <a:pt x="40640" y="29591"/>
                    <a:pt x="43180" y="26416"/>
                  </a:cubicBezTo>
                  <a:lnTo>
                    <a:pt x="60579" y="0"/>
                  </a:lnTo>
                  <a:cubicBezTo>
                    <a:pt x="64643" y="11176"/>
                    <a:pt x="68326" y="20066"/>
                    <a:pt x="71120" y="29337"/>
                  </a:cubicBezTo>
                  <a:lnTo>
                    <a:pt x="76073" y="37465"/>
                  </a:lnTo>
                  <a:cubicBezTo>
                    <a:pt x="90805" y="40767"/>
                    <a:pt x="99949" y="43561"/>
                    <a:pt x="111252" y="4660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4"/>
            <p:cNvSpPr/>
            <p:nvPr/>
          </p:nvSpPr>
          <p:spPr>
            <a:xfrm>
              <a:off x="174625" y="738378"/>
              <a:ext cx="111125" cy="109093"/>
            </a:xfrm>
            <a:custGeom>
              <a:rect b="b" l="l" r="r" t="t"/>
              <a:pathLst>
                <a:path extrusionOk="0" h="109093" w="111125">
                  <a:moveTo>
                    <a:pt x="60452" y="0"/>
                  </a:moveTo>
                  <a:lnTo>
                    <a:pt x="70358" y="27686"/>
                  </a:lnTo>
                  <a:cubicBezTo>
                    <a:pt x="72263" y="34163"/>
                    <a:pt x="75565" y="37719"/>
                    <a:pt x="82550" y="38989"/>
                  </a:cubicBezTo>
                  <a:lnTo>
                    <a:pt x="111125" y="46609"/>
                  </a:lnTo>
                  <a:cubicBezTo>
                    <a:pt x="101854" y="53848"/>
                    <a:pt x="93726" y="59309"/>
                    <a:pt x="86741" y="65913"/>
                  </a:cubicBezTo>
                  <a:lnTo>
                    <a:pt x="81534" y="73660"/>
                  </a:lnTo>
                  <a:cubicBezTo>
                    <a:pt x="80899" y="87376"/>
                    <a:pt x="81915" y="97155"/>
                    <a:pt x="82550" y="109093"/>
                  </a:cubicBezTo>
                  <a:lnTo>
                    <a:pt x="56134" y="91567"/>
                  </a:lnTo>
                  <a:cubicBezTo>
                    <a:pt x="52832" y="89662"/>
                    <a:pt x="47752" y="89154"/>
                    <a:pt x="44196" y="90297"/>
                  </a:cubicBezTo>
                  <a:lnTo>
                    <a:pt x="14605" y="101346"/>
                  </a:lnTo>
                  <a:cubicBezTo>
                    <a:pt x="17653" y="90170"/>
                    <a:pt x="20955" y="80772"/>
                    <a:pt x="22733" y="71120"/>
                  </a:cubicBezTo>
                  <a:lnTo>
                    <a:pt x="22479" y="61849"/>
                  </a:lnTo>
                  <a:cubicBezTo>
                    <a:pt x="14859" y="50419"/>
                    <a:pt x="8255" y="43180"/>
                    <a:pt x="0" y="33020"/>
                  </a:cubicBezTo>
                  <a:lnTo>
                    <a:pt x="32004" y="32766"/>
                  </a:lnTo>
                  <a:cubicBezTo>
                    <a:pt x="35941" y="32385"/>
                    <a:pt x="40767" y="29718"/>
                    <a:pt x="43180" y="26543"/>
                  </a:cubicBezTo>
                  <a:lnTo>
                    <a:pt x="60452" y="25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4"/>
            <p:cNvSpPr/>
            <p:nvPr/>
          </p:nvSpPr>
          <p:spPr>
            <a:xfrm>
              <a:off x="456438" y="63500"/>
              <a:ext cx="108331" cy="109093"/>
            </a:xfrm>
            <a:custGeom>
              <a:rect b="b" l="l" r="r" t="t"/>
              <a:pathLst>
                <a:path extrusionOk="0" h="109093" w="108331">
                  <a:moveTo>
                    <a:pt x="11557" y="101092"/>
                  </a:moveTo>
                  <a:lnTo>
                    <a:pt x="20320" y="70358"/>
                  </a:lnTo>
                  <a:cubicBezTo>
                    <a:pt x="21082" y="66675"/>
                    <a:pt x="19939" y="61595"/>
                    <a:pt x="17780" y="58547"/>
                  </a:cubicBezTo>
                  <a:lnTo>
                    <a:pt x="0" y="32893"/>
                  </a:lnTo>
                  <a:cubicBezTo>
                    <a:pt x="9652" y="32893"/>
                    <a:pt x="19304" y="33528"/>
                    <a:pt x="28702" y="32639"/>
                  </a:cubicBezTo>
                  <a:lnTo>
                    <a:pt x="37973" y="29337"/>
                  </a:lnTo>
                  <a:cubicBezTo>
                    <a:pt x="46736" y="18288"/>
                    <a:pt x="51562" y="9779"/>
                    <a:pt x="57912" y="0"/>
                  </a:cubicBezTo>
                  <a:lnTo>
                    <a:pt x="68834" y="29210"/>
                  </a:lnTo>
                  <a:cubicBezTo>
                    <a:pt x="70612" y="32893"/>
                    <a:pt x="74549" y="36576"/>
                    <a:pt x="78232" y="37973"/>
                  </a:cubicBezTo>
                  <a:lnTo>
                    <a:pt x="108331" y="46355"/>
                  </a:lnTo>
                  <a:cubicBezTo>
                    <a:pt x="99314" y="53467"/>
                    <a:pt x="91948" y="59817"/>
                    <a:pt x="84074" y="65405"/>
                  </a:cubicBezTo>
                  <a:lnTo>
                    <a:pt x="77724" y="72517"/>
                  </a:lnTo>
                  <a:cubicBezTo>
                    <a:pt x="79121" y="87630"/>
                    <a:pt x="79375" y="97155"/>
                    <a:pt x="80010" y="109093"/>
                  </a:cubicBezTo>
                  <a:lnTo>
                    <a:pt x="53848" y="91567"/>
                  </a:lnTo>
                  <a:cubicBezTo>
                    <a:pt x="50292" y="89662"/>
                    <a:pt x="44958" y="89027"/>
                    <a:pt x="41021" y="90170"/>
                  </a:cubicBezTo>
                  <a:lnTo>
                    <a:pt x="11684" y="10109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4"/>
            <p:cNvSpPr/>
            <p:nvPr/>
          </p:nvSpPr>
          <p:spPr>
            <a:xfrm>
              <a:off x="901227" y="881375"/>
              <a:ext cx="94960" cy="67696"/>
            </a:xfrm>
            <a:custGeom>
              <a:rect b="b" l="l" r="r" t="t"/>
              <a:pathLst>
                <a:path extrusionOk="0" h="67696" w="94960">
                  <a:moveTo>
                    <a:pt x="23587" y="67696"/>
                  </a:moveTo>
                  <a:cubicBezTo>
                    <a:pt x="11268" y="67442"/>
                    <a:pt x="3267" y="61346"/>
                    <a:pt x="854" y="52456"/>
                  </a:cubicBezTo>
                  <a:cubicBezTo>
                    <a:pt x="-1813" y="43058"/>
                    <a:pt x="1870" y="33279"/>
                    <a:pt x="10506" y="28707"/>
                  </a:cubicBezTo>
                  <a:lnTo>
                    <a:pt x="63338" y="2418"/>
                  </a:lnTo>
                  <a:cubicBezTo>
                    <a:pt x="72863" y="-2154"/>
                    <a:pt x="80356" y="-122"/>
                    <a:pt x="86325" y="7498"/>
                  </a:cubicBezTo>
                  <a:lnTo>
                    <a:pt x="94961" y="25532"/>
                  </a:lnTo>
                  <a:cubicBezTo>
                    <a:pt x="70450" y="51694"/>
                    <a:pt x="45558" y="59949"/>
                    <a:pt x="23587" y="675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4"/>
            <p:cNvSpPr/>
            <p:nvPr/>
          </p:nvSpPr>
          <p:spPr>
            <a:xfrm>
              <a:off x="641537" y="236171"/>
              <a:ext cx="88654" cy="73780"/>
            </a:xfrm>
            <a:custGeom>
              <a:rect b="b" l="l" r="r" t="t"/>
              <a:pathLst>
                <a:path extrusionOk="0" h="73780" w="88654">
                  <a:moveTo>
                    <a:pt x="23943" y="49"/>
                  </a:moveTo>
                  <a:lnTo>
                    <a:pt x="30547" y="1446"/>
                  </a:lnTo>
                  <a:cubicBezTo>
                    <a:pt x="50105" y="14781"/>
                    <a:pt x="66234" y="25449"/>
                    <a:pt x="81347" y="37514"/>
                  </a:cubicBezTo>
                  <a:cubicBezTo>
                    <a:pt x="90745" y="44880"/>
                    <a:pt x="90745" y="58088"/>
                    <a:pt x="83252" y="66597"/>
                  </a:cubicBezTo>
                  <a:cubicBezTo>
                    <a:pt x="75886" y="74979"/>
                    <a:pt x="64329" y="76122"/>
                    <a:pt x="54804" y="69518"/>
                  </a:cubicBezTo>
                  <a:lnTo>
                    <a:pt x="9592" y="37768"/>
                  </a:lnTo>
                  <a:cubicBezTo>
                    <a:pt x="1972" y="32307"/>
                    <a:pt x="-2219" y="25322"/>
                    <a:pt x="1210" y="15543"/>
                  </a:cubicBezTo>
                  <a:cubicBezTo>
                    <a:pt x="4893" y="5002"/>
                    <a:pt x="12005" y="-586"/>
                    <a:pt x="23943" y="4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4"/>
            <p:cNvSpPr/>
            <p:nvPr/>
          </p:nvSpPr>
          <p:spPr>
            <a:xfrm>
              <a:off x="464561" y="919978"/>
              <a:ext cx="45217" cy="45095"/>
            </a:xfrm>
            <a:custGeom>
              <a:rect b="b" l="l" r="r" t="t"/>
              <a:pathLst>
                <a:path extrusionOk="0" h="45095" w="45217">
                  <a:moveTo>
                    <a:pt x="5" y="22870"/>
                  </a:moveTo>
                  <a:cubicBezTo>
                    <a:pt x="-249" y="10551"/>
                    <a:pt x="9657" y="264"/>
                    <a:pt x="21976" y="10"/>
                  </a:cubicBezTo>
                  <a:cubicBezTo>
                    <a:pt x="34803" y="-371"/>
                    <a:pt x="45217" y="9789"/>
                    <a:pt x="45217" y="22616"/>
                  </a:cubicBezTo>
                  <a:cubicBezTo>
                    <a:pt x="45217" y="34808"/>
                    <a:pt x="34930" y="45095"/>
                    <a:pt x="22738" y="45095"/>
                  </a:cubicBezTo>
                  <a:cubicBezTo>
                    <a:pt x="10546" y="45095"/>
                    <a:pt x="259" y="35189"/>
                    <a:pt x="5" y="228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231892" y="520055"/>
              <a:ext cx="45224" cy="45097"/>
            </a:xfrm>
            <a:custGeom>
              <a:rect b="b" l="l" r="r" t="t"/>
              <a:pathLst>
                <a:path extrusionOk="0" h="45097" w="45224">
                  <a:moveTo>
                    <a:pt x="45222" y="22997"/>
                  </a:moveTo>
                  <a:cubicBezTo>
                    <a:pt x="44968" y="35570"/>
                    <a:pt x="35189" y="45222"/>
                    <a:pt x="22616" y="45095"/>
                  </a:cubicBezTo>
                  <a:cubicBezTo>
                    <a:pt x="9789" y="44968"/>
                    <a:pt x="-371" y="34554"/>
                    <a:pt x="10" y="21727"/>
                  </a:cubicBezTo>
                  <a:cubicBezTo>
                    <a:pt x="391" y="9662"/>
                    <a:pt x="11059" y="-371"/>
                    <a:pt x="23251" y="10"/>
                  </a:cubicBezTo>
                  <a:cubicBezTo>
                    <a:pt x="35697" y="391"/>
                    <a:pt x="45349" y="10551"/>
                    <a:pt x="45222" y="229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4"/>
            <p:cNvSpPr/>
            <p:nvPr/>
          </p:nvSpPr>
          <p:spPr>
            <a:xfrm>
              <a:off x="943355" y="559180"/>
              <a:ext cx="44959" cy="45224"/>
            </a:xfrm>
            <a:custGeom>
              <a:rect b="b" l="l" r="r" t="t"/>
              <a:pathLst>
                <a:path extrusionOk="0" h="45224" w="44959">
                  <a:moveTo>
                    <a:pt x="1" y="22099"/>
                  </a:moveTo>
                  <a:cubicBezTo>
                    <a:pt x="128" y="9653"/>
                    <a:pt x="10161" y="-126"/>
                    <a:pt x="22607" y="1"/>
                  </a:cubicBezTo>
                  <a:cubicBezTo>
                    <a:pt x="35053" y="128"/>
                    <a:pt x="44959" y="10034"/>
                    <a:pt x="44959" y="22480"/>
                  </a:cubicBezTo>
                  <a:cubicBezTo>
                    <a:pt x="44959" y="35434"/>
                    <a:pt x="34545" y="45594"/>
                    <a:pt x="21845" y="45213"/>
                  </a:cubicBezTo>
                  <a:cubicBezTo>
                    <a:pt x="9526" y="44832"/>
                    <a:pt x="-126" y="34672"/>
                    <a:pt x="1" y="222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4"/>
            <p:cNvSpPr/>
            <p:nvPr/>
          </p:nvSpPr>
          <p:spPr>
            <a:xfrm>
              <a:off x="773684" y="687705"/>
              <a:ext cx="60071" cy="58801"/>
            </a:xfrm>
            <a:custGeom>
              <a:rect b="b" l="l" r="r" t="t"/>
              <a:pathLst>
                <a:path extrusionOk="0" h="58801" w="60071">
                  <a:moveTo>
                    <a:pt x="7366" y="54737"/>
                  </a:moveTo>
                  <a:cubicBezTo>
                    <a:pt x="13589" y="40132"/>
                    <a:pt x="12065" y="28702"/>
                    <a:pt x="0" y="18796"/>
                  </a:cubicBezTo>
                  <a:cubicBezTo>
                    <a:pt x="14224" y="18796"/>
                    <a:pt x="26416" y="16891"/>
                    <a:pt x="30861" y="0"/>
                  </a:cubicBezTo>
                  <a:cubicBezTo>
                    <a:pt x="35052" y="14859"/>
                    <a:pt x="42164" y="24511"/>
                    <a:pt x="60071" y="23622"/>
                  </a:cubicBezTo>
                  <a:lnTo>
                    <a:pt x="46482" y="32893"/>
                  </a:lnTo>
                  <a:cubicBezTo>
                    <a:pt x="41783" y="43180"/>
                    <a:pt x="43688" y="50292"/>
                    <a:pt x="43688" y="58801"/>
                  </a:cubicBezTo>
                  <a:cubicBezTo>
                    <a:pt x="32258" y="49149"/>
                    <a:pt x="20955" y="43815"/>
                    <a:pt x="7366" y="547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4"/>
            <p:cNvSpPr/>
            <p:nvPr/>
          </p:nvSpPr>
          <p:spPr>
            <a:xfrm>
              <a:off x="622681" y="843280"/>
              <a:ext cx="37719" cy="37338"/>
            </a:xfrm>
            <a:custGeom>
              <a:rect b="b" l="l" r="r" t="t"/>
              <a:pathLst>
                <a:path extrusionOk="0" h="37338" w="37719">
                  <a:moveTo>
                    <a:pt x="37719" y="18669"/>
                  </a:moveTo>
                  <a:cubicBezTo>
                    <a:pt x="37719" y="28956"/>
                    <a:pt x="29210" y="37338"/>
                    <a:pt x="18796" y="37338"/>
                  </a:cubicBezTo>
                  <a:cubicBezTo>
                    <a:pt x="8255" y="37338"/>
                    <a:pt x="0" y="29083"/>
                    <a:pt x="0" y="18669"/>
                  </a:cubicBezTo>
                  <a:cubicBezTo>
                    <a:pt x="0" y="8255"/>
                    <a:pt x="8255" y="0"/>
                    <a:pt x="18796" y="0"/>
                  </a:cubicBezTo>
                  <a:cubicBezTo>
                    <a:pt x="29337" y="0"/>
                    <a:pt x="37719" y="8509"/>
                    <a:pt x="37719" y="186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4"/>
            <p:cNvSpPr/>
            <p:nvPr/>
          </p:nvSpPr>
          <p:spPr>
            <a:xfrm>
              <a:off x="449453" y="334264"/>
              <a:ext cx="42291" cy="42164"/>
            </a:xfrm>
            <a:custGeom>
              <a:rect b="b" l="l" r="r" t="t"/>
              <a:pathLst>
                <a:path extrusionOk="0" h="42164" w="42291">
                  <a:moveTo>
                    <a:pt x="24765" y="127"/>
                  </a:moveTo>
                  <a:lnTo>
                    <a:pt x="42291" y="24638"/>
                  </a:lnTo>
                  <a:cubicBezTo>
                    <a:pt x="34290" y="30226"/>
                    <a:pt x="25273" y="36576"/>
                    <a:pt x="17399" y="42164"/>
                  </a:cubicBezTo>
                  <a:lnTo>
                    <a:pt x="0" y="17145"/>
                  </a:lnTo>
                  <a:cubicBezTo>
                    <a:pt x="7620" y="11938"/>
                    <a:pt x="16510" y="5715"/>
                    <a:pt x="2476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7" name="Google Shape;267;p14"/>
          <p:cNvSpPr/>
          <p:nvPr/>
        </p:nvSpPr>
        <p:spPr>
          <a:xfrm>
            <a:off x="235748" y="1856293"/>
            <a:ext cx="606528" cy="615225"/>
          </a:xfrm>
          <a:custGeom>
            <a:rect b="b" l="l" r="r" t="t"/>
            <a:pathLst>
              <a:path extrusionOk="0" h="945607" w="932254">
                <a:moveTo>
                  <a:pt x="514905" y="852495"/>
                </a:moveTo>
                <a:cubicBezTo>
                  <a:pt x="497125" y="852622"/>
                  <a:pt x="483028" y="866592"/>
                  <a:pt x="483282" y="883991"/>
                </a:cubicBezTo>
                <a:cubicBezTo>
                  <a:pt x="483536" y="901390"/>
                  <a:pt x="498268" y="915614"/>
                  <a:pt x="515540" y="915360"/>
                </a:cubicBezTo>
                <a:cubicBezTo>
                  <a:pt x="532177" y="914979"/>
                  <a:pt x="546528" y="900120"/>
                  <a:pt x="546274" y="883483"/>
                </a:cubicBezTo>
                <a:cubicBezTo>
                  <a:pt x="546020" y="866211"/>
                  <a:pt x="532050" y="852495"/>
                  <a:pt x="514905" y="852622"/>
                </a:cubicBezTo>
                <a:moveTo>
                  <a:pt x="129714" y="852622"/>
                </a:moveTo>
                <a:cubicBezTo>
                  <a:pt x="111934" y="852622"/>
                  <a:pt x="97583" y="866465"/>
                  <a:pt x="97456" y="883737"/>
                </a:cubicBezTo>
                <a:cubicBezTo>
                  <a:pt x="97456" y="900501"/>
                  <a:pt x="112696" y="915614"/>
                  <a:pt x="129587" y="915487"/>
                </a:cubicBezTo>
                <a:cubicBezTo>
                  <a:pt x="146732" y="915360"/>
                  <a:pt x="160321" y="901390"/>
                  <a:pt x="160321" y="883864"/>
                </a:cubicBezTo>
                <a:cubicBezTo>
                  <a:pt x="160321" y="866084"/>
                  <a:pt x="147113" y="852622"/>
                  <a:pt x="129714" y="852622"/>
                </a:cubicBezTo>
                <a:moveTo>
                  <a:pt x="112188" y="562173"/>
                </a:moveTo>
                <a:cubicBezTo>
                  <a:pt x="112315" y="544901"/>
                  <a:pt x="98599" y="530931"/>
                  <a:pt x="81327" y="530677"/>
                </a:cubicBezTo>
                <a:cubicBezTo>
                  <a:pt x="64436" y="530423"/>
                  <a:pt x="49450" y="545282"/>
                  <a:pt x="49323" y="562427"/>
                </a:cubicBezTo>
                <a:cubicBezTo>
                  <a:pt x="49196" y="579191"/>
                  <a:pt x="63547" y="593288"/>
                  <a:pt x="80692" y="593415"/>
                </a:cubicBezTo>
                <a:cubicBezTo>
                  <a:pt x="98853" y="593542"/>
                  <a:pt x="112061" y="580334"/>
                  <a:pt x="112188" y="562046"/>
                </a:cubicBezTo>
                <a:moveTo>
                  <a:pt x="787066" y="95448"/>
                </a:moveTo>
                <a:cubicBezTo>
                  <a:pt x="805354" y="95448"/>
                  <a:pt x="818943" y="82367"/>
                  <a:pt x="819070" y="64460"/>
                </a:cubicBezTo>
                <a:cubicBezTo>
                  <a:pt x="819070" y="47315"/>
                  <a:pt x="805354" y="32837"/>
                  <a:pt x="788463" y="32583"/>
                </a:cubicBezTo>
                <a:cubicBezTo>
                  <a:pt x="771318" y="32329"/>
                  <a:pt x="756332" y="46934"/>
                  <a:pt x="756205" y="64079"/>
                </a:cubicBezTo>
                <a:cubicBezTo>
                  <a:pt x="756078" y="81224"/>
                  <a:pt x="770048" y="95448"/>
                  <a:pt x="787066" y="95448"/>
                </a:cubicBezTo>
                <a:moveTo>
                  <a:pt x="386254" y="95448"/>
                </a:moveTo>
                <a:cubicBezTo>
                  <a:pt x="403653" y="95448"/>
                  <a:pt x="417369" y="81986"/>
                  <a:pt x="417496" y="64714"/>
                </a:cubicBezTo>
                <a:cubicBezTo>
                  <a:pt x="417623" y="47061"/>
                  <a:pt x="403526" y="32710"/>
                  <a:pt x="386254" y="32710"/>
                </a:cubicBezTo>
                <a:cubicBezTo>
                  <a:pt x="369490" y="32710"/>
                  <a:pt x="355012" y="47061"/>
                  <a:pt x="354758" y="63825"/>
                </a:cubicBezTo>
                <a:cubicBezTo>
                  <a:pt x="354504" y="81351"/>
                  <a:pt x="368474" y="95448"/>
                  <a:pt x="386254" y="95448"/>
                </a:cubicBezTo>
                <a:moveTo>
                  <a:pt x="321865" y="691586"/>
                </a:moveTo>
                <a:cubicBezTo>
                  <a:pt x="304593" y="691713"/>
                  <a:pt x="289734" y="706699"/>
                  <a:pt x="290242" y="723590"/>
                </a:cubicBezTo>
                <a:cubicBezTo>
                  <a:pt x="290750" y="740481"/>
                  <a:pt x="305228" y="754578"/>
                  <a:pt x="321992" y="754451"/>
                </a:cubicBezTo>
                <a:cubicBezTo>
                  <a:pt x="339772" y="754324"/>
                  <a:pt x="353361" y="740354"/>
                  <a:pt x="353107" y="722574"/>
                </a:cubicBezTo>
                <a:cubicBezTo>
                  <a:pt x="352853" y="705302"/>
                  <a:pt x="338883" y="691459"/>
                  <a:pt x="321865" y="691713"/>
                </a:cubicBezTo>
                <a:moveTo>
                  <a:pt x="594026" y="545282"/>
                </a:moveTo>
                <a:cubicBezTo>
                  <a:pt x="612314" y="545409"/>
                  <a:pt x="626284" y="532201"/>
                  <a:pt x="626538" y="514675"/>
                </a:cubicBezTo>
                <a:cubicBezTo>
                  <a:pt x="626792" y="497530"/>
                  <a:pt x="612314" y="482671"/>
                  <a:pt x="595169" y="482544"/>
                </a:cubicBezTo>
                <a:cubicBezTo>
                  <a:pt x="578278" y="482290"/>
                  <a:pt x="563927" y="496514"/>
                  <a:pt x="563800" y="513532"/>
                </a:cubicBezTo>
                <a:cubicBezTo>
                  <a:pt x="563546" y="531185"/>
                  <a:pt x="576881" y="545155"/>
                  <a:pt x="594026" y="545282"/>
                </a:cubicBezTo>
                <a:moveTo>
                  <a:pt x="321992" y="402661"/>
                </a:moveTo>
                <a:cubicBezTo>
                  <a:pt x="295068" y="402407"/>
                  <a:pt x="275129" y="421965"/>
                  <a:pt x="274748" y="448635"/>
                </a:cubicBezTo>
                <a:cubicBezTo>
                  <a:pt x="274494" y="476829"/>
                  <a:pt x="293671" y="496768"/>
                  <a:pt x="321484" y="497022"/>
                </a:cubicBezTo>
                <a:cubicBezTo>
                  <a:pt x="348281" y="497276"/>
                  <a:pt x="369109" y="477464"/>
                  <a:pt x="369363" y="451429"/>
                </a:cubicBezTo>
                <a:cubicBezTo>
                  <a:pt x="369617" y="422854"/>
                  <a:pt x="350186" y="402788"/>
                  <a:pt x="321992" y="402534"/>
                </a:cubicBezTo>
                <a:moveTo>
                  <a:pt x="804465" y="674822"/>
                </a:moveTo>
                <a:cubicBezTo>
                  <a:pt x="804338" y="701238"/>
                  <a:pt x="825293" y="722320"/>
                  <a:pt x="851836" y="722574"/>
                </a:cubicBezTo>
                <a:cubicBezTo>
                  <a:pt x="878379" y="722828"/>
                  <a:pt x="899080" y="702254"/>
                  <a:pt x="899588" y="675203"/>
                </a:cubicBezTo>
                <a:cubicBezTo>
                  <a:pt x="900096" y="648914"/>
                  <a:pt x="879141" y="627324"/>
                  <a:pt x="852725" y="626943"/>
                </a:cubicBezTo>
                <a:cubicBezTo>
                  <a:pt x="825928" y="626562"/>
                  <a:pt x="804592" y="647771"/>
                  <a:pt x="804592" y="674822"/>
                </a:cubicBezTo>
                <a:moveTo>
                  <a:pt x="80819" y="240101"/>
                </a:moveTo>
                <a:cubicBezTo>
                  <a:pt x="108251" y="240101"/>
                  <a:pt x="128571" y="219781"/>
                  <a:pt x="128571" y="192222"/>
                </a:cubicBezTo>
                <a:cubicBezTo>
                  <a:pt x="128571" y="166060"/>
                  <a:pt x="107997" y="145486"/>
                  <a:pt x="81581" y="145486"/>
                </a:cubicBezTo>
                <a:cubicBezTo>
                  <a:pt x="53895" y="145359"/>
                  <a:pt x="33702" y="165171"/>
                  <a:pt x="33448" y="192857"/>
                </a:cubicBezTo>
                <a:cubicBezTo>
                  <a:pt x="33194" y="219527"/>
                  <a:pt x="53768" y="240101"/>
                  <a:pt x="80819" y="240101"/>
                </a:cubicBezTo>
                <a:moveTo>
                  <a:pt x="547290" y="224734"/>
                </a:moveTo>
                <a:cubicBezTo>
                  <a:pt x="547163" y="251150"/>
                  <a:pt x="568245" y="272613"/>
                  <a:pt x="594534" y="272613"/>
                </a:cubicBezTo>
                <a:cubicBezTo>
                  <a:pt x="621204" y="272740"/>
                  <a:pt x="643048" y="251023"/>
                  <a:pt x="642794" y="224480"/>
                </a:cubicBezTo>
                <a:cubicBezTo>
                  <a:pt x="642540" y="198572"/>
                  <a:pt x="621585" y="177363"/>
                  <a:pt x="595804" y="176982"/>
                </a:cubicBezTo>
                <a:cubicBezTo>
                  <a:pt x="569134" y="176601"/>
                  <a:pt x="547417" y="197937"/>
                  <a:pt x="547290" y="224607"/>
                </a:cubicBezTo>
                <a:moveTo>
                  <a:pt x="279574" y="772231"/>
                </a:moveTo>
                <a:lnTo>
                  <a:pt x="189785" y="849701"/>
                </a:lnTo>
                <a:cubicBezTo>
                  <a:pt x="188134" y="851098"/>
                  <a:pt x="188261" y="856178"/>
                  <a:pt x="189277" y="858972"/>
                </a:cubicBezTo>
                <a:cubicBezTo>
                  <a:pt x="201469" y="890468"/>
                  <a:pt x="189150" y="924631"/>
                  <a:pt x="160194" y="941014"/>
                </a:cubicBezTo>
                <a:cubicBezTo>
                  <a:pt x="148510" y="947618"/>
                  <a:pt x="136191" y="945078"/>
                  <a:pt x="124126" y="945332"/>
                </a:cubicBezTo>
                <a:cubicBezTo>
                  <a:pt x="95678" y="945713"/>
                  <a:pt x="71802" y="926536"/>
                  <a:pt x="66087" y="898850"/>
                </a:cubicBezTo>
                <a:cubicBezTo>
                  <a:pt x="60753" y="873196"/>
                  <a:pt x="67738" y="850971"/>
                  <a:pt x="88058" y="834207"/>
                </a:cubicBezTo>
                <a:cubicBezTo>
                  <a:pt x="109013" y="816935"/>
                  <a:pt x="132508" y="814776"/>
                  <a:pt x="157273" y="825444"/>
                </a:cubicBezTo>
                <a:lnTo>
                  <a:pt x="160575" y="827095"/>
                </a:lnTo>
                <a:cubicBezTo>
                  <a:pt x="179117" y="814522"/>
                  <a:pt x="195500" y="800679"/>
                  <a:pt x="211756" y="786709"/>
                </a:cubicBezTo>
                <a:lnTo>
                  <a:pt x="255317" y="749371"/>
                </a:lnTo>
                <a:cubicBezTo>
                  <a:pt x="259381" y="745942"/>
                  <a:pt x="260016" y="743021"/>
                  <a:pt x="258873" y="737687"/>
                </a:cubicBezTo>
                <a:cubicBezTo>
                  <a:pt x="252015" y="705556"/>
                  <a:pt x="268144" y="675838"/>
                  <a:pt x="298497" y="662630"/>
                </a:cubicBezTo>
                <a:lnTo>
                  <a:pt x="304847" y="657931"/>
                </a:lnTo>
                <a:cubicBezTo>
                  <a:pt x="305228" y="613862"/>
                  <a:pt x="305101" y="572206"/>
                  <a:pt x="305101" y="531439"/>
                </a:cubicBezTo>
                <a:lnTo>
                  <a:pt x="273732" y="515056"/>
                </a:lnTo>
                <a:cubicBezTo>
                  <a:pt x="264588" y="508198"/>
                  <a:pt x="257476" y="498673"/>
                  <a:pt x="248713" y="489529"/>
                </a:cubicBezTo>
                <a:lnTo>
                  <a:pt x="157146" y="535376"/>
                </a:lnTo>
                <a:cubicBezTo>
                  <a:pt x="154352" y="536773"/>
                  <a:pt x="151812" y="538551"/>
                  <a:pt x="148891" y="539440"/>
                </a:cubicBezTo>
                <a:lnTo>
                  <a:pt x="143176" y="543631"/>
                </a:lnTo>
                <a:cubicBezTo>
                  <a:pt x="151558" y="584398"/>
                  <a:pt x="130857" y="617037"/>
                  <a:pt x="95424" y="625673"/>
                </a:cubicBezTo>
                <a:cubicBezTo>
                  <a:pt x="61769" y="633928"/>
                  <a:pt x="26082" y="612084"/>
                  <a:pt x="17954" y="578175"/>
                </a:cubicBezTo>
                <a:cubicBezTo>
                  <a:pt x="9572" y="542742"/>
                  <a:pt x="32051" y="506547"/>
                  <a:pt x="66976" y="499181"/>
                </a:cubicBezTo>
                <a:cubicBezTo>
                  <a:pt x="86280" y="495117"/>
                  <a:pt x="103425" y="499435"/>
                  <a:pt x="119554" y="510230"/>
                </a:cubicBezTo>
                <a:lnTo>
                  <a:pt x="127047" y="512516"/>
                </a:lnTo>
                <a:cubicBezTo>
                  <a:pt x="165020" y="493974"/>
                  <a:pt x="200072" y="476067"/>
                  <a:pt x="235378" y="458668"/>
                </a:cubicBezTo>
                <a:lnTo>
                  <a:pt x="241601" y="454985"/>
                </a:lnTo>
                <a:cubicBezTo>
                  <a:pt x="240585" y="434157"/>
                  <a:pt x="245538" y="419679"/>
                  <a:pt x="254047" y="405201"/>
                </a:cubicBezTo>
                <a:lnTo>
                  <a:pt x="229282" y="377134"/>
                </a:lnTo>
                <a:cubicBezTo>
                  <a:pt x="196516" y="340685"/>
                  <a:pt x="163623" y="304236"/>
                  <a:pt x="131111" y="267660"/>
                </a:cubicBezTo>
                <a:lnTo>
                  <a:pt x="123364" y="262453"/>
                </a:lnTo>
                <a:cubicBezTo>
                  <a:pt x="87423" y="278836"/>
                  <a:pt x="58467" y="277058"/>
                  <a:pt x="31797" y="257246"/>
                </a:cubicBezTo>
                <a:cubicBezTo>
                  <a:pt x="5127" y="237434"/>
                  <a:pt x="-4017" y="209494"/>
                  <a:pt x="1571" y="177871"/>
                </a:cubicBezTo>
                <a:cubicBezTo>
                  <a:pt x="7286" y="145486"/>
                  <a:pt x="27352" y="124023"/>
                  <a:pt x="59356" y="114752"/>
                </a:cubicBezTo>
                <a:cubicBezTo>
                  <a:pt x="90217" y="105862"/>
                  <a:pt x="124761" y="117038"/>
                  <a:pt x="144192" y="141676"/>
                </a:cubicBezTo>
                <a:cubicBezTo>
                  <a:pt x="164639" y="167584"/>
                  <a:pt x="167814" y="203398"/>
                  <a:pt x="152193" y="231973"/>
                </a:cubicBezTo>
                <a:lnTo>
                  <a:pt x="150034" y="235656"/>
                </a:lnTo>
                <a:cubicBezTo>
                  <a:pt x="191817" y="285694"/>
                  <a:pt x="234743" y="333319"/>
                  <a:pt x="275256" y="378404"/>
                </a:cubicBezTo>
                <a:cubicBezTo>
                  <a:pt x="292782" y="375102"/>
                  <a:pt x="307895" y="370022"/>
                  <a:pt x="323135" y="369641"/>
                </a:cubicBezTo>
                <a:cubicBezTo>
                  <a:pt x="360854" y="368752"/>
                  <a:pt x="391969" y="394152"/>
                  <a:pt x="400605" y="430982"/>
                </a:cubicBezTo>
                <a:lnTo>
                  <a:pt x="403653" y="437459"/>
                </a:lnTo>
                <a:cubicBezTo>
                  <a:pt x="451278" y="450286"/>
                  <a:pt x="494458" y="462351"/>
                  <a:pt x="537765" y="473908"/>
                </a:cubicBezTo>
                <a:lnTo>
                  <a:pt x="543861" y="472892"/>
                </a:lnTo>
                <a:cubicBezTo>
                  <a:pt x="555291" y="465526"/>
                  <a:pt x="564054" y="459557"/>
                  <a:pt x="572690" y="453207"/>
                </a:cubicBezTo>
                <a:lnTo>
                  <a:pt x="578151" y="448127"/>
                </a:lnTo>
                <a:cubicBezTo>
                  <a:pt x="578532" y="400502"/>
                  <a:pt x="578532" y="355417"/>
                  <a:pt x="578151" y="310332"/>
                </a:cubicBezTo>
                <a:lnTo>
                  <a:pt x="574849" y="303728"/>
                </a:lnTo>
                <a:cubicBezTo>
                  <a:pt x="535606" y="293187"/>
                  <a:pt x="507031" y="253944"/>
                  <a:pt x="515540" y="210637"/>
                </a:cubicBezTo>
                <a:lnTo>
                  <a:pt x="515286" y="201112"/>
                </a:lnTo>
                <a:cubicBezTo>
                  <a:pt x="495474" y="184729"/>
                  <a:pt x="480615" y="171902"/>
                  <a:pt x="465629" y="158948"/>
                </a:cubicBezTo>
                <a:lnTo>
                  <a:pt x="420163" y="119959"/>
                </a:lnTo>
                <a:cubicBezTo>
                  <a:pt x="402383" y="129484"/>
                  <a:pt x="383841" y="132151"/>
                  <a:pt x="364410" y="125293"/>
                </a:cubicBezTo>
                <a:cubicBezTo>
                  <a:pt x="349932" y="120086"/>
                  <a:pt x="338756" y="110815"/>
                  <a:pt x="330755" y="97861"/>
                </a:cubicBezTo>
                <a:cubicBezTo>
                  <a:pt x="315134" y="72842"/>
                  <a:pt x="319452" y="40965"/>
                  <a:pt x="339899" y="18740"/>
                </a:cubicBezTo>
                <a:cubicBezTo>
                  <a:pt x="359457" y="-2469"/>
                  <a:pt x="399208" y="-3993"/>
                  <a:pt x="419401" y="8580"/>
                </a:cubicBezTo>
                <a:cubicBezTo>
                  <a:pt x="448865" y="26868"/>
                  <a:pt x="457247" y="55697"/>
                  <a:pt x="443785" y="96210"/>
                </a:cubicBezTo>
                <a:lnTo>
                  <a:pt x="532812" y="172537"/>
                </a:lnTo>
                <a:cubicBezTo>
                  <a:pt x="548179" y="155265"/>
                  <a:pt x="567229" y="145486"/>
                  <a:pt x="589835" y="144216"/>
                </a:cubicBezTo>
                <a:cubicBezTo>
                  <a:pt x="612187" y="142946"/>
                  <a:pt x="632380" y="149677"/>
                  <a:pt x="649906" y="165044"/>
                </a:cubicBezTo>
                <a:lnTo>
                  <a:pt x="715311" y="109545"/>
                </a:lnTo>
                <a:cubicBezTo>
                  <a:pt x="725852" y="101163"/>
                  <a:pt x="729916" y="94686"/>
                  <a:pt x="725344" y="79700"/>
                </a:cubicBezTo>
                <a:cubicBezTo>
                  <a:pt x="715692" y="48077"/>
                  <a:pt x="733218" y="15184"/>
                  <a:pt x="764079" y="4389"/>
                </a:cubicBezTo>
                <a:cubicBezTo>
                  <a:pt x="788336" y="-4120"/>
                  <a:pt x="814752" y="-691"/>
                  <a:pt x="833421" y="18486"/>
                </a:cubicBezTo>
                <a:cubicBezTo>
                  <a:pt x="852090" y="37663"/>
                  <a:pt x="857678" y="64968"/>
                  <a:pt x="847391" y="89225"/>
                </a:cubicBezTo>
                <a:cubicBezTo>
                  <a:pt x="837104" y="113482"/>
                  <a:pt x="813863" y="129738"/>
                  <a:pt x="788209" y="128722"/>
                </a:cubicBezTo>
                <a:lnTo>
                  <a:pt x="758745" y="122626"/>
                </a:lnTo>
                <a:cubicBezTo>
                  <a:pt x="755951" y="122118"/>
                  <a:pt x="751887" y="121991"/>
                  <a:pt x="749982" y="123515"/>
                </a:cubicBezTo>
                <a:lnTo>
                  <a:pt x="669337" y="192222"/>
                </a:lnTo>
                <a:cubicBezTo>
                  <a:pt x="677973" y="215717"/>
                  <a:pt x="678481" y="239212"/>
                  <a:pt x="667051" y="261818"/>
                </a:cubicBezTo>
                <a:cubicBezTo>
                  <a:pt x="655621" y="284678"/>
                  <a:pt x="636444" y="298267"/>
                  <a:pt x="611552" y="304617"/>
                </a:cubicBezTo>
                <a:lnTo>
                  <a:pt x="611298" y="426156"/>
                </a:lnTo>
                <a:cubicBezTo>
                  <a:pt x="611044" y="441396"/>
                  <a:pt x="611806" y="452318"/>
                  <a:pt x="629078" y="460319"/>
                </a:cubicBezTo>
                <a:cubicBezTo>
                  <a:pt x="649906" y="469844"/>
                  <a:pt x="658669" y="490545"/>
                  <a:pt x="659685" y="513659"/>
                </a:cubicBezTo>
                <a:lnTo>
                  <a:pt x="661082" y="521406"/>
                </a:lnTo>
                <a:cubicBezTo>
                  <a:pt x="710485" y="551378"/>
                  <a:pt x="757729" y="579699"/>
                  <a:pt x="804719" y="607893"/>
                </a:cubicBezTo>
                <a:cubicBezTo>
                  <a:pt x="845613" y="582239"/>
                  <a:pt x="891206" y="593796"/>
                  <a:pt x="915463" y="624657"/>
                </a:cubicBezTo>
                <a:cubicBezTo>
                  <a:pt x="939085" y="654629"/>
                  <a:pt x="937561" y="700984"/>
                  <a:pt x="912288" y="728670"/>
                </a:cubicBezTo>
                <a:cubicBezTo>
                  <a:pt x="884348" y="759277"/>
                  <a:pt x="840152" y="764865"/>
                  <a:pt x="805735" y="741878"/>
                </a:cubicBezTo>
                <a:cubicBezTo>
                  <a:pt x="775890" y="721939"/>
                  <a:pt x="757729" y="678251"/>
                  <a:pt x="781478" y="632912"/>
                </a:cubicBezTo>
                <a:lnTo>
                  <a:pt x="648001" y="552648"/>
                </a:lnTo>
                <a:cubicBezTo>
                  <a:pt x="626665" y="576905"/>
                  <a:pt x="600757" y="586430"/>
                  <a:pt x="570277" y="573857"/>
                </a:cubicBezTo>
                <a:cubicBezTo>
                  <a:pt x="541448" y="561919"/>
                  <a:pt x="529256" y="538297"/>
                  <a:pt x="530018" y="506674"/>
                </a:cubicBezTo>
                <a:lnTo>
                  <a:pt x="403399" y="472003"/>
                </a:lnTo>
                <a:cubicBezTo>
                  <a:pt x="394382" y="484957"/>
                  <a:pt x="387524" y="498800"/>
                  <a:pt x="376983" y="508833"/>
                </a:cubicBezTo>
                <a:cubicBezTo>
                  <a:pt x="366696" y="518612"/>
                  <a:pt x="352599" y="524454"/>
                  <a:pt x="338248" y="533217"/>
                </a:cubicBezTo>
                <a:lnTo>
                  <a:pt x="338248" y="619577"/>
                </a:lnTo>
                <a:cubicBezTo>
                  <a:pt x="338248" y="630372"/>
                  <a:pt x="338502" y="641167"/>
                  <a:pt x="338121" y="651962"/>
                </a:cubicBezTo>
                <a:lnTo>
                  <a:pt x="339264" y="660344"/>
                </a:lnTo>
                <a:cubicBezTo>
                  <a:pt x="376602" y="675330"/>
                  <a:pt x="391842" y="705683"/>
                  <a:pt x="384730" y="739084"/>
                </a:cubicBezTo>
                <a:lnTo>
                  <a:pt x="385746" y="746323"/>
                </a:lnTo>
                <a:cubicBezTo>
                  <a:pt x="416480" y="773120"/>
                  <a:pt x="445309" y="797758"/>
                  <a:pt x="474011" y="822523"/>
                </a:cubicBezTo>
                <a:lnTo>
                  <a:pt x="482266" y="827476"/>
                </a:lnTo>
                <a:cubicBezTo>
                  <a:pt x="520874" y="809823"/>
                  <a:pt x="558974" y="824555"/>
                  <a:pt x="573706" y="857067"/>
                </a:cubicBezTo>
                <a:cubicBezTo>
                  <a:pt x="588311" y="889198"/>
                  <a:pt x="574468" y="927298"/>
                  <a:pt x="542083" y="941903"/>
                </a:cubicBezTo>
                <a:lnTo>
                  <a:pt x="525954" y="944443"/>
                </a:lnTo>
                <a:cubicBezTo>
                  <a:pt x="499284" y="946983"/>
                  <a:pt x="482647" y="944189"/>
                  <a:pt x="468804" y="929838"/>
                </a:cubicBezTo>
                <a:cubicBezTo>
                  <a:pt x="452802" y="913201"/>
                  <a:pt x="442261" y="885388"/>
                  <a:pt x="457374" y="852114"/>
                </a:cubicBezTo>
                <a:lnTo>
                  <a:pt x="364537" y="772485"/>
                </a:lnTo>
                <a:cubicBezTo>
                  <a:pt x="351837" y="781375"/>
                  <a:pt x="338248" y="788106"/>
                  <a:pt x="322246" y="787979"/>
                </a:cubicBezTo>
                <a:cubicBezTo>
                  <a:pt x="306244" y="787852"/>
                  <a:pt x="292147" y="782518"/>
                  <a:pt x="279447" y="772231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8" name="Google Shape;268;p14"/>
          <p:cNvGrpSpPr/>
          <p:nvPr/>
        </p:nvGrpSpPr>
        <p:grpSpPr>
          <a:xfrm>
            <a:off x="138508" y="9307776"/>
            <a:ext cx="801365" cy="443320"/>
            <a:chOff x="63500" y="63500"/>
            <a:chExt cx="1508506" cy="834517"/>
          </a:xfrm>
        </p:grpSpPr>
        <p:sp>
          <p:nvSpPr>
            <p:cNvPr id="269" name="Google Shape;269;p14"/>
            <p:cNvSpPr/>
            <p:nvPr/>
          </p:nvSpPr>
          <p:spPr>
            <a:xfrm>
              <a:off x="63500" y="63500"/>
              <a:ext cx="1508506" cy="834517"/>
            </a:xfrm>
            <a:custGeom>
              <a:rect b="b" l="l" r="r" t="t"/>
              <a:pathLst>
                <a:path extrusionOk="0" h="834517" w="1508506">
                  <a:moveTo>
                    <a:pt x="754253" y="30988"/>
                  </a:moveTo>
                  <a:cubicBezTo>
                    <a:pt x="355473" y="30988"/>
                    <a:pt x="30988" y="204216"/>
                    <a:pt x="30988" y="417195"/>
                  </a:cubicBezTo>
                  <a:cubicBezTo>
                    <a:pt x="30988" y="630174"/>
                    <a:pt x="355473" y="803402"/>
                    <a:pt x="754253" y="803402"/>
                  </a:cubicBezTo>
                  <a:cubicBezTo>
                    <a:pt x="1153033" y="803402"/>
                    <a:pt x="1477518" y="630174"/>
                    <a:pt x="1477518" y="417195"/>
                  </a:cubicBezTo>
                  <a:cubicBezTo>
                    <a:pt x="1477518" y="204216"/>
                    <a:pt x="1153033" y="30988"/>
                    <a:pt x="754253" y="30988"/>
                  </a:cubicBezTo>
                  <a:moveTo>
                    <a:pt x="754253" y="834390"/>
                  </a:moveTo>
                  <a:cubicBezTo>
                    <a:pt x="338328" y="834517"/>
                    <a:pt x="0" y="647319"/>
                    <a:pt x="0" y="417195"/>
                  </a:cubicBezTo>
                  <a:cubicBezTo>
                    <a:pt x="0" y="187071"/>
                    <a:pt x="338328" y="0"/>
                    <a:pt x="754253" y="0"/>
                  </a:cubicBezTo>
                  <a:cubicBezTo>
                    <a:pt x="1170178" y="0"/>
                    <a:pt x="1508506" y="187198"/>
                    <a:pt x="1508506" y="417195"/>
                  </a:cubicBezTo>
                  <a:cubicBezTo>
                    <a:pt x="1508506" y="647192"/>
                    <a:pt x="1170178" y="834517"/>
                    <a:pt x="754253" y="8345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4"/>
            <p:cNvSpPr/>
            <p:nvPr/>
          </p:nvSpPr>
          <p:spPr>
            <a:xfrm>
              <a:off x="309372" y="287274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4"/>
            <p:cNvSpPr/>
            <p:nvPr/>
          </p:nvSpPr>
          <p:spPr>
            <a:xfrm>
              <a:off x="515239" y="642112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4"/>
            <p:cNvSpPr/>
            <p:nvPr/>
          </p:nvSpPr>
          <p:spPr>
            <a:xfrm>
              <a:off x="372745" y="561467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4"/>
            <p:cNvSpPr/>
            <p:nvPr/>
          </p:nvSpPr>
          <p:spPr>
            <a:xfrm>
              <a:off x="453390" y="39331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4"/>
            <p:cNvSpPr/>
            <p:nvPr/>
          </p:nvSpPr>
          <p:spPr>
            <a:xfrm>
              <a:off x="957580" y="325755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4"/>
            <p:cNvSpPr/>
            <p:nvPr/>
          </p:nvSpPr>
          <p:spPr>
            <a:xfrm>
              <a:off x="850392" y="727202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4"/>
            <p:cNvSpPr/>
            <p:nvPr/>
          </p:nvSpPr>
          <p:spPr>
            <a:xfrm>
              <a:off x="217170" y="451358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4"/>
            <p:cNvSpPr/>
            <p:nvPr/>
          </p:nvSpPr>
          <p:spPr>
            <a:xfrm>
              <a:off x="618490" y="302006"/>
              <a:ext cx="35052" cy="34798"/>
            </a:xfrm>
            <a:custGeom>
              <a:rect b="b" l="l" r="r" t="t"/>
              <a:pathLst>
                <a:path extrusionOk="0" h="34798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747"/>
                  </a:lnTo>
                  <a:cubicBezTo>
                    <a:pt x="0" y="27051"/>
                    <a:pt x="7874" y="34798"/>
                    <a:pt x="17526" y="34798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4"/>
            <p:cNvSpPr/>
            <p:nvPr/>
          </p:nvSpPr>
          <p:spPr>
            <a:xfrm>
              <a:off x="1103122" y="708914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4"/>
            <p:cNvSpPr/>
            <p:nvPr/>
          </p:nvSpPr>
          <p:spPr>
            <a:xfrm>
              <a:off x="845947" y="435483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127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4"/>
            <p:cNvSpPr/>
            <p:nvPr/>
          </p:nvSpPr>
          <p:spPr>
            <a:xfrm>
              <a:off x="1069594" y="284734"/>
              <a:ext cx="35052" cy="34798"/>
            </a:xfrm>
            <a:custGeom>
              <a:rect b="b" l="l" r="r" t="t"/>
              <a:pathLst>
                <a:path extrusionOk="0" h="34798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747"/>
                  </a:lnTo>
                  <a:cubicBezTo>
                    <a:pt x="0" y="27051"/>
                    <a:pt x="7874" y="34798"/>
                    <a:pt x="17526" y="34798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4"/>
            <p:cNvSpPr/>
            <p:nvPr/>
          </p:nvSpPr>
          <p:spPr>
            <a:xfrm>
              <a:off x="615950" y="758190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4"/>
            <p:cNvSpPr/>
            <p:nvPr/>
          </p:nvSpPr>
          <p:spPr>
            <a:xfrm>
              <a:off x="930148" y="19392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4"/>
            <p:cNvSpPr/>
            <p:nvPr/>
          </p:nvSpPr>
          <p:spPr>
            <a:xfrm>
              <a:off x="1380236" y="346964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4"/>
            <p:cNvSpPr/>
            <p:nvPr/>
          </p:nvSpPr>
          <p:spPr>
            <a:xfrm>
              <a:off x="1293622" y="603377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4"/>
            <p:cNvSpPr/>
            <p:nvPr/>
          </p:nvSpPr>
          <p:spPr>
            <a:xfrm>
              <a:off x="691261" y="174498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4"/>
            <p:cNvSpPr/>
            <p:nvPr/>
          </p:nvSpPr>
          <p:spPr>
            <a:xfrm>
              <a:off x="1224153" y="416433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4"/>
            <p:cNvSpPr/>
            <p:nvPr/>
          </p:nvSpPr>
          <p:spPr>
            <a:xfrm>
              <a:off x="276733" y="615696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4"/>
            <p:cNvSpPr/>
            <p:nvPr/>
          </p:nvSpPr>
          <p:spPr>
            <a:xfrm>
              <a:off x="995299" y="455295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4"/>
            <p:cNvSpPr/>
            <p:nvPr/>
          </p:nvSpPr>
          <p:spPr>
            <a:xfrm>
              <a:off x="701421" y="568579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4"/>
            <p:cNvSpPr/>
            <p:nvPr/>
          </p:nvSpPr>
          <p:spPr>
            <a:xfrm>
              <a:off x="740029" y="366141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4"/>
            <p:cNvSpPr/>
            <p:nvPr/>
          </p:nvSpPr>
          <p:spPr>
            <a:xfrm>
              <a:off x="517525" y="16979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4"/>
            <p:cNvSpPr/>
            <p:nvPr/>
          </p:nvSpPr>
          <p:spPr>
            <a:xfrm>
              <a:off x="600075" y="435991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4"/>
            <p:cNvSpPr/>
            <p:nvPr/>
          </p:nvSpPr>
          <p:spPr>
            <a:xfrm>
              <a:off x="884809" y="609981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4"/>
            <p:cNvSpPr/>
            <p:nvPr/>
          </p:nvSpPr>
          <p:spPr>
            <a:xfrm>
              <a:off x="1108710" y="605028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4"/>
            <p:cNvSpPr/>
            <p:nvPr/>
          </p:nvSpPr>
          <p:spPr>
            <a:xfrm>
              <a:off x="1383157" y="511048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4"/>
            <p:cNvSpPr/>
            <p:nvPr/>
          </p:nvSpPr>
          <p:spPr>
            <a:xfrm>
              <a:off x="1134237" y="508381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4"/>
            <p:cNvSpPr/>
            <p:nvPr/>
          </p:nvSpPr>
          <p:spPr>
            <a:xfrm>
              <a:off x="1224407" y="237744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8" name="Google Shape;298;p14"/>
          <p:cNvGrpSpPr/>
          <p:nvPr/>
        </p:nvGrpSpPr>
        <p:grpSpPr>
          <a:xfrm>
            <a:off x="198554" y="3255793"/>
            <a:ext cx="678944" cy="675645"/>
            <a:chOff x="63500" y="63500"/>
            <a:chExt cx="1043559" cy="1038479"/>
          </a:xfrm>
        </p:grpSpPr>
        <p:sp>
          <p:nvSpPr>
            <p:cNvPr id="299" name="Google Shape;299;p14"/>
            <p:cNvSpPr/>
            <p:nvPr/>
          </p:nvSpPr>
          <p:spPr>
            <a:xfrm>
              <a:off x="66929" y="144399"/>
              <a:ext cx="242316" cy="611378"/>
            </a:xfrm>
            <a:custGeom>
              <a:rect b="b" l="l" r="r" t="t"/>
              <a:pathLst>
                <a:path extrusionOk="0" h="611378" w="242316">
                  <a:moveTo>
                    <a:pt x="225044" y="611378"/>
                  </a:moveTo>
                  <a:lnTo>
                    <a:pt x="178308" y="611378"/>
                  </a:lnTo>
                  <a:cubicBezTo>
                    <a:pt x="78359" y="611378"/>
                    <a:pt x="0" y="535305"/>
                    <a:pt x="0" y="438277"/>
                  </a:cubicBezTo>
                  <a:cubicBezTo>
                    <a:pt x="0" y="350520"/>
                    <a:pt x="63246" y="276733"/>
                    <a:pt x="148717" y="262509"/>
                  </a:cubicBezTo>
                  <a:cubicBezTo>
                    <a:pt x="138049" y="234061"/>
                    <a:pt x="132588" y="203962"/>
                    <a:pt x="132588" y="173101"/>
                  </a:cubicBezTo>
                  <a:cubicBezTo>
                    <a:pt x="132588" y="112649"/>
                    <a:pt x="154305" y="53975"/>
                    <a:pt x="193675" y="8001"/>
                  </a:cubicBezTo>
                  <a:lnTo>
                    <a:pt x="210820" y="0"/>
                  </a:lnTo>
                  <a:cubicBezTo>
                    <a:pt x="225298" y="12446"/>
                    <a:pt x="226187" y="23241"/>
                    <a:pt x="219964" y="30607"/>
                  </a:cubicBezTo>
                  <a:cubicBezTo>
                    <a:pt x="185928" y="70358"/>
                    <a:pt x="167259" y="121031"/>
                    <a:pt x="167259" y="173228"/>
                  </a:cubicBezTo>
                  <a:cubicBezTo>
                    <a:pt x="167259" y="202819"/>
                    <a:pt x="172974" y="231521"/>
                    <a:pt x="184404" y="258572"/>
                  </a:cubicBezTo>
                  <a:lnTo>
                    <a:pt x="189357" y="270256"/>
                  </a:lnTo>
                  <a:cubicBezTo>
                    <a:pt x="191516" y="275336"/>
                    <a:pt x="191135" y="281051"/>
                    <a:pt x="188341" y="285750"/>
                  </a:cubicBezTo>
                  <a:lnTo>
                    <a:pt x="180721" y="293624"/>
                  </a:lnTo>
                  <a:lnTo>
                    <a:pt x="162687" y="295656"/>
                  </a:lnTo>
                  <a:cubicBezTo>
                    <a:pt x="89662" y="303403"/>
                    <a:pt x="34671" y="364871"/>
                    <a:pt x="34671" y="438277"/>
                  </a:cubicBezTo>
                  <a:cubicBezTo>
                    <a:pt x="34671" y="515874"/>
                    <a:pt x="97790" y="576707"/>
                    <a:pt x="178308" y="576707"/>
                  </a:cubicBezTo>
                  <a:lnTo>
                    <a:pt x="225044" y="576707"/>
                  </a:lnTo>
                  <a:cubicBezTo>
                    <a:pt x="234569" y="576707"/>
                    <a:pt x="242316" y="584454"/>
                    <a:pt x="242316" y="593979"/>
                  </a:cubicBezTo>
                  <a:lnTo>
                    <a:pt x="234569" y="611251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4"/>
            <p:cNvSpPr/>
            <p:nvPr/>
          </p:nvSpPr>
          <p:spPr>
            <a:xfrm>
              <a:off x="370797" y="63500"/>
              <a:ext cx="734484" cy="692277"/>
            </a:xfrm>
            <a:custGeom>
              <a:rect b="b" l="l" r="r" t="t"/>
              <a:pathLst>
                <a:path extrusionOk="0" h="692277" w="734484">
                  <a:moveTo>
                    <a:pt x="594149" y="692277"/>
                  </a:moveTo>
                  <a:lnTo>
                    <a:pt x="509567" y="692277"/>
                  </a:lnTo>
                  <a:cubicBezTo>
                    <a:pt x="500042" y="692277"/>
                    <a:pt x="492295" y="684530"/>
                    <a:pt x="492295" y="675005"/>
                  </a:cubicBezTo>
                  <a:lnTo>
                    <a:pt x="500042" y="657733"/>
                  </a:lnTo>
                  <a:lnTo>
                    <a:pt x="594149" y="657733"/>
                  </a:lnTo>
                  <a:cubicBezTo>
                    <a:pt x="654474" y="657733"/>
                    <a:pt x="699940" y="614426"/>
                    <a:pt x="699940" y="557149"/>
                  </a:cubicBezTo>
                  <a:cubicBezTo>
                    <a:pt x="699940" y="499872"/>
                    <a:pt x="654982" y="453517"/>
                    <a:pt x="597705" y="451612"/>
                  </a:cubicBezTo>
                  <a:lnTo>
                    <a:pt x="584370" y="451231"/>
                  </a:lnTo>
                  <a:cubicBezTo>
                    <a:pt x="578782" y="451104"/>
                    <a:pt x="573575" y="448183"/>
                    <a:pt x="570527" y="443484"/>
                  </a:cubicBezTo>
                  <a:lnTo>
                    <a:pt x="566844" y="432816"/>
                  </a:lnTo>
                  <a:lnTo>
                    <a:pt x="573829" y="415036"/>
                  </a:lnTo>
                  <a:cubicBezTo>
                    <a:pt x="582211" y="393700"/>
                    <a:pt x="586402" y="371348"/>
                    <a:pt x="586402" y="348869"/>
                  </a:cubicBezTo>
                  <a:cubicBezTo>
                    <a:pt x="586402" y="248793"/>
                    <a:pt x="504868" y="167259"/>
                    <a:pt x="404792" y="167259"/>
                  </a:cubicBezTo>
                  <a:cubicBezTo>
                    <a:pt x="376471" y="167259"/>
                    <a:pt x="349039" y="173736"/>
                    <a:pt x="323385" y="186690"/>
                  </a:cubicBezTo>
                  <a:lnTo>
                    <a:pt x="314368" y="191262"/>
                  </a:lnTo>
                  <a:lnTo>
                    <a:pt x="304970" y="193675"/>
                  </a:lnTo>
                  <a:cubicBezTo>
                    <a:pt x="295953" y="190246"/>
                    <a:pt x="292270" y="186690"/>
                    <a:pt x="290492" y="182245"/>
                  </a:cubicBezTo>
                  <a:lnTo>
                    <a:pt x="286682" y="172593"/>
                  </a:lnTo>
                  <a:cubicBezTo>
                    <a:pt x="252900" y="88773"/>
                    <a:pt x="172890" y="34671"/>
                    <a:pt x="82720" y="34671"/>
                  </a:cubicBezTo>
                  <a:cubicBezTo>
                    <a:pt x="61638" y="34671"/>
                    <a:pt x="40937" y="37592"/>
                    <a:pt x="20998" y="43434"/>
                  </a:cubicBezTo>
                  <a:lnTo>
                    <a:pt x="2202" y="40894"/>
                  </a:lnTo>
                  <a:cubicBezTo>
                    <a:pt x="-3259" y="22606"/>
                    <a:pt x="2075" y="12954"/>
                    <a:pt x="11219" y="10287"/>
                  </a:cubicBezTo>
                  <a:cubicBezTo>
                    <a:pt x="34333" y="3429"/>
                    <a:pt x="58336" y="0"/>
                    <a:pt x="82720" y="0"/>
                  </a:cubicBezTo>
                  <a:cubicBezTo>
                    <a:pt x="184320" y="0"/>
                    <a:pt x="274744" y="59436"/>
                    <a:pt x="315257" y="152019"/>
                  </a:cubicBezTo>
                  <a:cubicBezTo>
                    <a:pt x="343705" y="139065"/>
                    <a:pt x="373677" y="132461"/>
                    <a:pt x="404665" y="132461"/>
                  </a:cubicBezTo>
                  <a:cubicBezTo>
                    <a:pt x="523918" y="132461"/>
                    <a:pt x="620819" y="229489"/>
                    <a:pt x="620819" y="348615"/>
                  </a:cubicBezTo>
                  <a:cubicBezTo>
                    <a:pt x="620819" y="371983"/>
                    <a:pt x="617009" y="395097"/>
                    <a:pt x="609389" y="417449"/>
                  </a:cubicBezTo>
                  <a:cubicBezTo>
                    <a:pt x="680382" y="425069"/>
                    <a:pt x="734484" y="484378"/>
                    <a:pt x="734484" y="556895"/>
                  </a:cubicBezTo>
                  <a:cubicBezTo>
                    <a:pt x="734484" y="632714"/>
                    <a:pt x="672762" y="692150"/>
                    <a:pt x="594022" y="692150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4"/>
            <p:cNvSpPr/>
            <p:nvPr/>
          </p:nvSpPr>
          <p:spPr>
            <a:xfrm>
              <a:off x="414528" y="998093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4"/>
            <p:cNvSpPr/>
            <p:nvPr/>
          </p:nvSpPr>
          <p:spPr>
            <a:xfrm>
              <a:off x="414528" y="790448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4"/>
            <p:cNvSpPr/>
            <p:nvPr/>
          </p:nvSpPr>
          <p:spPr>
            <a:xfrm>
              <a:off x="414528" y="582803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4"/>
            <p:cNvSpPr/>
            <p:nvPr/>
          </p:nvSpPr>
          <p:spPr>
            <a:xfrm>
              <a:off x="343916" y="928878"/>
              <a:ext cx="484505" cy="173101"/>
            </a:xfrm>
            <a:custGeom>
              <a:rect b="b" l="l" r="r" t="t"/>
              <a:pathLst>
                <a:path extrusionOk="0" h="173101" w="484505">
                  <a:moveTo>
                    <a:pt x="34544" y="138430"/>
                  </a:moveTo>
                  <a:lnTo>
                    <a:pt x="449834" y="138430"/>
                  </a:lnTo>
                  <a:lnTo>
                    <a:pt x="449834" y="34544"/>
                  </a:lnTo>
                  <a:lnTo>
                    <a:pt x="34544" y="34544"/>
                  </a:lnTo>
                  <a:close/>
                  <a:moveTo>
                    <a:pt x="467233" y="173101"/>
                  </a:moveTo>
                  <a:lnTo>
                    <a:pt x="17272" y="173101"/>
                  </a:lnTo>
                  <a:cubicBezTo>
                    <a:pt x="7747" y="173101"/>
                    <a:pt x="0" y="165354"/>
                    <a:pt x="0" y="155829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4"/>
            <p:cNvSpPr/>
            <p:nvPr/>
          </p:nvSpPr>
          <p:spPr>
            <a:xfrm>
              <a:off x="343916" y="721233"/>
              <a:ext cx="484505" cy="172974"/>
            </a:xfrm>
            <a:custGeom>
              <a:rect b="b" l="l" r="r" t="t"/>
              <a:pathLst>
                <a:path extrusionOk="0" h="172974" w="484505">
                  <a:moveTo>
                    <a:pt x="34544" y="138303"/>
                  </a:moveTo>
                  <a:lnTo>
                    <a:pt x="449834" y="138303"/>
                  </a:lnTo>
                  <a:lnTo>
                    <a:pt x="449834" y="34544"/>
                  </a:lnTo>
                  <a:lnTo>
                    <a:pt x="34544" y="34544"/>
                  </a:lnTo>
                  <a:close/>
                  <a:moveTo>
                    <a:pt x="467233" y="172974"/>
                  </a:moveTo>
                  <a:lnTo>
                    <a:pt x="17272" y="172974"/>
                  </a:lnTo>
                  <a:cubicBezTo>
                    <a:pt x="7747" y="172974"/>
                    <a:pt x="0" y="165227"/>
                    <a:pt x="0" y="155702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4"/>
            <p:cNvSpPr/>
            <p:nvPr/>
          </p:nvSpPr>
          <p:spPr>
            <a:xfrm>
              <a:off x="343916" y="513461"/>
              <a:ext cx="484505" cy="173101"/>
            </a:xfrm>
            <a:custGeom>
              <a:rect b="b" l="l" r="r" t="t"/>
              <a:pathLst>
                <a:path extrusionOk="0" h="173101" w="484505">
                  <a:moveTo>
                    <a:pt x="34544" y="138430"/>
                  </a:moveTo>
                  <a:lnTo>
                    <a:pt x="449834" y="138430"/>
                  </a:lnTo>
                  <a:lnTo>
                    <a:pt x="449834" y="34671"/>
                  </a:lnTo>
                  <a:lnTo>
                    <a:pt x="34544" y="34671"/>
                  </a:lnTo>
                  <a:close/>
                  <a:moveTo>
                    <a:pt x="467233" y="173101"/>
                  </a:moveTo>
                  <a:lnTo>
                    <a:pt x="17272" y="173101"/>
                  </a:lnTo>
                  <a:cubicBezTo>
                    <a:pt x="7747" y="173101"/>
                    <a:pt x="0" y="165354"/>
                    <a:pt x="0" y="155829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4"/>
            <p:cNvSpPr/>
            <p:nvPr/>
          </p:nvSpPr>
          <p:spPr>
            <a:xfrm>
              <a:off x="170815" y="824992"/>
              <a:ext cx="138430" cy="207645"/>
            </a:xfrm>
            <a:custGeom>
              <a:rect b="b" l="l" r="r" t="t"/>
              <a:pathLst>
                <a:path extrusionOk="0" h="207645" w="138430">
                  <a:moveTo>
                    <a:pt x="51943" y="207645"/>
                  </a:moveTo>
                  <a:lnTo>
                    <a:pt x="17272" y="207645"/>
                  </a:lnTo>
                  <a:cubicBezTo>
                    <a:pt x="7747" y="207645"/>
                    <a:pt x="0" y="199898"/>
                    <a:pt x="0" y="190373"/>
                  </a:cubicBezTo>
                  <a:lnTo>
                    <a:pt x="7747" y="173101"/>
                  </a:lnTo>
                  <a:lnTo>
                    <a:pt x="51943" y="173101"/>
                  </a:lnTo>
                  <a:cubicBezTo>
                    <a:pt x="80518" y="173101"/>
                    <a:pt x="103886" y="149860"/>
                    <a:pt x="103886" y="121158"/>
                  </a:cubicBezTo>
                  <a:lnTo>
                    <a:pt x="103886" y="17272"/>
                  </a:lnTo>
                  <a:cubicBezTo>
                    <a:pt x="103886" y="7747"/>
                    <a:pt x="111633" y="0"/>
                    <a:pt x="121158" y="0"/>
                  </a:cubicBezTo>
                  <a:lnTo>
                    <a:pt x="138430" y="7747"/>
                  </a:lnTo>
                  <a:lnTo>
                    <a:pt x="138430" y="121158"/>
                  </a:lnTo>
                  <a:cubicBezTo>
                    <a:pt x="138430" y="168910"/>
                    <a:pt x="99568" y="207645"/>
                    <a:pt x="51943" y="207645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4"/>
            <p:cNvSpPr/>
            <p:nvPr/>
          </p:nvSpPr>
          <p:spPr>
            <a:xfrm>
              <a:off x="136271" y="790448"/>
              <a:ext cx="103759" cy="138430"/>
            </a:xfrm>
            <a:custGeom>
              <a:rect b="b" l="l" r="r" t="t"/>
              <a:pathLst>
                <a:path extrusionOk="0" h="138430" w="103759">
                  <a:moveTo>
                    <a:pt x="51816" y="138430"/>
                  </a:moveTo>
                  <a:lnTo>
                    <a:pt x="17272" y="138430"/>
                  </a:lnTo>
                  <a:cubicBezTo>
                    <a:pt x="7747" y="138430"/>
                    <a:pt x="0" y="130683"/>
                    <a:pt x="0" y="121158"/>
                  </a:cubicBezTo>
                  <a:lnTo>
                    <a:pt x="7747" y="103886"/>
                  </a:lnTo>
                  <a:lnTo>
                    <a:pt x="51943" y="103886"/>
                  </a:lnTo>
                  <a:cubicBezTo>
                    <a:pt x="61468" y="103886"/>
                    <a:pt x="69215" y="96139"/>
                    <a:pt x="69215" y="86614"/>
                  </a:cubicBezTo>
                  <a:lnTo>
                    <a:pt x="69215" y="17272"/>
                  </a:lnTo>
                  <a:cubicBezTo>
                    <a:pt x="69215" y="7747"/>
                    <a:pt x="76962" y="0"/>
                    <a:pt x="86487" y="0"/>
                  </a:cubicBezTo>
                  <a:lnTo>
                    <a:pt x="103759" y="7747"/>
                  </a:lnTo>
                  <a:lnTo>
                    <a:pt x="103759" y="86487"/>
                  </a:lnTo>
                  <a:cubicBezTo>
                    <a:pt x="103759" y="115062"/>
                    <a:pt x="80518" y="138430"/>
                    <a:pt x="51816" y="138430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4"/>
            <p:cNvSpPr/>
            <p:nvPr/>
          </p:nvSpPr>
          <p:spPr>
            <a:xfrm>
              <a:off x="863092" y="824992"/>
              <a:ext cx="138430" cy="207645"/>
            </a:xfrm>
            <a:custGeom>
              <a:rect b="b" l="l" r="r" t="t"/>
              <a:pathLst>
                <a:path extrusionOk="0" h="207645" w="138430">
                  <a:moveTo>
                    <a:pt x="121031" y="207645"/>
                  </a:moveTo>
                  <a:lnTo>
                    <a:pt x="86487" y="207645"/>
                  </a:lnTo>
                  <a:cubicBezTo>
                    <a:pt x="38735" y="207645"/>
                    <a:pt x="0" y="168783"/>
                    <a:pt x="0" y="121158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34544" y="7747"/>
                  </a:lnTo>
                  <a:lnTo>
                    <a:pt x="34544" y="121158"/>
                  </a:lnTo>
                  <a:cubicBezTo>
                    <a:pt x="34544" y="149860"/>
                    <a:pt x="57785" y="173101"/>
                    <a:pt x="86487" y="173101"/>
                  </a:cubicBezTo>
                  <a:lnTo>
                    <a:pt x="121158" y="173101"/>
                  </a:lnTo>
                  <a:cubicBezTo>
                    <a:pt x="130683" y="173101"/>
                    <a:pt x="138430" y="180848"/>
                    <a:pt x="138430" y="190373"/>
                  </a:cubicBezTo>
                  <a:lnTo>
                    <a:pt x="130683" y="207645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4"/>
            <p:cNvSpPr/>
            <p:nvPr/>
          </p:nvSpPr>
          <p:spPr>
            <a:xfrm>
              <a:off x="932307" y="790448"/>
              <a:ext cx="103759" cy="138430"/>
            </a:xfrm>
            <a:custGeom>
              <a:rect b="b" l="l" r="r" t="t"/>
              <a:pathLst>
                <a:path extrusionOk="0" h="138430" w="103759">
                  <a:moveTo>
                    <a:pt x="86487" y="138430"/>
                  </a:moveTo>
                  <a:lnTo>
                    <a:pt x="51943" y="138430"/>
                  </a:lnTo>
                  <a:cubicBezTo>
                    <a:pt x="23241" y="138430"/>
                    <a:pt x="0" y="115189"/>
                    <a:pt x="0" y="86487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34544" y="7747"/>
                  </a:lnTo>
                  <a:lnTo>
                    <a:pt x="34544" y="86487"/>
                  </a:lnTo>
                  <a:cubicBezTo>
                    <a:pt x="34544" y="96012"/>
                    <a:pt x="42291" y="103759"/>
                    <a:pt x="51816" y="103759"/>
                  </a:cubicBezTo>
                  <a:lnTo>
                    <a:pt x="86487" y="103759"/>
                  </a:lnTo>
                  <a:cubicBezTo>
                    <a:pt x="96012" y="103759"/>
                    <a:pt x="103759" y="111506"/>
                    <a:pt x="103759" y="121031"/>
                  </a:cubicBezTo>
                  <a:lnTo>
                    <a:pt x="96012" y="138303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4"/>
            <p:cNvSpPr/>
            <p:nvPr/>
          </p:nvSpPr>
          <p:spPr>
            <a:xfrm>
              <a:off x="1070737" y="894334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4"/>
            <p:cNvSpPr/>
            <p:nvPr/>
          </p:nvSpPr>
          <p:spPr>
            <a:xfrm>
              <a:off x="1036193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4"/>
            <p:cNvSpPr/>
            <p:nvPr/>
          </p:nvSpPr>
          <p:spPr>
            <a:xfrm>
              <a:off x="63500" y="894334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4"/>
            <p:cNvSpPr/>
            <p:nvPr/>
          </p:nvSpPr>
          <p:spPr>
            <a:xfrm>
              <a:off x="98171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4"/>
            <p:cNvSpPr/>
            <p:nvPr/>
          </p:nvSpPr>
          <p:spPr>
            <a:xfrm>
              <a:off x="652018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4"/>
            <p:cNvSpPr/>
            <p:nvPr/>
          </p:nvSpPr>
          <p:spPr>
            <a:xfrm>
              <a:off x="721233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4"/>
            <p:cNvSpPr/>
            <p:nvPr/>
          </p:nvSpPr>
          <p:spPr>
            <a:xfrm>
              <a:off x="652018" y="790448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4"/>
            <p:cNvSpPr/>
            <p:nvPr/>
          </p:nvSpPr>
          <p:spPr>
            <a:xfrm>
              <a:off x="721233" y="790448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4"/>
            <p:cNvSpPr/>
            <p:nvPr/>
          </p:nvSpPr>
          <p:spPr>
            <a:xfrm>
              <a:off x="652018" y="58280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4"/>
            <p:cNvSpPr/>
            <p:nvPr/>
          </p:nvSpPr>
          <p:spPr>
            <a:xfrm>
              <a:off x="721233" y="58280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4"/>
            <p:cNvSpPr/>
            <p:nvPr/>
          </p:nvSpPr>
          <p:spPr>
            <a:xfrm>
              <a:off x="306395" y="98065"/>
              <a:ext cx="37902" cy="37063"/>
            </a:xfrm>
            <a:custGeom>
              <a:rect b="b" l="l" r="r" t="t"/>
              <a:pathLst>
                <a:path extrusionOk="0" h="37063" w="37902">
                  <a:moveTo>
                    <a:pt x="16693" y="37063"/>
                  </a:moveTo>
                  <a:lnTo>
                    <a:pt x="5898" y="34523"/>
                  </a:lnTo>
                  <a:cubicBezTo>
                    <a:pt x="-2992" y="21950"/>
                    <a:pt x="-1087" y="11155"/>
                    <a:pt x="6660" y="5567"/>
                  </a:cubicBezTo>
                  <a:lnTo>
                    <a:pt x="10089" y="3154"/>
                  </a:lnTo>
                  <a:cubicBezTo>
                    <a:pt x="17963" y="-2307"/>
                    <a:pt x="28758" y="-529"/>
                    <a:pt x="34219" y="7345"/>
                  </a:cubicBezTo>
                  <a:lnTo>
                    <a:pt x="37902" y="25887"/>
                  </a:lnTo>
                  <a:lnTo>
                    <a:pt x="26599" y="33888"/>
                  </a:lnTo>
                  <a:lnTo>
                    <a:pt x="20122" y="37063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2" name="Google Shape;322;p14"/>
          <p:cNvSpPr/>
          <p:nvPr/>
        </p:nvSpPr>
        <p:spPr>
          <a:xfrm>
            <a:off x="209864" y="4715635"/>
            <a:ext cx="743213" cy="804997"/>
          </a:xfrm>
          <a:custGeom>
            <a:rect b="b" l="l" r="r" t="t"/>
            <a:pathLst>
              <a:path extrusionOk="0" h="804997" w="743213">
                <a:moveTo>
                  <a:pt x="0" y="0"/>
                </a:moveTo>
                <a:lnTo>
                  <a:pt x="743213" y="0"/>
                </a:lnTo>
                <a:lnTo>
                  <a:pt x="743213" y="804997"/>
                </a:lnTo>
                <a:lnTo>
                  <a:pt x="0" y="804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290" l="-16087" r="-16830" t="-11423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7B9CE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7" name="Google Shape;327;p15"/>
          <p:cNvCxnSpPr/>
          <p:nvPr/>
        </p:nvCxnSpPr>
        <p:spPr>
          <a:xfrm>
            <a:off x="1051792" y="1798524"/>
            <a:ext cx="172593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8" name="Google Shape;328;p15"/>
          <p:cNvCxnSpPr/>
          <p:nvPr/>
        </p:nvCxnSpPr>
        <p:spPr>
          <a:xfrm rot="-5400000">
            <a:off x="-4105275" y="5119688"/>
            <a:ext cx="102870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9" name="Google Shape;329;p15"/>
          <p:cNvSpPr/>
          <p:nvPr/>
        </p:nvSpPr>
        <p:spPr>
          <a:xfrm>
            <a:off x="6873721" y="9529940"/>
            <a:ext cx="1354895" cy="466995"/>
          </a:xfrm>
          <a:custGeom>
            <a:rect b="b" l="l" r="r" t="t"/>
            <a:pathLst>
              <a:path extrusionOk="0" h="466995" w="1354895">
                <a:moveTo>
                  <a:pt x="0" y="0"/>
                </a:moveTo>
                <a:lnTo>
                  <a:pt x="1354895" y="0"/>
                </a:lnTo>
                <a:lnTo>
                  <a:pt x="1354895" y="466994"/>
                </a:lnTo>
                <a:lnTo>
                  <a:pt x="0" y="4669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0" name="Google Shape;330;p15"/>
          <p:cNvSpPr/>
          <p:nvPr/>
        </p:nvSpPr>
        <p:spPr>
          <a:xfrm>
            <a:off x="8462186" y="9587767"/>
            <a:ext cx="1694380" cy="415653"/>
          </a:xfrm>
          <a:custGeom>
            <a:rect b="b" l="l" r="r" t="t"/>
            <a:pathLst>
              <a:path extrusionOk="0" h="415653" w="1694380">
                <a:moveTo>
                  <a:pt x="0" y="0"/>
                </a:moveTo>
                <a:lnTo>
                  <a:pt x="1694380" y="0"/>
                </a:lnTo>
                <a:lnTo>
                  <a:pt x="1694380" y="415652"/>
                </a:lnTo>
                <a:lnTo>
                  <a:pt x="0" y="4156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1" name="Google Shape;331;p15"/>
          <p:cNvSpPr/>
          <p:nvPr/>
        </p:nvSpPr>
        <p:spPr>
          <a:xfrm>
            <a:off x="10317519" y="9477357"/>
            <a:ext cx="2368914" cy="614916"/>
          </a:xfrm>
          <a:custGeom>
            <a:rect b="b" l="l" r="r" t="t"/>
            <a:pathLst>
              <a:path extrusionOk="0" h="614916" w="2368914">
                <a:moveTo>
                  <a:pt x="0" y="0"/>
                </a:moveTo>
                <a:lnTo>
                  <a:pt x="2368913" y="0"/>
                </a:lnTo>
                <a:lnTo>
                  <a:pt x="2368913" y="614917"/>
                </a:lnTo>
                <a:lnTo>
                  <a:pt x="0" y="6149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32" name="Google Shape;332;p15"/>
          <p:cNvGrpSpPr/>
          <p:nvPr/>
        </p:nvGrpSpPr>
        <p:grpSpPr>
          <a:xfrm>
            <a:off x="216607" y="6304896"/>
            <a:ext cx="642922" cy="632263"/>
            <a:chOff x="63500" y="63500"/>
            <a:chExt cx="988187" cy="971804"/>
          </a:xfrm>
        </p:grpSpPr>
        <p:sp>
          <p:nvSpPr>
            <p:cNvPr id="333" name="Google Shape;333;p15"/>
            <p:cNvSpPr/>
            <p:nvPr/>
          </p:nvSpPr>
          <p:spPr>
            <a:xfrm>
              <a:off x="857250" y="840994"/>
              <a:ext cx="129540" cy="129540"/>
            </a:xfrm>
            <a:custGeom>
              <a:rect b="b" l="l" r="r" t="t"/>
              <a:pathLst>
                <a:path extrusionOk="0" h="129540" w="129540">
                  <a:moveTo>
                    <a:pt x="64770" y="32385"/>
                  </a:moveTo>
                  <a:cubicBezTo>
                    <a:pt x="46863" y="32385"/>
                    <a:pt x="32385" y="46990"/>
                    <a:pt x="32385" y="64770"/>
                  </a:cubicBezTo>
                  <a:cubicBezTo>
                    <a:pt x="32385" y="82550"/>
                    <a:pt x="46990" y="97155"/>
                    <a:pt x="64770" y="97155"/>
                  </a:cubicBezTo>
                  <a:cubicBezTo>
                    <a:pt x="82550" y="97155"/>
                    <a:pt x="97155" y="82550"/>
                    <a:pt x="97155" y="64770"/>
                  </a:cubicBezTo>
                  <a:cubicBezTo>
                    <a:pt x="97155" y="46990"/>
                    <a:pt x="82550" y="32385"/>
                    <a:pt x="64770" y="32385"/>
                  </a:cubicBezTo>
                  <a:moveTo>
                    <a:pt x="64770" y="129540"/>
                  </a:moveTo>
                  <a:cubicBezTo>
                    <a:pt x="29083" y="129540"/>
                    <a:pt x="0" y="100457"/>
                    <a:pt x="0" y="64770"/>
                  </a:cubicBezTo>
                  <a:cubicBezTo>
                    <a:pt x="0" y="29083"/>
                    <a:pt x="29083" y="0"/>
                    <a:pt x="64770" y="0"/>
                  </a:cubicBezTo>
                  <a:cubicBezTo>
                    <a:pt x="100457" y="0"/>
                    <a:pt x="129540" y="29083"/>
                    <a:pt x="129540" y="64770"/>
                  </a:cubicBezTo>
                  <a:cubicBezTo>
                    <a:pt x="129540" y="100457"/>
                    <a:pt x="100457" y="129540"/>
                    <a:pt x="64770" y="1295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5"/>
            <p:cNvSpPr/>
            <p:nvPr/>
          </p:nvSpPr>
          <p:spPr>
            <a:xfrm>
              <a:off x="905764" y="225552"/>
              <a:ext cx="32512" cy="647827"/>
            </a:xfrm>
            <a:custGeom>
              <a:rect b="b" l="l" r="r" t="t"/>
              <a:pathLst>
                <a:path extrusionOk="0" h="647827" w="32512">
                  <a:moveTo>
                    <a:pt x="16256" y="647827"/>
                  </a:moveTo>
                  <a:lnTo>
                    <a:pt x="0" y="640588"/>
                  </a:lnTo>
                  <a:lnTo>
                    <a:pt x="0" y="16129"/>
                  </a:lnTo>
                  <a:cubicBezTo>
                    <a:pt x="0" y="7112"/>
                    <a:pt x="7239" y="0"/>
                    <a:pt x="16256" y="0"/>
                  </a:cubicBezTo>
                  <a:lnTo>
                    <a:pt x="32512" y="7239"/>
                  </a:lnTo>
                  <a:lnTo>
                    <a:pt x="32512" y="631698"/>
                  </a:lnTo>
                  <a:cubicBezTo>
                    <a:pt x="32512" y="640588"/>
                    <a:pt x="25273" y="647827"/>
                    <a:pt x="16256" y="64782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15"/>
            <p:cNvSpPr/>
            <p:nvPr/>
          </p:nvSpPr>
          <p:spPr>
            <a:xfrm>
              <a:off x="121679" y="510286"/>
              <a:ext cx="44042" cy="38989"/>
            </a:xfrm>
            <a:custGeom>
              <a:rect b="b" l="l" r="r" t="t"/>
              <a:pathLst>
                <a:path extrusionOk="0" h="38989" w="44042">
                  <a:moveTo>
                    <a:pt x="27927" y="38989"/>
                  </a:moveTo>
                  <a:lnTo>
                    <a:pt x="23990" y="38608"/>
                  </a:lnTo>
                  <a:lnTo>
                    <a:pt x="10401" y="33401"/>
                  </a:lnTo>
                  <a:cubicBezTo>
                    <a:pt x="2019" y="30226"/>
                    <a:pt x="-2172" y="20828"/>
                    <a:pt x="1130" y="12446"/>
                  </a:cubicBezTo>
                  <a:lnTo>
                    <a:pt x="13703" y="0"/>
                  </a:lnTo>
                  <a:lnTo>
                    <a:pt x="33642" y="7620"/>
                  </a:lnTo>
                  <a:cubicBezTo>
                    <a:pt x="42024" y="10795"/>
                    <a:pt x="46215" y="20193"/>
                    <a:pt x="42913" y="28575"/>
                  </a:cubicBezTo>
                  <a:lnTo>
                    <a:pt x="34277" y="3898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15"/>
            <p:cNvSpPr/>
            <p:nvPr/>
          </p:nvSpPr>
          <p:spPr>
            <a:xfrm>
              <a:off x="180213" y="535721"/>
              <a:ext cx="620903" cy="90770"/>
            </a:xfrm>
            <a:custGeom>
              <a:rect b="b" l="l" r="r" t="t"/>
              <a:pathLst>
                <a:path extrusionOk="0" h="90770" w="620903">
                  <a:moveTo>
                    <a:pt x="476758" y="90770"/>
                  </a:moveTo>
                  <a:lnTo>
                    <a:pt x="300863" y="90770"/>
                  </a:lnTo>
                  <a:cubicBezTo>
                    <a:pt x="291211" y="90770"/>
                    <a:pt x="281813" y="88230"/>
                    <a:pt x="273431" y="83531"/>
                  </a:cubicBezTo>
                  <a:lnTo>
                    <a:pt x="193675" y="37938"/>
                  </a:lnTo>
                  <a:cubicBezTo>
                    <a:pt x="190246" y="36033"/>
                    <a:pt x="186309" y="34890"/>
                    <a:pt x="182245" y="34890"/>
                  </a:cubicBezTo>
                  <a:lnTo>
                    <a:pt x="32385" y="34890"/>
                  </a:lnTo>
                  <a:cubicBezTo>
                    <a:pt x="25527" y="34890"/>
                    <a:pt x="18923" y="33620"/>
                    <a:pt x="12446" y="31207"/>
                  </a:cubicBezTo>
                  <a:lnTo>
                    <a:pt x="0" y="18634"/>
                  </a:lnTo>
                  <a:cubicBezTo>
                    <a:pt x="6477" y="1997"/>
                    <a:pt x="15875" y="-2194"/>
                    <a:pt x="24130" y="981"/>
                  </a:cubicBezTo>
                  <a:lnTo>
                    <a:pt x="29464" y="2505"/>
                  </a:lnTo>
                  <a:lnTo>
                    <a:pt x="182372" y="2505"/>
                  </a:lnTo>
                  <a:cubicBezTo>
                    <a:pt x="192024" y="2505"/>
                    <a:pt x="201549" y="5045"/>
                    <a:pt x="209804" y="9744"/>
                  </a:cubicBezTo>
                  <a:lnTo>
                    <a:pt x="289560" y="55337"/>
                  </a:lnTo>
                  <a:cubicBezTo>
                    <a:pt x="292989" y="57242"/>
                    <a:pt x="296926" y="58385"/>
                    <a:pt x="300863" y="58385"/>
                  </a:cubicBezTo>
                  <a:lnTo>
                    <a:pt x="476758" y="58385"/>
                  </a:lnTo>
                  <a:cubicBezTo>
                    <a:pt x="480314" y="58385"/>
                    <a:pt x="483870" y="57496"/>
                    <a:pt x="486918" y="55972"/>
                  </a:cubicBezTo>
                  <a:lnTo>
                    <a:pt x="526288" y="36287"/>
                  </a:lnTo>
                  <a:cubicBezTo>
                    <a:pt x="533908" y="32477"/>
                    <a:pt x="542417" y="30445"/>
                    <a:pt x="551053" y="30445"/>
                  </a:cubicBezTo>
                  <a:lnTo>
                    <a:pt x="604647" y="30445"/>
                  </a:lnTo>
                  <a:cubicBezTo>
                    <a:pt x="613664" y="30445"/>
                    <a:pt x="620903" y="37684"/>
                    <a:pt x="620903" y="46574"/>
                  </a:cubicBezTo>
                  <a:lnTo>
                    <a:pt x="613664" y="62830"/>
                  </a:lnTo>
                  <a:lnTo>
                    <a:pt x="551053" y="62830"/>
                  </a:lnTo>
                  <a:cubicBezTo>
                    <a:pt x="547497" y="62830"/>
                    <a:pt x="543941" y="63719"/>
                    <a:pt x="540893" y="65243"/>
                  </a:cubicBezTo>
                  <a:lnTo>
                    <a:pt x="501523" y="84928"/>
                  </a:lnTo>
                  <a:cubicBezTo>
                    <a:pt x="493903" y="88738"/>
                    <a:pt x="485394" y="90770"/>
                    <a:pt x="476758" y="907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15"/>
            <p:cNvSpPr/>
            <p:nvPr/>
          </p:nvSpPr>
          <p:spPr>
            <a:xfrm>
              <a:off x="378206" y="705739"/>
              <a:ext cx="120232" cy="139192"/>
            </a:xfrm>
            <a:custGeom>
              <a:rect b="b" l="l" r="r" t="t"/>
              <a:pathLst>
                <a:path extrusionOk="0" h="139192" w="120232">
                  <a:moveTo>
                    <a:pt x="89916" y="139192"/>
                  </a:moveTo>
                  <a:lnTo>
                    <a:pt x="78232" y="135890"/>
                  </a:lnTo>
                  <a:cubicBezTo>
                    <a:pt x="65532" y="110490"/>
                    <a:pt x="68326" y="86995"/>
                    <a:pt x="82423" y="70104"/>
                  </a:cubicBezTo>
                  <a:lnTo>
                    <a:pt x="89408" y="53975"/>
                  </a:lnTo>
                  <a:cubicBezTo>
                    <a:pt x="81661" y="37465"/>
                    <a:pt x="73914" y="32512"/>
                    <a:pt x="64770" y="32512"/>
                  </a:cubicBezTo>
                  <a:lnTo>
                    <a:pt x="16256" y="32512"/>
                  </a:lnTo>
                  <a:cubicBezTo>
                    <a:pt x="7239" y="32512"/>
                    <a:pt x="0" y="25273"/>
                    <a:pt x="0" y="16256"/>
                  </a:cubicBezTo>
                  <a:lnTo>
                    <a:pt x="7239" y="0"/>
                  </a:lnTo>
                  <a:lnTo>
                    <a:pt x="64897" y="0"/>
                  </a:lnTo>
                  <a:cubicBezTo>
                    <a:pt x="86614" y="0"/>
                    <a:pt x="105791" y="12192"/>
                    <a:pt x="114935" y="31877"/>
                  </a:cubicBezTo>
                  <a:cubicBezTo>
                    <a:pt x="124079" y="51562"/>
                    <a:pt x="121285" y="74041"/>
                    <a:pt x="107315" y="90805"/>
                  </a:cubicBezTo>
                  <a:lnTo>
                    <a:pt x="100457" y="107569"/>
                  </a:lnTo>
                  <a:cubicBezTo>
                    <a:pt x="108585" y="123698"/>
                    <a:pt x="105283" y="133477"/>
                    <a:pt x="97282" y="137414"/>
                  </a:cubicBezTo>
                  <a:lnTo>
                    <a:pt x="92456" y="13906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15"/>
            <p:cNvSpPr/>
            <p:nvPr/>
          </p:nvSpPr>
          <p:spPr>
            <a:xfrm>
              <a:off x="322072" y="705866"/>
              <a:ext cx="49657" cy="32385"/>
            </a:xfrm>
            <a:custGeom>
              <a:rect b="b" l="l" r="r" t="t"/>
              <a:pathLst>
                <a:path extrusionOk="0" h="32385" w="49657">
                  <a:moveTo>
                    <a:pt x="33401" y="32385"/>
                  </a:moveTo>
                  <a:lnTo>
                    <a:pt x="16256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33401" y="0"/>
                  </a:lnTo>
                  <a:cubicBezTo>
                    <a:pt x="42418" y="0"/>
                    <a:pt x="49657" y="7239"/>
                    <a:pt x="49657" y="16256"/>
                  </a:cubicBezTo>
                  <a:lnTo>
                    <a:pt x="42418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15"/>
            <p:cNvSpPr/>
            <p:nvPr/>
          </p:nvSpPr>
          <p:spPr>
            <a:xfrm>
              <a:off x="247178" y="717997"/>
              <a:ext cx="67401" cy="46670"/>
            </a:xfrm>
            <a:custGeom>
              <a:rect b="b" l="l" r="r" t="t"/>
              <a:pathLst>
                <a:path extrusionOk="0" h="46670" w="67401">
                  <a:moveTo>
                    <a:pt x="15204" y="46670"/>
                  </a:moveTo>
                  <a:lnTo>
                    <a:pt x="2631" y="42733"/>
                  </a:lnTo>
                  <a:cubicBezTo>
                    <a:pt x="-3084" y="27874"/>
                    <a:pt x="1107" y="18603"/>
                    <a:pt x="9489" y="15301"/>
                  </a:cubicBezTo>
                  <a:lnTo>
                    <a:pt x="46446" y="1077"/>
                  </a:lnTo>
                  <a:cubicBezTo>
                    <a:pt x="54828" y="-2098"/>
                    <a:pt x="64226" y="1966"/>
                    <a:pt x="67401" y="10348"/>
                  </a:cubicBezTo>
                  <a:lnTo>
                    <a:pt x="66385" y="28128"/>
                  </a:lnTo>
                  <a:lnTo>
                    <a:pt x="21046" y="45527"/>
                  </a:lnTo>
                  <a:cubicBezTo>
                    <a:pt x="19141" y="46289"/>
                    <a:pt x="17109" y="46670"/>
                    <a:pt x="15204" y="466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15"/>
            <p:cNvSpPr/>
            <p:nvPr/>
          </p:nvSpPr>
          <p:spPr>
            <a:xfrm>
              <a:off x="719420" y="632964"/>
              <a:ext cx="70253" cy="65409"/>
            </a:xfrm>
            <a:custGeom>
              <a:rect b="b" l="l" r="r" t="t"/>
              <a:pathLst>
                <a:path extrusionOk="0" h="65409" w="70253">
                  <a:moveTo>
                    <a:pt x="20609" y="65409"/>
                  </a:moveTo>
                  <a:lnTo>
                    <a:pt x="11084" y="63377"/>
                  </a:lnTo>
                  <a:cubicBezTo>
                    <a:pt x="2321" y="53852"/>
                    <a:pt x="-346" y="45978"/>
                    <a:pt x="35" y="37596"/>
                  </a:cubicBezTo>
                  <a:cubicBezTo>
                    <a:pt x="543" y="27690"/>
                    <a:pt x="5369" y="17911"/>
                    <a:pt x="13243" y="10672"/>
                  </a:cubicBezTo>
                  <a:cubicBezTo>
                    <a:pt x="20101" y="4449"/>
                    <a:pt x="28483" y="766"/>
                    <a:pt x="36992" y="131"/>
                  </a:cubicBezTo>
                  <a:cubicBezTo>
                    <a:pt x="46898" y="-758"/>
                    <a:pt x="56169" y="2925"/>
                    <a:pt x="62519" y="9783"/>
                  </a:cubicBezTo>
                  <a:cubicBezTo>
                    <a:pt x="71409" y="19562"/>
                    <a:pt x="72806" y="34294"/>
                    <a:pt x="65821" y="47375"/>
                  </a:cubicBezTo>
                  <a:lnTo>
                    <a:pt x="51851" y="58297"/>
                  </a:lnTo>
                  <a:cubicBezTo>
                    <a:pt x="36484" y="50169"/>
                    <a:pt x="33309" y="41025"/>
                    <a:pt x="36611" y="33405"/>
                  </a:cubicBezTo>
                  <a:lnTo>
                    <a:pt x="35595" y="34167"/>
                  </a:lnTo>
                  <a:lnTo>
                    <a:pt x="32420" y="38866"/>
                  </a:lnTo>
                  <a:cubicBezTo>
                    <a:pt x="38516" y="45851"/>
                    <a:pt x="37627" y="55376"/>
                    <a:pt x="31023" y="61472"/>
                  </a:cubicBezTo>
                  <a:lnTo>
                    <a:pt x="24419" y="6540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5"/>
            <p:cNvSpPr/>
            <p:nvPr/>
          </p:nvSpPr>
          <p:spPr>
            <a:xfrm>
              <a:off x="580547" y="726757"/>
              <a:ext cx="87425" cy="82106"/>
            </a:xfrm>
            <a:custGeom>
              <a:rect b="b" l="l" r="r" t="t"/>
              <a:pathLst>
                <a:path extrusionOk="0" h="82106" w="87425">
                  <a:moveTo>
                    <a:pt x="30069" y="54801"/>
                  </a:moveTo>
                  <a:lnTo>
                    <a:pt x="30069" y="54801"/>
                  </a:lnTo>
                  <a:lnTo>
                    <a:pt x="30069" y="54801"/>
                  </a:lnTo>
                  <a:moveTo>
                    <a:pt x="18131" y="81852"/>
                  </a:moveTo>
                  <a:lnTo>
                    <a:pt x="9368" y="80074"/>
                  </a:lnTo>
                  <a:cubicBezTo>
                    <a:pt x="-7015" y="62040"/>
                    <a:pt x="-1046" y="37148"/>
                    <a:pt x="20544" y="17590"/>
                  </a:cubicBezTo>
                  <a:lnTo>
                    <a:pt x="48611" y="1461"/>
                  </a:lnTo>
                  <a:cubicBezTo>
                    <a:pt x="61438" y="-1968"/>
                    <a:pt x="73122" y="699"/>
                    <a:pt x="80488" y="8827"/>
                  </a:cubicBezTo>
                  <a:cubicBezTo>
                    <a:pt x="90521" y="19876"/>
                    <a:pt x="89632" y="37275"/>
                    <a:pt x="78075" y="54293"/>
                  </a:cubicBezTo>
                  <a:lnTo>
                    <a:pt x="62962" y="63564"/>
                  </a:lnTo>
                  <a:cubicBezTo>
                    <a:pt x="48230" y="53531"/>
                    <a:pt x="46325" y="43498"/>
                    <a:pt x="51278" y="36005"/>
                  </a:cubicBezTo>
                  <a:lnTo>
                    <a:pt x="51913" y="35116"/>
                  </a:lnTo>
                  <a:lnTo>
                    <a:pt x="45944" y="38291"/>
                  </a:lnTo>
                  <a:cubicBezTo>
                    <a:pt x="35149" y="48197"/>
                    <a:pt x="32355" y="54420"/>
                    <a:pt x="31720" y="57087"/>
                  </a:cubicBezTo>
                  <a:lnTo>
                    <a:pt x="34895" y="72454"/>
                  </a:lnTo>
                  <a:cubicBezTo>
                    <a:pt x="25878" y="80709"/>
                    <a:pt x="21941" y="82106"/>
                    <a:pt x="18131" y="821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15"/>
            <p:cNvSpPr/>
            <p:nvPr/>
          </p:nvSpPr>
          <p:spPr>
            <a:xfrm>
              <a:off x="584327" y="177351"/>
              <a:ext cx="66294" cy="45407"/>
            </a:xfrm>
            <a:custGeom>
              <a:rect b="b" l="l" r="r" t="t"/>
              <a:pathLst>
                <a:path extrusionOk="0" h="45407" w="66294">
                  <a:moveTo>
                    <a:pt x="49657" y="45280"/>
                  </a:moveTo>
                  <a:lnTo>
                    <a:pt x="39751" y="42994"/>
                  </a:lnTo>
                  <a:cubicBezTo>
                    <a:pt x="32258" y="32834"/>
                    <a:pt x="26543" y="31564"/>
                    <a:pt x="25019" y="32580"/>
                  </a:cubicBezTo>
                  <a:lnTo>
                    <a:pt x="7620" y="36390"/>
                  </a:lnTo>
                  <a:cubicBezTo>
                    <a:pt x="-3048" y="22039"/>
                    <a:pt x="-1397" y="11879"/>
                    <a:pt x="5715" y="6545"/>
                  </a:cubicBezTo>
                  <a:cubicBezTo>
                    <a:pt x="22606" y="-5901"/>
                    <a:pt x="48133" y="-59"/>
                    <a:pt x="62484" y="19499"/>
                  </a:cubicBezTo>
                  <a:lnTo>
                    <a:pt x="66294" y="36898"/>
                  </a:lnTo>
                  <a:cubicBezTo>
                    <a:pt x="56261" y="44264"/>
                    <a:pt x="52832" y="45407"/>
                    <a:pt x="49530" y="4540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15"/>
            <p:cNvSpPr/>
            <p:nvPr/>
          </p:nvSpPr>
          <p:spPr>
            <a:xfrm>
              <a:off x="175133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15"/>
            <p:cNvSpPr/>
            <p:nvPr/>
          </p:nvSpPr>
          <p:spPr>
            <a:xfrm>
              <a:off x="175133" y="316230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15"/>
            <p:cNvSpPr/>
            <p:nvPr/>
          </p:nvSpPr>
          <p:spPr>
            <a:xfrm>
              <a:off x="538226" y="372110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15"/>
            <p:cNvSpPr/>
            <p:nvPr/>
          </p:nvSpPr>
          <p:spPr>
            <a:xfrm>
              <a:off x="538226" y="204597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5"/>
            <p:cNvSpPr/>
            <p:nvPr/>
          </p:nvSpPr>
          <p:spPr>
            <a:xfrm>
              <a:off x="566166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15"/>
            <p:cNvSpPr/>
            <p:nvPr/>
          </p:nvSpPr>
          <p:spPr>
            <a:xfrm>
              <a:off x="370586" y="790956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15"/>
            <p:cNvSpPr/>
            <p:nvPr/>
          </p:nvSpPr>
          <p:spPr>
            <a:xfrm>
              <a:off x="398526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15"/>
            <p:cNvSpPr/>
            <p:nvPr/>
          </p:nvSpPr>
          <p:spPr>
            <a:xfrm>
              <a:off x="258953" y="59550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15"/>
            <p:cNvSpPr/>
            <p:nvPr/>
          </p:nvSpPr>
          <p:spPr>
            <a:xfrm>
              <a:off x="337820" y="254635"/>
              <a:ext cx="72771" cy="71882"/>
            </a:xfrm>
            <a:custGeom>
              <a:rect b="b" l="l" r="r" t="t"/>
              <a:pathLst>
                <a:path extrusionOk="0" h="71882" w="72771">
                  <a:moveTo>
                    <a:pt x="17653" y="71882"/>
                  </a:moveTo>
                  <a:lnTo>
                    <a:pt x="15621" y="71755"/>
                  </a:lnTo>
                  <a:lnTo>
                    <a:pt x="0" y="61341"/>
                  </a:lnTo>
                  <a:cubicBezTo>
                    <a:pt x="5969" y="30734"/>
                    <a:pt x="25781" y="0"/>
                    <a:pt x="56515" y="0"/>
                  </a:cubicBezTo>
                  <a:lnTo>
                    <a:pt x="72771" y="7239"/>
                  </a:lnTo>
                  <a:cubicBezTo>
                    <a:pt x="72771" y="25146"/>
                    <a:pt x="65532" y="32385"/>
                    <a:pt x="56515" y="32385"/>
                  </a:cubicBezTo>
                  <a:cubicBezTo>
                    <a:pt x="45720" y="32385"/>
                    <a:pt x="35560" y="48260"/>
                    <a:pt x="33528" y="58674"/>
                  </a:cubicBezTo>
                  <a:lnTo>
                    <a:pt x="25273" y="7175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15"/>
            <p:cNvSpPr/>
            <p:nvPr/>
          </p:nvSpPr>
          <p:spPr>
            <a:xfrm>
              <a:off x="406940" y="77309"/>
              <a:ext cx="195675" cy="104428"/>
            </a:xfrm>
            <a:custGeom>
              <a:rect b="b" l="l" r="r" t="t"/>
              <a:pathLst>
                <a:path extrusionOk="0" h="104428" w="195675">
                  <a:moveTo>
                    <a:pt x="15208" y="104428"/>
                  </a:moveTo>
                  <a:lnTo>
                    <a:pt x="2127" y="100110"/>
                  </a:lnTo>
                  <a:cubicBezTo>
                    <a:pt x="-2953" y="84870"/>
                    <a:pt x="1619" y="75726"/>
                    <a:pt x="10001" y="72805"/>
                  </a:cubicBezTo>
                  <a:lnTo>
                    <a:pt x="49117" y="57565"/>
                  </a:lnTo>
                  <a:lnTo>
                    <a:pt x="174339" y="1431"/>
                  </a:lnTo>
                  <a:cubicBezTo>
                    <a:pt x="182467" y="-2252"/>
                    <a:pt x="192119" y="1431"/>
                    <a:pt x="195675" y="9559"/>
                  </a:cubicBezTo>
                  <a:lnTo>
                    <a:pt x="195675" y="27339"/>
                  </a:lnTo>
                  <a:lnTo>
                    <a:pt x="62452" y="87029"/>
                  </a:lnTo>
                  <a:cubicBezTo>
                    <a:pt x="48736" y="93125"/>
                    <a:pt x="34512" y="98713"/>
                    <a:pt x="20288" y="103539"/>
                  </a:cubicBezTo>
                  <a:lnTo>
                    <a:pt x="16859" y="10442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15"/>
            <p:cNvSpPr/>
            <p:nvPr/>
          </p:nvSpPr>
          <p:spPr>
            <a:xfrm>
              <a:off x="331397" y="164918"/>
              <a:ext cx="51127" cy="35107"/>
            </a:xfrm>
            <a:custGeom>
              <a:rect b="b" l="l" r="r" t="t"/>
              <a:pathLst>
                <a:path extrusionOk="0" h="35107" w="51127">
                  <a:moveTo>
                    <a:pt x="15313" y="34980"/>
                  </a:moveTo>
                  <a:lnTo>
                    <a:pt x="581" y="29265"/>
                  </a:lnTo>
                  <a:cubicBezTo>
                    <a:pt x="-1959" y="12374"/>
                    <a:pt x="4137" y="4119"/>
                    <a:pt x="12900" y="2849"/>
                  </a:cubicBezTo>
                  <a:lnTo>
                    <a:pt x="25727" y="817"/>
                  </a:lnTo>
                  <a:cubicBezTo>
                    <a:pt x="40840" y="-2231"/>
                    <a:pt x="49476" y="3611"/>
                    <a:pt x="51127" y="12374"/>
                  </a:cubicBezTo>
                  <a:lnTo>
                    <a:pt x="47063" y="29646"/>
                  </a:lnTo>
                  <a:cubicBezTo>
                    <a:pt x="31442" y="32694"/>
                    <a:pt x="24584" y="33837"/>
                    <a:pt x="17726" y="34853"/>
                  </a:cubicBezTo>
                  <a:lnTo>
                    <a:pt x="16075" y="35107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15"/>
            <p:cNvSpPr/>
            <p:nvPr/>
          </p:nvSpPr>
          <p:spPr>
            <a:xfrm>
              <a:off x="264287" y="174137"/>
              <a:ext cx="43688" cy="34016"/>
            </a:xfrm>
            <a:custGeom>
              <a:rect b="b" l="l" r="r" t="t"/>
              <a:pathLst>
                <a:path extrusionOk="0" h="34016" w="43688">
                  <a:moveTo>
                    <a:pt x="15494" y="34016"/>
                  </a:moveTo>
                  <a:lnTo>
                    <a:pt x="381" y="27920"/>
                  </a:lnTo>
                  <a:cubicBezTo>
                    <a:pt x="-1651" y="10775"/>
                    <a:pt x="4699" y="2774"/>
                    <a:pt x="13589" y="1631"/>
                  </a:cubicBezTo>
                  <a:lnTo>
                    <a:pt x="25654" y="107"/>
                  </a:lnTo>
                  <a:cubicBezTo>
                    <a:pt x="34544" y="-909"/>
                    <a:pt x="42545" y="5441"/>
                    <a:pt x="43688" y="14331"/>
                  </a:cubicBezTo>
                  <a:lnTo>
                    <a:pt x="38354" y="31222"/>
                  </a:lnTo>
                  <a:lnTo>
                    <a:pt x="17399" y="33762"/>
                  </a:lnTo>
                  <a:lnTo>
                    <a:pt x="16129" y="3388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15"/>
            <p:cNvSpPr/>
            <p:nvPr/>
          </p:nvSpPr>
          <p:spPr>
            <a:xfrm>
              <a:off x="63500" y="63500"/>
              <a:ext cx="746506" cy="842391"/>
            </a:xfrm>
            <a:custGeom>
              <a:rect b="b" l="l" r="r" t="t"/>
              <a:pathLst>
                <a:path extrusionOk="0" h="842391" w="746506">
                  <a:moveTo>
                    <a:pt x="421132" y="842264"/>
                  </a:moveTo>
                  <a:cubicBezTo>
                    <a:pt x="188976" y="842264"/>
                    <a:pt x="0" y="653415"/>
                    <a:pt x="0" y="421132"/>
                  </a:cubicBezTo>
                  <a:cubicBezTo>
                    <a:pt x="0" y="188849"/>
                    <a:pt x="188976" y="0"/>
                    <a:pt x="421132" y="0"/>
                  </a:cubicBezTo>
                  <a:cubicBezTo>
                    <a:pt x="544449" y="0"/>
                    <a:pt x="661162" y="53975"/>
                    <a:pt x="741553" y="148082"/>
                  </a:cubicBezTo>
                  <a:lnTo>
                    <a:pt x="746506" y="165100"/>
                  </a:lnTo>
                  <a:cubicBezTo>
                    <a:pt x="732917" y="176657"/>
                    <a:pt x="722630" y="175895"/>
                    <a:pt x="716915" y="169164"/>
                  </a:cubicBezTo>
                  <a:cubicBezTo>
                    <a:pt x="642747" y="82169"/>
                    <a:pt x="534924" y="32385"/>
                    <a:pt x="421132" y="32385"/>
                  </a:cubicBezTo>
                  <a:cubicBezTo>
                    <a:pt x="206756" y="32385"/>
                    <a:pt x="32385" y="206756"/>
                    <a:pt x="32385" y="421132"/>
                  </a:cubicBezTo>
                  <a:cubicBezTo>
                    <a:pt x="32385" y="635508"/>
                    <a:pt x="206756" y="809879"/>
                    <a:pt x="421132" y="809879"/>
                  </a:cubicBezTo>
                  <a:cubicBezTo>
                    <a:pt x="531749" y="809879"/>
                    <a:pt x="637540" y="762381"/>
                    <a:pt x="711327" y="679577"/>
                  </a:cubicBezTo>
                  <a:lnTo>
                    <a:pt x="727583" y="672338"/>
                  </a:lnTo>
                  <a:cubicBezTo>
                    <a:pt x="740918" y="684276"/>
                    <a:pt x="741553" y="694436"/>
                    <a:pt x="735584" y="701167"/>
                  </a:cubicBezTo>
                  <a:cubicBezTo>
                    <a:pt x="655574" y="790956"/>
                    <a:pt x="541020" y="842391"/>
                    <a:pt x="421259" y="84239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15"/>
            <p:cNvSpPr/>
            <p:nvPr/>
          </p:nvSpPr>
          <p:spPr>
            <a:xfrm>
              <a:off x="792480" y="63500"/>
              <a:ext cx="259207" cy="971804"/>
            </a:xfrm>
            <a:custGeom>
              <a:rect b="b" l="l" r="r" t="t"/>
              <a:pathLst>
                <a:path extrusionOk="0" h="971804" w="259207">
                  <a:moveTo>
                    <a:pt x="129540" y="32385"/>
                  </a:moveTo>
                  <a:cubicBezTo>
                    <a:pt x="102743" y="32385"/>
                    <a:pt x="80899" y="54229"/>
                    <a:pt x="80899" y="81026"/>
                  </a:cubicBezTo>
                  <a:lnTo>
                    <a:pt x="80899" y="749300"/>
                  </a:lnTo>
                  <a:cubicBezTo>
                    <a:pt x="80899" y="754507"/>
                    <a:pt x="78359" y="759460"/>
                    <a:pt x="74041" y="762508"/>
                  </a:cubicBezTo>
                  <a:cubicBezTo>
                    <a:pt x="47498" y="781177"/>
                    <a:pt x="32385" y="810260"/>
                    <a:pt x="32385" y="842264"/>
                  </a:cubicBezTo>
                  <a:cubicBezTo>
                    <a:pt x="32385" y="895858"/>
                    <a:pt x="75946" y="939419"/>
                    <a:pt x="129540" y="939419"/>
                  </a:cubicBezTo>
                  <a:cubicBezTo>
                    <a:pt x="183134" y="939419"/>
                    <a:pt x="226695" y="895858"/>
                    <a:pt x="226695" y="842264"/>
                  </a:cubicBezTo>
                  <a:cubicBezTo>
                    <a:pt x="226695" y="810260"/>
                    <a:pt x="211455" y="781177"/>
                    <a:pt x="185039" y="762508"/>
                  </a:cubicBezTo>
                  <a:lnTo>
                    <a:pt x="178181" y="754507"/>
                  </a:lnTo>
                  <a:lnTo>
                    <a:pt x="178181" y="81026"/>
                  </a:lnTo>
                  <a:cubicBezTo>
                    <a:pt x="178181" y="54229"/>
                    <a:pt x="156337" y="32385"/>
                    <a:pt x="129540" y="32385"/>
                  </a:cubicBezTo>
                  <a:moveTo>
                    <a:pt x="129540" y="971804"/>
                  </a:moveTo>
                  <a:cubicBezTo>
                    <a:pt x="58039" y="971804"/>
                    <a:pt x="0" y="913638"/>
                    <a:pt x="0" y="842264"/>
                  </a:cubicBezTo>
                  <a:cubicBezTo>
                    <a:pt x="0" y="802386"/>
                    <a:pt x="17653" y="766064"/>
                    <a:pt x="48641" y="741172"/>
                  </a:cubicBezTo>
                  <a:lnTo>
                    <a:pt x="48641" y="81026"/>
                  </a:lnTo>
                  <a:cubicBezTo>
                    <a:pt x="48514" y="36322"/>
                    <a:pt x="84836" y="0"/>
                    <a:pt x="129540" y="0"/>
                  </a:cubicBezTo>
                  <a:cubicBezTo>
                    <a:pt x="174244" y="0"/>
                    <a:pt x="210566" y="36322"/>
                    <a:pt x="210566" y="81026"/>
                  </a:cubicBezTo>
                  <a:lnTo>
                    <a:pt x="210566" y="741172"/>
                  </a:lnTo>
                  <a:cubicBezTo>
                    <a:pt x="241554" y="766064"/>
                    <a:pt x="259207" y="802386"/>
                    <a:pt x="259207" y="842264"/>
                  </a:cubicBezTo>
                  <a:cubicBezTo>
                    <a:pt x="259207" y="913765"/>
                    <a:pt x="201041" y="971804"/>
                    <a:pt x="129667" y="97180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15"/>
            <p:cNvSpPr/>
            <p:nvPr/>
          </p:nvSpPr>
          <p:spPr>
            <a:xfrm>
              <a:off x="938276" y="355092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5"/>
            <p:cNvSpPr/>
            <p:nvPr/>
          </p:nvSpPr>
          <p:spPr>
            <a:xfrm>
              <a:off x="938276" y="257937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15"/>
            <p:cNvSpPr/>
            <p:nvPr/>
          </p:nvSpPr>
          <p:spPr>
            <a:xfrm>
              <a:off x="938276" y="549402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15"/>
            <p:cNvSpPr/>
            <p:nvPr/>
          </p:nvSpPr>
          <p:spPr>
            <a:xfrm>
              <a:off x="938276" y="452247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15"/>
            <p:cNvSpPr/>
            <p:nvPr/>
          </p:nvSpPr>
          <p:spPr>
            <a:xfrm>
              <a:off x="938276" y="743839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15"/>
            <p:cNvSpPr/>
            <p:nvPr/>
          </p:nvSpPr>
          <p:spPr>
            <a:xfrm>
              <a:off x="938276" y="646684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3" name="Google Shape;363;p15"/>
          <p:cNvSpPr/>
          <p:nvPr/>
        </p:nvSpPr>
        <p:spPr>
          <a:xfrm>
            <a:off x="233877" y="502191"/>
            <a:ext cx="608930" cy="611105"/>
          </a:xfrm>
          <a:custGeom>
            <a:rect b="b" l="l" r="r" t="t"/>
            <a:pathLst>
              <a:path extrusionOk="0" h="939283" w="935944">
                <a:moveTo>
                  <a:pt x="594308" y="304156"/>
                </a:moveTo>
                <a:cubicBezTo>
                  <a:pt x="562304" y="328794"/>
                  <a:pt x="536650" y="358512"/>
                  <a:pt x="515060" y="395850"/>
                </a:cubicBezTo>
                <a:lnTo>
                  <a:pt x="522934" y="395596"/>
                </a:lnTo>
                <a:cubicBezTo>
                  <a:pt x="536523" y="387976"/>
                  <a:pt x="547953" y="381118"/>
                  <a:pt x="559256" y="374387"/>
                </a:cubicBezTo>
                <a:lnTo>
                  <a:pt x="562177" y="372355"/>
                </a:lnTo>
                <a:cubicBezTo>
                  <a:pt x="576147" y="350003"/>
                  <a:pt x="587069" y="328032"/>
                  <a:pt x="594308" y="304156"/>
                </a:cubicBezTo>
                <a:moveTo>
                  <a:pt x="385774" y="620259"/>
                </a:moveTo>
                <a:cubicBezTo>
                  <a:pt x="338784" y="635118"/>
                  <a:pt x="293826" y="676901"/>
                  <a:pt x="284682" y="713477"/>
                </a:cubicBezTo>
                <a:cubicBezTo>
                  <a:pt x="324560" y="689474"/>
                  <a:pt x="357834" y="659121"/>
                  <a:pt x="385774" y="620259"/>
                </a:cubicBezTo>
                <a:moveTo>
                  <a:pt x="626312" y="347209"/>
                </a:moveTo>
                <a:cubicBezTo>
                  <a:pt x="636218" y="344034"/>
                  <a:pt x="646632" y="342891"/>
                  <a:pt x="655522" y="335017"/>
                </a:cubicBezTo>
                <a:cubicBezTo>
                  <a:pt x="675715" y="317110"/>
                  <a:pt x="694257" y="297806"/>
                  <a:pt x="709243" y="275454"/>
                </a:cubicBezTo>
                <a:lnTo>
                  <a:pt x="730452" y="240910"/>
                </a:lnTo>
                <a:cubicBezTo>
                  <a:pt x="729690" y="239894"/>
                  <a:pt x="728928" y="238878"/>
                  <a:pt x="728166" y="237862"/>
                </a:cubicBezTo>
                <a:lnTo>
                  <a:pt x="664031" y="260341"/>
                </a:lnTo>
                <a:cubicBezTo>
                  <a:pt x="654379" y="263643"/>
                  <a:pt x="649934" y="269485"/>
                  <a:pt x="647394" y="279518"/>
                </a:cubicBezTo>
                <a:lnTo>
                  <a:pt x="626312" y="347209"/>
                </a:lnTo>
                <a:moveTo>
                  <a:pt x="325322" y="574666"/>
                </a:moveTo>
                <a:lnTo>
                  <a:pt x="243661" y="575428"/>
                </a:lnTo>
                <a:cubicBezTo>
                  <a:pt x="176605" y="571745"/>
                  <a:pt x="155142" y="570094"/>
                  <a:pt x="98627" y="534026"/>
                </a:cubicBezTo>
                <a:cubicBezTo>
                  <a:pt x="87451" y="526914"/>
                  <a:pt x="84530" y="514341"/>
                  <a:pt x="91007" y="503927"/>
                </a:cubicBezTo>
                <a:cubicBezTo>
                  <a:pt x="97611" y="493386"/>
                  <a:pt x="110311" y="490465"/>
                  <a:pt x="121995" y="497831"/>
                </a:cubicBezTo>
                <a:cubicBezTo>
                  <a:pt x="161238" y="522469"/>
                  <a:pt x="163397" y="519929"/>
                  <a:pt x="209117" y="528057"/>
                </a:cubicBezTo>
                <a:cubicBezTo>
                  <a:pt x="251916" y="535677"/>
                  <a:pt x="294715" y="535042"/>
                  <a:pt x="337387" y="526787"/>
                </a:cubicBezTo>
                <a:lnTo>
                  <a:pt x="340562" y="525771"/>
                </a:lnTo>
                <a:lnTo>
                  <a:pt x="340308" y="518786"/>
                </a:lnTo>
                <a:cubicBezTo>
                  <a:pt x="285444" y="459985"/>
                  <a:pt x="221055" y="423790"/>
                  <a:pt x="144855" y="409820"/>
                </a:cubicBezTo>
                <a:cubicBezTo>
                  <a:pt x="122249" y="405756"/>
                  <a:pt x="45668" y="401819"/>
                  <a:pt x="22681" y="400168"/>
                </a:cubicBezTo>
                <a:lnTo>
                  <a:pt x="5790" y="396485"/>
                </a:lnTo>
                <a:cubicBezTo>
                  <a:pt x="-1957" y="379975"/>
                  <a:pt x="-1195" y="372482"/>
                  <a:pt x="3758" y="365624"/>
                </a:cubicBezTo>
                <a:lnTo>
                  <a:pt x="15569" y="356988"/>
                </a:lnTo>
                <a:cubicBezTo>
                  <a:pt x="86943" y="356353"/>
                  <a:pt x="200354" y="373879"/>
                  <a:pt x="257123" y="402200"/>
                </a:cubicBezTo>
                <a:cubicBezTo>
                  <a:pt x="286968" y="417059"/>
                  <a:pt x="314400" y="435474"/>
                  <a:pt x="339546" y="457445"/>
                </a:cubicBezTo>
                <a:lnTo>
                  <a:pt x="343483" y="460493"/>
                </a:lnTo>
                <a:lnTo>
                  <a:pt x="353135" y="448936"/>
                </a:lnTo>
                <a:cubicBezTo>
                  <a:pt x="331037" y="426203"/>
                  <a:pt x="318083" y="415408"/>
                  <a:pt x="302335" y="407153"/>
                </a:cubicBezTo>
                <a:lnTo>
                  <a:pt x="253440" y="376165"/>
                </a:lnTo>
                <a:cubicBezTo>
                  <a:pt x="234263" y="366513"/>
                  <a:pt x="214070" y="357750"/>
                  <a:pt x="193369" y="353051"/>
                </a:cubicBezTo>
                <a:lnTo>
                  <a:pt x="115518" y="343399"/>
                </a:lnTo>
                <a:cubicBezTo>
                  <a:pt x="101421" y="342002"/>
                  <a:pt x="92150" y="335525"/>
                  <a:pt x="91134" y="323714"/>
                </a:cubicBezTo>
                <a:cubicBezTo>
                  <a:pt x="89864" y="310633"/>
                  <a:pt x="99008" y="299584"/>
                  <a:pt x="112724" y="300219"/>
                </a:cubicBezTo>
                <a:lnTo>
                  <a:pt x="176478" y="304791"/>
                </a:lnTo>
                <a:cubicBezTo>
                  <a:pt x="179018" y="304918"/>
                  <a:pt x="181558" y="305426"/>
                  <a:pt x="185495" y="305807"/>
                </a:cubicBezTo>
                <a:lnTo>
                  <a:pt x="183082" y="301235"/>
                </a:lnTo>
                <a:cubicBezTo>
                  <a:pt x="171144" y="279264"/>
                  <a:pt x="136219" y="207890"/>
                  <a:pt x="125932" y="187316"/>
                </a:cubicBezTo>
                <a:cubicBezTo>
                  <a:pt x="118566" y="172457"/>
                  <a:pt x="123011" y="159630"/>
                  <a:pt x="135584" y="154550"/>
                </a:cubicBezTo>
                <a:cubicBezTo>
                  <a:pt x="147903" y="149597"/>
                  <a:pt x="159079" y="155312"/>
                  <a:pt x="165429" y="170171"/>
                </a:cubicBezTo>
                <a:cubicBezTo>
                  <a:pt x="178383" y="200397"/>
                  <a:pt x="218769" y="279391"/>
                  <a:pt x="240613" y="304029"/>
                </a:cubicBezTo>
                <a:cubicBezTo>
                  <a:pt x="254837" y="320031"/>
                  <a:pt x="269950" y="334509"/>
                  <a:pt x="289762" y="344161"/>
                </a:cubicBezTo>
                <a:lnTo>
                  <a:pt x="331164" y="370704"/>
                </a:lnTo>
                <a:cubicBezTo>
                  <a:pt x="350468" y="385436"/>
                  <a:pt x="373074" y="390897"/>
                  <a:pt x="395680" y="396358"/>
                </a:cubicBezTo>
                <a:lnTo>
                  <a:pt x="406983" y="391786"/>
                </a:lnTo>
                <a:cubicBezTo>
                  <a:pt x="420445" y="388230"/>
                  <a:pt x="421715" y="383277"/>
                  <a:pt x="422985" y="376546"/>
                </a:cubicBezTo>
                <a:cubicBezTo>
                  <a:pt x="425271" y="364608"/>
                  <a:pt x="423620" y="353813"/>
                  <a:pt x="420064" y="342129"/>
                </a:cubicBezTo>
                <a:lnTo>
                  <a:pt x="401522" y="266818"/>
                </a:lnTo>
                <a:cubicBezTo>
                  <a:pt x="400633" y="263008"/>
                  <a:pt x="399490" y="258944"/>
                  <a:pt x="397458" y="255642"/>
                </a:cubicBezTo>
                <a:cubicBezTo>
                  <a:pt x="373709" y="217034"/>
                  <a:pt x="343229" y="184649"/>
                  <a:pt x="306526" y="158233"/>
                </a:cubicBezTo>
                <a:lnTo>
                  <a:pt x="297509" y="150740"/>
                </a:lnTo>
                <a:cubicBezTo>
                  <a:pt x="290143" y="137659"/>
                  <a:pt x="293064" y="127118"/>
                  <a:pt x="300430" y="120895"/>
                </a:cubicBezTo>
                <a:cubicBezTo>
                  <a:pt x="307796" y="114672"/>
                  <a:pt x="318591" y="113402"/>
                  <a:pt x="326846" y="120006"/>
                </a:cubicBezTo>
                <a:lnTo>
                  <a:pt x="387298" y="171568"/>
                </a:lnTo>
                <a:cubicBezTo>
                  <a:pt x="391997" y="175632"/>
                  <a:pt x="395934" y="180712"/>
                  <a:pt x="400887" y="186173"/>
                </a:cubicBezTo>
                <a:lnTo>
                  <a:pt x="408380" y="148200"/>
                </a:lnTo>
                <a:cubicBezTo>
                  <a:pt x="412317" y="133214"/>
                  <a:pt x="446099" y="30217"/>
                  <a:pt x="451306" y="15612"/>
                </a:cubicBezTo>
                <a:cubicBezTo>
                  <a:pt x="455751" y="2658"/>
                  <a:pt x="467562" y="-2803"/>
                  <a:pt x="479373" y="1388"/>
                </a:cubicBezTo>
                <a:cubicBezTo>
                  <a:pt x="490930" y="5579"/>
                  <a:pt x="496264" y="17644"/>
                  <a:pt x="491438" y="30725"/>
                </a:cubicBezTo>
                <a:cubicBezTo>
                  <a:pt x="478484" y="66285"/>
                  <a:pt x="442543" y="190872"/>
                  <a:pt x="442416" y="228845"/>
                </a:cubicBezTo>
                <a:cubicBezTo>
                  <a:pt x="442289" y="243069"/>
                  <a:pt x="445337" y="255515"/>
                  <a:pt x="454354" y="267580"/>
                </a:cubicBezTo>
                <a:lnTo>
                  <a:pt x="457148" y="262119"/>
                </a:lnTo>
                <a:cubicBezTo>
                  <a:pt x="486104" y="203064"/>
                  <a:pt x="491565" y="184903"/>
                  <a:pt x="541730" y="147057"/>
                </a:cubicBezTo>
                <a:lnTo>
                  <a:pt x="557224" y="139437"/>
                </a:lnTo>
                <a:cubicBezTo>
                  <a:pt x="573480" y="147057"/>
                  <a:pt x="577544" y="153153"/>
                  <a:pt x="578179" y="161154"/>
                </a:cubicBezTo>
                <a:lnTo>
                  <a:pt x="574242" y="176902"/>
                </a:lnTo>
                <a:cubicBezTo>
                  <a:pt x="534364" y="206747"/>
                  <a:pt x="540587" y="207255"/>
                  <a:pt x="518362" y="241418"/>
                </a:cubicBezTo>
                <a:cubicBezTo>
                  <a:pt x="502741" y="265421"/>
                  <a:pt x="490422" y="291075"/>
                  <a:pt x="480770" y="318126"/>
                </a:cubicBezTo>
                <a:lnTo>
                  <a:pt x="477214" y="334128"/>
                </a:lnTo>
                <a:cubicBezTo>
                  <a:pt x="481786" y="348352"/>
                  <a:pt x="482802" y="354448"/>
                  <a:pt x="484326" y="361052"/>
                </a:cubicBezTo>
                <a:lnTo>
                  <a:pt x="514679" y="321047"/>
                </a:lnTo>
                <a:cubicBezTo>
                  <a:pt x="540333" y="289805"/>
                  <a:pt x="570686" y="263643"/>
                  <a:pt x="605357" y="242815"/>
                </a:cubicBezTo>
                <a:lnTo>
                  <a:pt x="613104" y="236719"/>
                </a:lnTo>
                <a:cubicBezTo>
                  <a:pt x="613485" y="207128"/>
                  <a:pt x="614247" y="139564"/>
                  <a:pt x="614882" y="116069"/>
                </a:cubicBezTo>
                <a:lnTo>
                  <a:pt x="614501" y="111497"/>
                </a:lnTo>
                <a:cubicBezTo>
                  <a:pt x="614120" y="95622"/>
                  <a:pt x="622756" y="85716"/>
                  <a:pt x="635075" y="85208"/>
                </a:cubicBezTo>
                <a:cubicBezTo>
                  <a:pt x="647013" y="84700"/>
                  <a:pt x="656919" y="93590"/>
                  <a:pt x="657554" y="106671"/>
                </a:cubicBezTo>
                <a:cubicBezTo>
                  <a:pt x="658316" y="126483"/>
                  <a:pt x="658316" y="190237"/>
                  <a:pt x="658570" y="210176"/>
                </a:cubicBezTo>
                <a:lnTo>
                  <a:pt x="658570" y="212970"/>
                </a:lnTo>
                <a:lnTo>
                  <a:pt x="666952" y="212462"/>
                </a:lnTo>
                <a:cubicBezTo>
                  <a:pt x="687780" y="206366"/>
                  <a:pt x="704544" y="201159"/>
                  <a:pt x="721689" y="196968"/>
                </a:cubicBezTo>
                <a:cubicBezTo>
                  <a:pt x="743406" y="191761"/>
                  <a:pt x="755725" y="204842"/>
                  <a:pt x="750391" y="227194"/>
                </a:cubicBezTo>
                <a:lnTo>
                  <a:pt x="754201" y="228210"/>
                </a:lnTo>
                <a:cubicBezTo>
                  <a:pt x="770330" y="233544"/>
                  <a:pt x="776553" y="247133"/>
                  <a:pt x="768679" y="260595"/>
                </a:cubicBezTo>
                <a:lnTo>
                  <a:pt x="730452" y="320158"/>
                </a:lnTo>
                <a:cubicBezTo>
                  <a:pt x="728166" y="323714"/>
                  <a:pt x="725118" y="326889"/>
                  <a:pt x="721308" y="331461"/>
                </a:cubicBezTo>
                <a:lnTo>
                  <a:pt x="727912" y="331842"/>
                </a:lnTo>
                <a:cubicBezTo>
                  <a:pt x="760043" y="331969"/>
                  <a:pt x="757757" y="329810"/>
                  <a:pt x="786586" y="336668"/>
                </a:cubicBezTo>
                <a:cubicBezTo>
                  <a:pt x="800683" y="339970"/>
                  <a:pt x="808049" y="350511"/>
                  <a:pt x="805255" y="362957"/>
                </a:cubicBezTo>
                <a:cubicBezTo>
                  <a:pt x="802461" y="375403"/>
                  <a:pt x="791412" y="382007"/>
                  <a:pt x="777188" y="378832"/>
                </a:cubicBezTo>
                <a:cubicBezTo>
                  <a:pt x="731595" y="368672"/>
                  <a:pt x="717244" y="372101"/>
                  <a:pt x="671270" y="381245"/>
                </a:cubicBezTo>
                <a:lnTo>
                  <a:pt x="663142" y="384039"/>
                </a:lnTo>
                <a:cubicBezTo>
                  <a:pt x="635329" y="403089"/>
                  <a:pt x="609421" y="416678"/>
                  <a:pt x="581735" y="427092"/>
                </a:cubicBezTo>
                <a:lnTo>
                  <a:pt x="572591" y="432807"/>
                </a:lnTo>
                <a:lnTo>
                  <a:pt x="567257" y="442840"/>
                </a:lnTo>
                <a:cubicBezTo>
                  <a:pt x="570051" y="451857"/>
                  <a:pt x="574242" y="457572"/>
                  <a:pt x="575131" y="463922"/>
                </a:cubicBezTo>
                <a:cubicBezTo>
                  <a:pt x="576782" y="474463"/>
                  <a:pt x="583513" y="479416"/>
                  <a:pt x="591895" y="483988"/>
                </a:cubicBezTo>
                <a:cubicBezTo>
                  <a:pt x="670254" y="527549"/>
                  <a:pt x="815161" y="520691"/>
                  <a:pt x="900378" y="493132"/>
                </a:cubicBezTo>
                <a:lnTo>
                  <a:pt x="904696" y="491608"/>
                </a:lnTo>
                <a:cubicBezTo>
                  <a:pt x="919428" y="487290"/>
                  <a:pt x="930985" y="492878"/>
                  <a:pt x="934795" y="504435"/>
                </a:cubicBezTo>
                <a:cubicBezTo>
                  <a:pt x="938478" y="515611"/>
                  <a:pt x="933144" y="527549"/>
                  <a:pt x="921079" y="531359"/>
                </a:cubicBezTo>
                <a:lnTo>
                  <a:pt x="865326" y="546599"/>
                </a:lnTo>
                <a:cubicBezTo>
                  <a:pt x="855293" y="549012"/>
                  <a:pt x="782014" y="564633"/>
                  <a:pt x="770203" y="566411"/>
                </a:cubicBezTo>
                <a:lnTo>
                  <a:pt x="775410" y="570602"/>
                </a:lnTo>
                <a:cubicBezTo>
                  <a:pt x="794206" y="587747"/>
                  <a:pt x="811351" y="602733"/>
                  <a:pt x="827607" y="618735"/>
                </a:cubicBezTo>
                <a:cubicBezTo>
                  <a:pt x="839037" y="630038"/>
                  <a:pt x="838910" y="643246"/>
                  <a:pt x="829131" y="652263"/>
                </a:cubicBezTo>
                <a:cubicBezTo>
                  <a:pt x="819352" y="661280"/>
                  <a:pt x="806525" y="659756"/>
                  <a:pt x="795730" y="647818"/>
                </a:cubicBezTo>
                <a:cubicBezTo>
                  <a:pt x="747470" y="594859"/>
                  <a:pt x="688161" y="561712"/>
                  <a:pt x="617676" y="548631"/>
                </a:cubicBezTo>
                <a:lnTo>
                  <a:pt x="580846" y="544186"/>
                </a:lnTo>
                <a:cubicBezTo>
                  <a:pt x="573988" y="543297"/>
                  <a:pt x="570559" y="545710"/>
                  <a:pt x="569924" y="552949"/>
                </a:cubicBezTo>
                <a:lnTo>
                  <a:pt x="616787" y="563109"/>
                </a:lnTo>
                <a:cubicBezTo>
                  <a:pt x="694003" y="583175"/>
                  <a:pt x="813383" y="677663"/>
                  <a:pt x="866596" y="736972"/>
                </a:cubicBezTo>
                <a:cubicBezTo>
                  <a:pt x="876121" y="747513"/>
                  <a:pt x="875994" y="760848"/>
                  <a:pt x="866596" y="769357"/>
                </a:cubicBezTo>
                <a:cubicBezTo>
                  <a:pt x="857071" y="777993"/>
                  <a:pt x="844371" y="776977"/>
                  <a:pt x="834465" y="765928"/>
                </a:cubicBezTo>
                <a:cubicBezTo>
                  <a:pt x="795984" y="723002"/>
                  <a:pt x="695781" y="637023"/>
                  <a:pt x="641933" y="616449"/>
                </a:cubicBezTo>
                <a:cubicBezTo>
                  <a:pt x="611580" y="604892"/>
                  <a:pt x="580084" y="598034"/>
                  <a:pt x="547826" y="594732"/>
                </a:cubicBezTo>
                <a:lnTo>
                  <a:pt x="533856" y="594732"/>
                </a:lnTo>
                <a:cubicBezTo>
                  <a:pt x="523442" y="603622"/>
                  <a:pt x="518108" y="606035"/>
                  <a:pt x="512901" y="609210"/>
                </a:cubicBezTo>
                <a:cubicBezTo>
                  <a:pt x="533348" y="642865"/>
                  <a:pt x="558494" y="671948"/>
                  <a:pt x="588593" y="696713"/>
                </a:cubicBezTo>
                <a:cubicBezTo>
                  <a:pt x="626820" y="728082"/>
                  <a:pt x="654633" y="741163"/>
                  <a:pt x="702131" y="754752"/>
                </a:cubicBezTo>
                <a:cubicBezTo>
                  <a:pt x="716736" y="758943"/>
                  <a:pt x="723594" y="770246"/>
                  <a:pt x="719657" y="782565"/>
                </a:cubicBezTo>
                <a:cubicBezTo>
                  <a:pt x="715720" y="794884"/>
                  <a:pt x="704417" y="800218"/>
                  <a:pt x="690320" y="796281"/>
                </a:cubicBezTo>
                <a:cubicBezTo>
                  <a:pt x="654887" y="786375"/>
                  <a:pt x="636599" y="780914"/>
                  <a:pt x="605103" y="761610"/>
                </a:cubicBezTo>
                <a:cubicBezTo>
                  <a:pt x="562304" y="735321"/>
                  <a:pt x="525982" y="701920"/>
                  <a:pt x="496010" y="661661"/>
                </a:cubicBezTo>
                <a:lnTo>
                  <a:pt x="493851" y="658994"/>
                </a:lnTo>
                <a:lnTo>
                  <a:pt x="496518" y="672837"/>
                </a:lnTo>
                <a:cubicBezTo>
                  <a:pt x="528141" y="745227"/>
                  <a:pt x="623264" y="846065"/>
                  <a:pt x="684732" y="882006"/>
                </a:cubicBezTo>
                <a:lnTo>
                  <a:pt x="686764" y="883149"/>
                </a:lnTo>
                <a:cubicBezTo>
                  <a:pt x="700353" y="891277"/>
                  <a:pt x="704290" y="903215"/>
                  <a:pt x="697940" y="914391"/>
                </a:cubicBezTo>
                <a:cubicBezTo>
                  <a:pt x="691590" y="925567"/>
                  <a:pt x="678763" y="929123"/>
                  <a:pt x="666444" y="921249"/>
                </a:cubicBezTo>
                <a:lnTo>
                  <a:pt x="611707" y="883403"/>
                </a:lnTo>
                <a:cubicBezTo>
                  <a:pt x="577544" y="856098"/>
                  <a:pt x="500201" y="772405"/>
                  <a:pt x="478357" y="734559"/>
                </a:cubicBezTo>
                <a:lnTo>
                  <a:pt x="476325" y="731384"/>
                </a:lnTo>
                <a:cubicBezTo>
                  <a:pt x="474166" y="742306"/>
                  <a:pt x="474420" y="754498"/>
                  <a:pt x="474039" y="766817"/>
                </a:cubicBezTo>
                <a:cubicBezTo>
                  <a:pt x="472769" y="811394"/>
                  <a:pt x="463752" y="854320"/>
                  <a:pt x="447623" y="895849"/>
                </a:cubicBezTo>
                <a:cubicBezTo>
                  <a:pt x="442670" y="908549"/>
                  <a:pt x="430478" y="913883"/>
                  <a:pt x="418921" y="909311"/>
                </a:cubicBezTo>
                <a:cubicBezTo>
                  <a:pt x="407872" y="904866"/>
                  <a:pt x="403046" y="893055"/>
                  <a:pt x="407237" y="880482"/>
                </a:cubicBezTo>
                <a:lnTo>
                  <a:pt x="410031" y="872862"/>
                </a:lnTo>
                <a:cubicBezTo>
                  <a:pt x="412571" y="865242"/>
                  <a:pt x="413714" y="861432"/>
                  <a:pt x="415746" y="855209"/>
                </a:cubicBezTo>
                <a:cubicBezTo>
                  <a:pt x="404697" y="869179"/>
                  <a:pt x="359485" y="916804"/>
                  <a:pt x="349833" y="928742"/>
                </a:cubicBezTo>
                <a:lnTo>
                  <a:pt x="337514" y="939283"/>
                </a:lnTo>
                <a:cubicBezTo>
                  <a:pt x="311479" y="934965"/>
                  <a:pt x="305256" y="916423"/>
                  <a:pt x="315797" y="901818"/>
                </a:cubicBezTo>
                <a:cubicBezTo>
                  <a:pt x="329894" y="882514"/>
                  <a:pt x="380186" y="827777"/>
                  <a:pt x="392505" y="807457"/>
                </a:cubicBezTo>
                <a:cubicBezTo>
                  <a:pt x="410158" y="777993"/>
                  <a:pt x="421842" y="745735"/>
                  <a:pt x="425906" y="711699"/>
                </a:cubicBezTo>
                <a:cubicBezTo>
                  <a:pt x="427684" y="696586"/>
                  <a:pt x="422096" y="680584"/>
                  <a:pt x="419556" y="664963"/>
                </a:cubicBezTo>
                <a:lnTo>
                  <a:pt x="417397" y="657851"/>
                </a:lnTo>
                <a:lnTo>
                  <a:pt x="412190" y="657343"/>
                </a:lnTo>
                <a:cubicBezTo>
                  <a:pt x="371931" y="708397"/>
                  <a:pt x="323925" y="745989"/>
                  <a:pt x="266648" y="771389"/>
                </a:cubicBezTo>
                <a:lnTo>
                  <a:pt x="257758" y="776596"/>
                </a:lnTo>
                <a:cubicBezTo>
                  <a:pt x="254583" y="797424"/>
                  <a:pt x="251789" y="811902"/>
                  <a:pt x="248868" y="826253"/>
                </a:cubicBezTo>
                <a:cubicBezTo>
                  <a:pt x="246328" y="838699"/>
                  <a:pt x="234898" y="846192"/>
                  <a:pt x="223214" y="843525"/>
                </a:cubicBezTo>
                <a:cubicBezTo>
                  <a:pt x="212546" y="841112"/>
                  <a:pt x="205688" y="831968"/>
                  <a:pt x="206577" y="820411"/>
                </a:cubicBezTo>
                <a:lnTo>
                  <a:pt x="210260" y="791201"/>
                </a:lnTo>
                <a:cubicBezTo>
                  <a:pt x="204926" y="793106"/>
                  <a:pt x="200100" y="794249"/>
                  <a:pt x="195782" y="796535"/>
                </a:cubicBezTo>
                <a:cubicBezTo>
                  <a:pt x="184225" y="802377"/>
                  <a:pt x="172668" y="799583"/>
                  <a:pt x="164667" y="788407"/>
                </a:cubicBezTo>
                <a:cubicBezTo>
                  <a:pt x="157936" y="779136"/>
                  <a:pt x="159206" y="767960"/>
                  <a:pt x="167715" y="759451"/>
                </a:cubicBezTo>
                <a:lnTo>
                  <a:pt x="172160" y="754879"/>
                </a:lnTo>
                <a:cubicBezTo>
                  <a:pt x="196163" y="712334"/>
                  <a:pt x="224357" y="677282"/>
                  <a:pt x="259028" y="647310"/>
                </a:cubicBezTo>
                <a:lnTo>
                  <a:pt x="261695" y="646167"/>
                </a:lnTo>
                <a:lnTo>
                  <a:pt x="261314" y="643373"/>
                </a:lnTo>
                <a:lnTo>
                  <a:pt x="219023" y="648961"/>
                </a:lnTo>
                <a:cubicBezTo>
                  <a:pt x="167207" y="653914"/>
                  <a:pt x="85292" y="648326"/>
                  <a:pt x="35889" y="631435"/>
                </a:cubicBezTo>
                <a:cubicBezTo>
                  <a:pt x="23189" y="627117"/>
                  <a:pt x="17093" y="615941"/>
                  <a:pt x="20649" y="604511"/>
                </a:cubicBezTo>
                <a:cubicBezTo>
                  <a:pt x="24459" y="592192"/>
                  <a:pt x="36270" y="586350"/>
                  <a:pt x="49859" y="590795"/>
                </a:cubicBezTo>
                <a:cubicBezTo>
                  <a:pt x="90118" y="604130"/>
                  <a:pt x="162508" y="609464"/>
                  <a:pt x="204799" y="606924"/>
                </a:cubicBezTo>
                <a:cubicBezTo>
                  <a:pt x="246201" y="604384"/>
                  <a:pt x="285444" y="593970"/>
                  <a:pt x="322909" y="576190"/>
                </a:cubicBezTo>
                <a:lnTo>
                  <a:pt x="325703" y="574412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4" name="Google Shape;364;p15"/>
          <p:cNvGrpSpPr/>
          <p:nvPr/>
        </p:nvGrpSpPr>
        <p:grpSpPr>
          <a:xfrm>
            <a:off x="178004" y="7762778"/>
            <a:ext cx="720093" cy="727035"/>
            <a:chOff x="63500" y="63500"/>
            <a:chExt cx="1106805" cy="1117473"/>
          </a:xfrm>
        </p:grpSpPr>
        <p:sp>
          <p:nvSpPr>
            <p:cNvPr id="365" name="Google Shape;365;p15"/>
            <p:cNvSpPr/>
            <p:nvPr/>
          </p:nvSpPr>
          <p:spPr>
            <a:xfrm>
              <a:off x="452417" y="519747"/>
              <a:ext cx="530803" cy="322500"/>
            </a:xfrm>
            <a:custGeom>
              <a:rect b="b" l="l" r="r" t="t"/>
              <a:pathLst>
                <a:path extrusionOk="0" h="322500" w="530803">
                  <a:moveTo>
                    <a:pt x="300693" y="277051"/>
                  </a:moveTo>
                  <a:cubicBezTo>
                    <a:pt x="338031" y="274765"/>
                    <a:pt x="374099" y="269558"/>
                    <a:pt x="406738" y="250635"/>
                  </a:cubicBezTo>
                  <a:cubicBezTo>
                    <a:pt x="451950" y="224473"/>
                    <a:pt x="478747" y="185357"/>
                    <a:pt x="487637" y="133922"/>
                  </a:cubicBezTo>
                  <a:lnTo>
                    <a:pt x="488653" y="127064"/>
                  </a:lnTo>
                  <a:cubicBezTo>
                    <a:pt x="491828" y="110046"/>
                    <a:pt x="500845" y="103061"/>
                    <a:pt x="513418" y="104839"/>
                  </a:cubicBezTo>
                  <a:cubicBezTo>
                    <a:pt x="526372" y="106617"/>
                    <a:pt x="532087" y="114999"/>
                    <a:pt x="530563" y="129731"/>
                  </a:cubicBezTo>
                  <a:cubicBezTo>
                    <a:pt x="520657" y="223330"/>
                    <a:pt x="456014" y="297117"/>
                    <a:pt x="363304" y="316167"/>
                  </a:cubicBezTo>
                  <a:cubicBezTo>
                    <a:pt x="285961" y="332169"/>
                    <a:pt x="212555" y="317183"/>
                    <a:pt x="144229" y="278702"/>
                  </a:cubicBezTo>
                  <a:cubicBezTo>
                    <a:pt x="94191" y="250508"/>
                    <a:pt x="51138" y="214186"/>
                    <a:pt x="22817" y="162878"/>
                  </a:cubicBezTo>
                  <a:cubicBezTo>
                    <a:pt x="11768" y="142812"/>
                    <a:pt x="1608" y="121984"/>
                    <a:pt x="211" y="98489"/>
                  </a:cubicBezTo>
                  <a:cubicBezTo>
                    <a:pt x="-1948" y="59881"/>
                    <a:pt x="12403" y="29020"/>
                    <a:pt x="47455" y="10732"/>
                  </a:cubicBezTo>
                  <a:cubicBezTo>
                    <a:pt x="82634" y="-7683"/>
                    <a:pt x="115781" y="-1587"/>
                    <a:pt x="146134" y="22797"/>
                  </a:cubicBezTo>
                  <a:lnTo>
                    <a:pt x="170391" y="44260"/>
                  </a:lnTo>
                  <a:cubicBezTo>
                    <a:pt x="180932" y="55055"/>
                    <a:pt x="179789" y="65469"/>
                    <a:pt x="167978" y="76518"/>
                  </a:cubicBezTo>
                  <a:cubicBezTo>
                    <a:pt x="158072" y="85789"/>
                    <a:pt x="149817" y="85281"/>
                    <a:pt x="139149" y="74359"/>
                  </a:cubicBezTo>
                  <a:lnTo>
                    <a:pt x="120734" y="55055"/>
                  </a:lnTo>
                  <a:cubicBezTo>
                    <a:pt x="104097" y="40577"/>
                    <a:pt x="85301" y="37783"/>
                    <a:pt x="69807" y="46673"/>
                  </a:cubicBezTo>
                  <a:cubicBezTo>
                    <a:pt x="50503" y="57722"/>
                    <a:pt x="41232" y="77407"/>
                    <a:pt x="45042" y="99124"/>
                  </a:cubicBezTo>
                  <a:cubicBezTo>
                    <a:pt x="49487" y="123635"/>
                    <a:pt x="61044" y="144717"/>
                    <a:pt x="77046" y="163132"/>
                  </a:cubicBezTo>
                  <a:cubicBezTo>
                    <a:pt x="119972" y="212789"/>
                    <a:pt x="170391" y="251651"/>
                    <a:pt x="235542" y="267145"/>
                  </a:cubicBezTo>
                  <a:lnTo>
                    <a:pt x="300439" y="27705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15"/>
            <p:cNvSpPr/>
            <p:nvPr/>
          </p:nvSpPr>
          <p:spPr>
            <a:xfrm>
              <a:off x="277098" y="401210"/>
              <a:ext cx="478944" cy="315717"/>
            </a:xfrm>
            <a:custGeom>
              <a:rect b="b" l="l" r="r" t="t"/>
              <a:pathLst>
                <a:path extrusionOk="0" h="315717" w="478944">
                  <a:moveTo>
                    <a:pt x="178959" y="42020"/>
                  </a:moveTo>
                  <a:cubicBezTo>
                    <a:pt x="134890" y="42147"/>
                    <a:pt x="93996" y="51418"/>
                    <a:pt x="58817" y="79104"/>
                  </a:cubicBezTo>
                  <a:lnTo>
                    <a:pt x="38370" y="97773"/>
                  </a:lnTo>
                  <a:cubicBezTo>
                    <a:pt x="26813" y="108314"/>
                    <a:pt x="16780" y="108695"/>
                    <a:pt x="7382" y="99297"/>
                  </a:cubicBezTo>
                  <a:cubicBezTo>
                    <a:pt x="-2397" y="89518"/>
                    <a:pt x="-2651" y="79485"/>
                    <a:pt x="7763" y="68182"/>
                  </a:cubicBezTo>
                  <a:cubicBezTo>
                    <a:pt x="43196" y="30082"/>
                    <a:pt x="86757" y="6333"/>
                    <a:pt x="138446" y="1634"/>
                  </a:cubicBezTo>
                  <a:cubicBezTo>
                    <a:pt x="257191" y="-9161"/>
                    <a:pt x="354600" y="33765"/>
                    <a:pt x="431816" y="123554"/>
                  </a:cubicBezTo>
                  <a:cubicBezTo>
                    <a:pt x="452009" y="147049"/>
                    <a:pt x="469281" y="172322"/>
                    <a:pt x="476520" y="203564"/>
                  </a:cubicBezTo>
                  <a:cubicBezTo>
                    <a:pt x="485283" y="241410"/>
                    <a:pt x="469662" y="285352"/>
                    <a:pt x="439690" y="303894"/>
                  </a:cubicBezTo>
                  <a:cubicBezTo>
                    <a:pt x="408702" y="323071"/>
                    <a:pt x="361204" y="318499"/>
                    <a:pt x="331486" y="293226"/>
                  </a:cubicBezTo>
                  <a:lnTo>
                    <a:pt x="310404" y="272652"/>
                  </a:lnTo>
                  <a:cubicBezTo>
                    <a:pt x="299355" y="259444"/>
                    <a:pt x="304308" y="242680"/>
                    <a:pt x="320564" y="236330"/>
                  </a:cubicBezTo>
                  <a:lnTo>
                    <a:pt x="334788" y="236711"/>
                  </a:lnTo>
                  <a:cubicBezTo>
                    <a:pt x="348250" y="249411"/>
                    <a:pt x="355489" y="257539"/>
                    <a:pt x="363998" y="264016"/>
                  </a:cubicBezTo>
                  <a:cubicBezTo>
                    <a:pt x="378349" y="274938"/>
                    <a:pt x="394224" y="278494"/>
                    <a:pt x="411369" y="269985"/>
                  </a:cubicBezTo>
                  <a:cubicBezTo>
                    <a:pt x="428768" y="261349"/>
                    <a:pt x="435245" y="246871"/>
                    <a:pt x="436134" y="228075"/>
                  </a:cubicBezTo>
                  <a:cubicBezTo>
                    <a:pt x="436896" y="212073"/>
                    <a:pt x="433086" y="197595"/>
                    <a:pt x="424577" y="184514"/>
                  </a:cubicBezTo>
                  <a:cubicBezTo>
                    <a:pt x="366538" y="95995"/>
                    <a:pt x="286528" y="45068"/>
                    <a:pt x="179086" y="417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325981" y="253551"/>
              <a:ext cx="447026" cy="241876"/>
            </a:xfrm>
            <a:custGeom>
              <a:rect b="b" l="l" r="r" t="t"/>
              <a:pathLst>
                <a:path extrusionOk="0" h="241876" w="447026">
                  <a:moveTo>
                    <a:pt x="98072" y="40962"/>
                  </a:moveTo>
                  <a:lnTo>
                    <a:pt x="39652" y="52138"/>
                  </a:lnTo>
                  <a:cubicBezTo>
                    <a:pt x="34953" y="53027"/>
                    <a:pt x="30508" y="54932"/>
                    <a:pt x="25936" y="55948"/>
                  </a:cubicBezTo>
                  <a:cubicBezTo>
                    <a:pt x="13236" y="58615"/>
                    <a:pt x="5743" y="54551"/>
                    <a:pt x="1806" y="43375"/>
                  </a:cubicBezTo>
                  <a:cubicBezTo>
                    <a:pt x="-2385" y="31564"/>
                    <a:pt x="536" y="21277"/>
                    <a:pt x="12474" y="17594"/>
                  </a:cubicBezTo>
                  <a:lnTo>
                    <a:pt x="77117" y="2227"/>
                  </a:lnTo>
                  <a:cubicBezTo>
                    <a:pt x="140236" y="-6663"/>
                    <a:pt x="198021" y="12133"/>
                    <a:pt x="253647" y="39692"/>
                  </a:cubicBezTo>
                  <a:cubicBezTo>
                    <a:pt x="327053" y="76014"/>
                    <a:pt x="390045" y="125036"/>
                    <a:pt x="436019" y="193870"/>
                  </a:cubicBezTo>
                  <a:lnTo>
                    <a:pt x="443766" y="206316"/>
                  </a:lnTo>
                  <a:cubicBezTo>
                    <a:pt x="449735" y="221683"/>
                    <a:pt x="447068" y="229303"/>
                    <a:pt x="439321" y="234764"/>
                  </a:cubicBezTo>
                  <a:lnTo>
                    <a:pt x="423192" y="241876"/>
                  </a:lnTo>
                  <a:cubicBezTo>
                    <a:pt x="410111" y="230954"/>
                    <a:pt x="405412" y="225112"/>
                    <a:pt x="401348" y="219143"/>
                  </a:cubicBezTo>
                  <a:cubicBezTo>
                    <a:pt x="340769" y="129862"/>
                    <a:pt x="256187" y="75379"/>
                    <a:pt x="152809" y="48963"/>
                  </a:cubicBezTo>
                  <a:lnTo>
                    <a:pt x="98072" y="4096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15"/>
            <p:cNvSpPr/>
            <p:nvPr/>
          </p:nvSpPr>
          <p:spPr>
            <a:xfrm>
              <a:off x="432969" y="743106"/>
              <a:ext cx="446193" cy="239366"/>
            </a:xfrm>
            <a:custGeom>
              <a:rect b="b" l="l" r="r" t="t"/>
              <a:pathLst>
                <a:path extrusionOk="0" h="239366" w="446193">
                  <a:moveTo>
                    <a:pt x="348081" y="239366"/>
                  </a:moveTo>
                  <a:cubicBezTo>
                    <a:pt x="272389" y="237842"/>
                    <a:pt x="205206" y="214601"/>
                    <a:pt x="143738" y="174342"/>
                  </a:cubicBezTo>
                  <a:cubicBezTo>
                    <a:pt x="90525" y="139544"/>
                    <a:pt x="43281" y="98269"/>
                    <a:pt x="9118" y="43659"/>
                  </a:cubicBezTo>
                  <a:lnTo>
                    <a:pt x="3530" y="34261"/>
                  </a:lnTo>
                  <a:cubicBezTo>
                    <a:pt x="-3074" y="17497"/>
                    <a:pt x="-153" y="8988"/>
                    <a:pt x="10134" y="3400"/>
                  </a:cubicBezTo>
                  <a:cubicBezTo>
                    <a:pt x="20675" y="-2442"/>
                    <a:pt x="29057" y="-918"/>
                    <a:pt x="36804" y="9242"/>
                  </a:cubicBezTo>
                  <a:lnTo>
                    <a:pt x="79349" y="65503"/>
                  </a:lnTo>
                  <a:cubicBezTo>
                    <a:pt x="139928" y="131289"/>
                    <a:pt x="213080" y="176755"/>
                    <a:pt x="301472" y="195170"/>
                  </a:cubicBezTo>
                  <a:cubicBezTo>
                    <a:pt x="330301" y="201139"/>
                    <a:pt x="359003" y="198853"/>
                    <a:pt x="387705" y="193392"/>
                  </a:cubicBezTo>
                  <a:lnTo>
                    <a:pt x="422630" y="188820"/>
                  </a:lnTo>
                  <a:cubicBezTo>
                    <a:pt x="436473" y="188312"/>
                    <a:pt x="444474" y="194281"/>
                    <a:pt x="445871" y="203806"/>
                  </a:cubicBezTo>
                  <a:cubicBezTo>
                    <a:pt x="447649" y="214601"/>
                    <a:pt x="442061" y="224888"/>
                    <a:pt x="429107" y="228190"/>
                  </a:cubicBezTo>
                  <a:lnTo>
                    <a:pt x="374751" y="237588"/>
                  </a:lnTo>
                  <a:cubicBezTo>
                    <a:pt x="365353" y="238985"/>
                    <a:pt x="355701" y="238731"/>
                    <a:pt x="347700" y="23923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5"/>
            <p:cNvSpPr/>
            <p:nvPr/>
          </p:nvSpPr>
          <p:spPr>
            <a:xfrm>
              <a:off x="323596" y="590075"/>
              <a:ext cx="131850" cy="329767"/>
            </a:xfrm>
            <a:custGeom>
              <a:rect b="b" l="l" r="r" t="t"/>
              <a:pathLst>
                <a:path extrusionOk="0" h="329767" w="131850">
                  <a:moveTo>
                    <a:pt x="127" y="115156"/>
                  </a:moveTo>
                  <a:cubicBezTo>
                    <a:pt x="4318" y="74643"/>
                    <a:pt x="11938" y="39210"/>
                    <a:pt x="36830" y="10000"/>
                  </a:cubicBezTo>
                  <a:cubicBezTo>
                    <a:pt x="47117" y="-2065"/>
                    <a:pt x="57277" y="-2954"/>
                    <a:pt x="68326" y="5936"/>
                  </a:cubicBezTo>
                  <a:lnTo>
                    <a:pt x="77724" y="19271"/>
                  </a:lnTo>
                  <a:cubicBezTo>
                    <a:pt x="73152" y="30701"/>
                    <a:pt x="71882" y="33368"/>
                    <a:pt x="70104" y="35527"/>
                  </a:cubicBezTo>
                  <a:cubicBezTo>
                    <a:pt x="44958" y="67023"/>
                    <a:pt x="42545" y="102837"/>
                    <a:pt x="50038" y="140556"/>
                  </a:cubicBezTo>
                  <a:cubicBezTo>
                    <a:pt x="60325" y="191737"/>
                    <a:pt x="83820" y="236822"/>
                    <a:pt x="114427" y="278605"/>
                  </a:cubicBezTo>
                  <a:lnTo>
                    <a:pt x="122936" y="288892"/>
                  </a:lnTo>
                  <a:cubicBezTo>
                    <a:pt x="135509" y="306164"/>
                    <a:pt x="134112" y="316451"/>
                    <a:pt x="122936" y="325087"/>
                  </a:cubicBezTo>
                  <a:cubicBezTo>
                    <a:pt x="112776" y="332834"/>
                    <a:pt x="103632" y="330929"/>
                    <a:pt x="94234" y="319626"/>
                  </a:cubicBezTo>
                  <a:cubicBezTo>
                    <a:pt x="56134" y="273906"/>
                    <a:pt x="26289" y="223487"/>
                    <a:pt x="9906" y="166083"/>
                  </a:cubicBezTo>
                  <a:lnTo>
                    <a:pt x="0" y="11515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15"/>
            <p:cNvSpPr/>
            <p:nvPr/>
          </p:nvSpPr>
          <p:spPr>
            <a:xfrm>
              <a:off x="747631" y="315829"/>
              <a:ext cx="131971" cy="331109"/>
            </a:xfrm>
            <a:custGeom>
              <a:rect b="b" l="l" r="r" t="t"/>
              <a:pathLst>
                <a:path extrusionOk="0" h="331109" w="131971">
                  <a:moveTo>
                    <a:pt x="131844" y="224556"/>
                  </a:moveTo>
                  <a:cubicBezTo>
                    <a:pt x="133114" y="259862"/>
                    <a:pt x="121557" y="290596"/>
                    <a:pt x="101745" y="318663"/>
                  </a:cubicBezTo>
                  <a:lnTo>
                    <a:pt x="88918" y="331109"/>
                  </a:lnTo>
                  <a:cubicBezTo>
                    <a:pt x="61867" y="324251"/>
                    <a:pt x="56152" y="310281"/>
                    <a:pt x="65931" y="295930"/>
                  </a:cubicBezTo>
                  <a:cubicBezTo>
                    <a:pt x="87648" y="263926"/>
                    <a:pt x="94252" y="228747"/>
                    <a:pt x="86759" y="191155"/>
                  </a:cubicBezTo>
                  <a:cubicBezTo>
                    <a:pt x="79647" y="155595"/>
                    <a:pt x="66566" y="122067"/>
                    <a:pt x="47135" y="91460"/>
                  </a:cubicBezTo>
                  <a:lnTo>
                    <a:pt x="6749" y="37104"/>
                  </a:lnTo>
                  <a:cubicBezTo>
                    <a:pt x="-2014" y="25547"/>
                    <a:pt x="-2395" y="16276"/>
                    <a:pt x="6495" y="7259"/>
                  </a:cubicBezTo>
                  <a:cubicBezTo>
                    <a:pt x="15766" y="-2012"/>
                    <a:pt x="27069" y="-2774"/>
                    <a:pt x="35832" y="7132"/>
                  </a:cubicBezTo>
                  <a:cubicBezTo>
                    <a:pt x="90823" y="69616"/>
                    <a:pt x="129939" y="139212"/>
                    <a:pt x="131971" y="22455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15"/>
            <p:cNvSpPr/>
            <p:nvPr/>
          </p:nvSpPr>
          <p:spPr>
            <a:xfrm>
              <a:off x="63500" y="289687"/>
              <a:ext cx="167132" cy="166624"/>
            </a:xfrm>
            <a:custGeom>
              <a:rect b="b" l="l" r="r" t="t"/>
              <a:pathLst>
                <a:path extrusionOk="0" h="166624" w="167132">
                  <a:moveTo>
                    <a:pt x="167132" y="98171"/>
                  </a:moveTo>
                  <a:lnTo>
                    <a:pt x="117856" y="115062"/>
                  </a:lnTo>
                  <a:cubicBezTo>
                    <a:pt x="111760" y="117475"/>
                    <a:pt x="105791" y="121793"/>
                    <a:pt x="101346" y="126746"/>
                  </a:cubicBezTo>
                  <a:lnTo>
                    <a:pt x="68961" y="166624"/>
                  </a:lnTo>
                  <a:cubicBezTo>
                    <a:pt x="64135" y="152908"/>
                    <a:pt x="58928" y="140843"/>
                    <a:pt x="55880" y="128270"/>
                  </a:cubicBezTo>
                  <a:cubicBezTo>
                    <a:pt x="52324" y="113538"/>
                    <a:pt x="44577" y="102743"/>
                    <a:pt x="32258" y="94107"/>
                  </a:cubicBezTo>
                  <a:lnTo>
                    <a:pt x="0" y="68707"/>
                  </a:lnTo>
                  <a:cubicBezTo>
                    <a:pt x="16637" y="63119"/>
                    <a:pt x="31369" y="57658"/>
                    <a:pt x="46355" y="53213"/>
                  </a:cubicBezTo>
                  <a:cubicBezTo>
                    <a:pt x="55372" y="50546"/>
                    <a:pt x="62103" y="45974"/>
                    <a:pt x="67564" y="38481"/>
                  </a:cubicBezTo>
                  <a:lnTo>
                    <a:pt x="98171" y="0"/>
                  </a:lnTo>
                  <a:cubicBezTo>
                    <a:pt x="103759" y="16383"/>
                    <a:pt x="109474" y="31242"/>
                    <a:pt x="113792" y="46355"/>
                  </a:cubicBezTo>
                  <a:cubicBezTo>
                    <a:pt x="116459" y="55753"/>
                    <a:pt x="121666" y="62484"/>
                    <a:pt x="129413" y="68199"/>
                  </a:cubicBezTo>
                  <a:lnTo>
                    <a:pt x="167132" y="9817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15"/>
            <p:cNvSpPr/>
            <p:nvPr/>
          </p:nvSpPr>
          <p:spPr>
            <a:xfrm>
              <a:off x="551434" y="1033653"/>
              <a:ext cx="146939" cy="147320"/>
            </a:xfrm>
            <a:custGeom>
              <a:rect b="b" l="l" r="r" t="t"/>
              <a:pathLst>
                <a:path extrusionOk="0" h="147320" w="146939">
                  <a:moveTo>
                    <a:pt x="60452" y="147320"/>
                  </a:moveTo>
                  <a:lnTo>
                    <a:pt x="46990" y="107188"/>
                  </a:lnTo>
                  <a:cubicBezTo>
                    <a:pt x="44450" y="98933"/>
                    <a:pt x="40386" y="92583"/>
                    <a:pt x="33401" y="87376"/>
                  </a:cubicBezTo>
                  <a:lnTo>
                    <a:pt x="0" y="60706"/>
                  </a:lnTo>
                  <a:cubicBezTo>
                    <a:pt x="15875" y="55245"/>
                    <a:pt x="30226" y="50673"/>
                    <a:pt x="44323" y="45212"/>
                  </a:cubicBezTo>
                  <a:lnTo>
                    <a:pt x="53721" y="40132"/>
                  </a:lnTo>
                  <a:cubicBezTo>
                    <a:pt x="66802" y="25019"/>
                    <a:pt x="75819" y="13208"/>
                    <a:pt x="86360" y="0"/>
                  </a:cubicBezTo>
                  <a:lnTo>
                    <a:pt x="101346" y="43180"/>
                  </a:lnTo>
                  <a:cubicBezTo>
                    <a:pt x="103378" y="48514"/>
                    <a:pt x="106934" y="53721"/>
                    <a:pt x="111252" y="57531"/>
                  </a:cubicBezTo>
                  <a:lnTo>
                    <a:pt x="146939" y="86487"/>
                  </a:lnTo>
                  <a:cubicBezTo>
                    <a:pt x="130683" y="92075"/>
                    <a:pt x="115951" y="96901"/>
                    <a:pt x="101346" y="102235"/>
                  </a:cubicBezTo>
                  <a:lnTo>
                    <a:pt x="93472" y="106426"/>
                  </a:lnTo>
                  <a:cubicBezTo>
                    <a:pt x="80772" y="121412"/>
                    <a:pt x="71247" y="133604"/>
                    <a:pt x="60325" y="1470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5"/>
            <p:cNvSpPr/>
            <p:nvPr/>
          </p:nvSpPr>
          <p:spPr>
            <a:xfrm>
              <a:off x="922147" y="305181"/>
              <a:ext cx="122174" cy="121793"/>
            </a:xfrm>
            <a:custGeom>
              <a:rect b="b" l="l" r="r" t="t"/>
              <a:pathLst>
                <a:path extrusionOk="0" h="121793" w="122174">
                  <a:moveTo>
                    <a:pt x="71882" y="0"/>
                  </a:moveTo>
                  <a:cubicBezTo>
                    <a:pt x="77343" y="32258"/>
                    <a:pt x="94361" y="55118"/>
                    <a:pt x="122174" y="71628"/>
                  </a:cubicBezTo>
                  <a:cubicBezTo>
                    <a:pt x="89916" y="77216"/>
                    <a:pt x="66548" y="93345"/>
                    <a:pt x="50546" y="121793"/>
                  </a:cubicBezTo>
                  <a:cubicBezTo>
                    <a:pt x="44704" y="89408"/>
                    <a:pt x="28448" y="66167"/>
                    <a:pt x="0" y="50038"/>
                  </a:cubicBezTo>
                  <a:cubicBezTo>
                    <a:pt x="31877" y="44069"/>
                    <a:pt x="55499" y="28448"/>
                    <a:pt x="7200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15"/>
            <p:cNvSpPr/>
            <p:nvPr/>
          </p:nvSpPr>
          <p:spPr>
            <a:xfrm>
              <a:off x="1059053" y="717042"/>
              <a:ext cx="111252" cy="108712"/>
            </a:xfrm>
            <a:custGeom>
              <a:rect b="b" l="l" r="r" t="t"/>
              <a:pathLst>
                <a:path extrusionOk="0" h="108712" w="111252">
                  <a:moveTo>
                    <a:pt x="111125" y="46482"/>
                  </a:moveTo>
                  <a:lnTo>
                    <a:pt x="85598" y="66802"/>
                  </a:lnTo>
                  <a:cubicBezTo>
                    <a:pt x="83185" y="68961"/>
                    <a:pt x="81280" y="73025"/>
                    <a:pt x="81280" y="76200"/>
                  </a:cubicBezTo>
                  <a:lnTo>
                    <a:pt x="82550" y="108712"/>
                  </a:lnTo>
                  <a:cubicBezTo>
                    <a:pt x="75184" y="103886"/>
                    <a:pt x="68326" y="100457"/>
                    <a:pt x="62992" y="95631"/>
                  </a:cubicBezTo>
                  <a:cubicBezTo>
                    <a:pt x="54483" y="88011"/>
                    <a:pt x="46101" y="87503"/>
                    <a:pt x="36195" y="92710"/>
                  </a:cubicBezTo>
                  <a:lnTo>
                    <a:pt x="22987" y="98044"/>
                  </a:lnTo>
                  <a:cubicBezTo>
                    <a:pt x="17653" y="89789"/>
                    <a:pt x="20955" y="80645"/>
                    <a:pt x="22733" y="71120"/>
                  </a:cubicBezTo>
                  <a:lnTo>
                    <a:pt x="22352" y="61849"/>
                  </a:lnTo>
                  <a:cubicBezTo>
                    <a:pt x="14732" y="50419"/>
                    <a:pt x="8128" y="43180"/>
                    <a:pt x="0" y="33020"/>
                  </a:cubicBezTo>
                  <a:lnTo>
                    <a:pt x="31877" y="32766"/>
                  </a:lnTo>
                  <a:cubicBezTo>
                    <a:pt x="35814" y="32385"/>
                    <a:pt x="40640" y="29591"/>
                    <a:pt x="43180" y="26416"/>
                  </a:cubicBezTo>
                  <a:lnTo>
                    <a:pt x="60579" y="0"/>
                  </a:lnTo>
                  <a:cubicBezTo>
                    <a:pt x="64643" y="11176"/>
                    <a:pt x="68326" y="20066"/>
                    <a:pt x="71120" y="29337"/>
                  </a:cubicBezTo>
                  <a:lnTo>
                    <a:pt x="76073" y="37465"/>
                  </a:lnTo>
                  <a:cubicBezTo>
                    <a:pt x="90805" y="40767"/>
                    <a:pt x="99949" y="43561"/>
                    <a:pt x="111252" y="4660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15"/>
            <p:cNvSpPr/>
            <p:nvPr/>
          </p:nvSpPr>
          <p:spPr>
            <a:xfrm>
              <a:off x="174625" y="738378"/>
              <a:ext cx="111125" cy="109093"/>
            </a:xfrm>
            <a:custGeom>
              <a:rect b="b" l="l" r="r" t="t"/>
              <a:pathLst>
                <a:path extrusionOk="0" h="109093" w="111125">
                  <a:moveTo>
                    <a:pt x="60452" y="0"/>
                  </a:moveTo>
                  <a:lnTo>
                    <a:pt x="70358" y="27686"/>
                  </a:lnTo>
                  <a:cubicBezTo>
                    <a:pt x="72263" y="34163"/>
                    <a:pt x="75565" y="37719"/>
                    <a:pt x="82550" y="38989"/>
                  </a:cubicBezTo>
                  <a:lnTo>
                    <a:pt x="111125" y="46609"/>
                  </a:lnTo>
                  <a:cubicBezTo>
                    <a:pt x="101854" y="53848"/>
                    <a:pt x="93726" y="59309"/>
                    <a:pt x="86741" y="65913"/>
                  </a:cubicBezTo>
                  <a:lnTo>
                    <a:pt x="81534" y="73660"/>
                  </a:lnTo>
                  <a:cubicBezTo>
                    <a:pt x="80899" y="87376"/>
                    <a:pt x="81915" y="97155"/>
                    <a:pt x="82550" y="109093"/>
                  </a:cubicBezTo>
                  <a:lnTo>
                    <a:pt x="56134" y="91567"/>
                  </a:lnTo>
                  <a:cubicBezTo>
                    <a:pt x="52832" y="89662"/>
                    <a:pt x="47752" y="89154"/>
                    <a:pt x="44196" y="90297"/>
                  </a:cubicBezTo>
                  <a:lnTo>
                    <a:pt x="14605" y="101346"/>
                  </a:lnTo>
                  <a:cubicBezTo>
                    <a:pt x="17653" y="90170"/>
                    <a:pt x="20955" y="80772"/>
                    <a:pt x="22733" y="71120"/>
                  </a:cubicBezTo>
                  <a:lnTo>
                    <a:pt x="22479" y="61849"/>
                  </a:lnTo>
                  <a:cubicBezTo>
                    <a:pt x="14859" y="50419"/>
                    <a:pt x="8255" y="43180"/>
                    <a:pt x="0" y="33020"/>
                  </a:cubicBezTo>
                  <a:lnTo>
                    <a:pt x="32004" y="32766"/>
                  </a:lnTo>
                  <a:cubicBezTo>
                    <a:pt x="35941" y="32385"/>
                    <a:pt x="40767" y="29718"/>
                    <a:pt x="43180" y="26543"/>
                  </a:cubicBezTo>
                  <a:lnTo>
                    <a:pt x="60452" y="25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15"/>
            <p:cNvSpPr/>
            <p:nvPr/>
          </p:nvSpPr>
          <p:spPr>
            <a:xfrm>
              <a:off x="456438" y="63500"/>
              <a:ext cx="108331" cy="109093"/>
            </a:xfrm>
            <a:custGeom>
              <a:rect b="b" l="l" r="r" t="t"/>
              <a:pathLst>
                <a:path extrusionOk="0" h="109093" w="108331">
                  <a:moveTo>
                    <a:pt x="11557" y="101092"/>
                  </a:moveTo>
                  <a:lnTo>
                    <a:pt x="20320" y="70358"/>
                  </a:lnTo>
                  <a:cubicBezTo>
                    <a:pt x="21082" y="66675"/>
                    <a:pt x="19939" y="61595"/>
                    <a:pt x="17780" y="58547"/>
                  </a:cubicBezTo>
                  <a:lnTo>
                    <a:pt x="0" y="32893"/>
                  </a:lnTo>
                  <a:cubicBezTo>
                    <a:pt x="9652" y="32893"/>
                    <a:pt x="19304" y="33528"/>
                    <a:pt x="28702" y="32639"/>
                  </a:cubicBezTo>
                  <a:lnTo>
                    <a:pt x="37973" y="29337"/>
                  </a:lnTo>
                  <a:cubicBezTo>
                    <a:pt x="46736" y="18288"/>
                    <a:pt x="51562" y="9779"/>
                    <a:pt x="57912" y="0"/>
                  </a:cubicBezTo>
                  <a:lnTo>
                    <a:pt x="68834" y="29210"/>
                  </a:lnTo>
                  <a:cubicBezTo>
                    <a:pt x="70612" y="32893"/>
                    <a:pt x="74549" y="36576"/>
                    <a:pt x="78232" y="37973"/>
                  </a:cubicBezTo>
                  <a:lnTo>
                    <a:pt x="108331" y="46355"/>
                  </a:lnTo>
                  <a:cubicBezTo>
                    <a:pt x="99314" y="53467"/>
                    <a:pt x="91948" y="59817"/>
                    <a:pt x="84074" y="65405"/>
                  </a:cubicBezTo>
                  <a:lnTo>
                    <a:pt x="77724" y="72517"/>
                  </a:lnTo>
                  <a:cubicBezTo>
                    <a:pt x="79121" y="87630"/>
                    <a:pt x="79375" y="97155"/>
                    <a:pt x="80010" y="109093"/>
                  </a:cubicBezTo>
                  <a:lnTo>
                    <a:pt x="53848" y="91567"/>
                  </a:lnTo>
                  <a:cubicBezTo>
                    <a:pt x="50292" y="89662"/>
                    <a:pt x="44958" y="89027"/>
                    <a:pt x="41021" y="90170"/>
                  </a:cubicBezTo>
                  <a:lnTo>
                    <a:pt x="11684" y="10109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5"/>
            <p:cNvSpPr/>
            <p:nvPr/>
          </p:nvSpPr>
          <p:spPr>
            <a:xfrm>
              <a:off x="901227" y="881375"/>
              <a:ext cx="94960" cy="67696"/>
            </a:xfrm>
            <a:custGeom>
              <a:rect b="b" l="l" r="r" t="t"/>
              <a:pathLst>
                <a:path extrusionOk="0" h="67696" w="94960">
                  <a:moveTo>
                    <a:pt x="23587" y="67696"/>
                  </a:moveTo>
                  <a:cubicBezTo>
                    <a:pt x="11268" y="67442"/>
                    <a:pt x="3267" y="61346"/>
                    <a:pt x="854" y="52456"/>
                  </a:cubicBezTo>
                  <a:cubicBezTo>
                    <a:pt x="-1813" y="43058"/>
                    <a:pt x="1870" y="33279"/>
                    <a:pt x="10506" y="28707"/>
                  </a:cubicBezTo>
                  <a:lnTo>
                    <a:pt x="63338" y="2418"/>
                  </a:lnTo>
                  <a:cubicBezTo>
                    <a:pt x="72863" y="-2154"/>
                    <a:pt x="80356" y="-122"/>
                    <a:pt x="86325" y="7498"/>
                  </a:cubicBezTo>
                  <a:lnTo>
                    <a:pt x="94961" y="25532"/>
                  </a:lnTo>
                  <a:cubicBezTo>
                    <a:pt x="70450" y="51694"/>
                    <a:pt x="45558" y="59949"/>
                    <a:pt x="23587" y="675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15"/>
            <p:cNvSpPr/>
            <p:nvPr/>
          </p:nvSpPr>
          <p:spPr>
            <a:xfrm>
              <a:off x="641537" y="236171"/>
              <a:ext cx="88654" cy="73780"/>
            </a:xfrm>
            <a:custGeom>
              <a:rect b="b" l="l" r="r" t="t"/>
              <a:pathLst>
                <a:path extrusionOk="0" h="73780" w="88654">
                  <a:moveTo>
                    <a:pt x="23943" y="49"/>
                  </a:moveTo>
                  <a:lnTo>
                    <a:pt x="30547" y="1446"/>
                  </a:lnTo>
                  <a:cubicBezTo>
                    <a:pt x="50105" y="14781"/>
                    <a:pt x="66234" y="25449"/>
                    <a:pt x="81347" y="37514"/>
                  </a:cubicBezTo>
                  <a:cubicBezTo>
                    <a:pt x="90745" y="44880"/>
                    <a:pt x="90745" y="58088"/>
                    <a:pt x="83252" y="66597"/>
                  </a:cubicBezTo>
                  <a:cubicBezTo>
                    <a:pt x="75886" y="74979"/>
                    <a:pt x="64329" y="76122"/>
                    <a:pt x="54804" y="69518"/>
                  </a:cubicBezTo>
                  <a:lnTo>
                    <a:pt x="9592" y="37768"/>
                  </a:lnTo>
                  <a:cubicBezTo>
                    <a:pt x="1972" y="32307"/>
                    <a:pt x="-2219" y="25322"/>
                    <a:pt x="1210" y="15543"/>
                  </a:cubicBezTo>
                  <a:cubicBezTo>
                    <a:pt x="4893" y="5002"/>
                    <a:pt x="12005" y="-586"/>
                    <a:pt x="23943" y="4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15"/>
            <p:cNvSpPr/>
            <p:nvPr/>
          </p:nvSpPr>
          <p:spPr>
            <a:xfrm>
              <a:off x="464561" y="919978"/>
              <a:ext cx="45217" cy="45095"/>
            </a:xfrm>
            <a:custGeom>
              <a:rect b="b" l="l" r="r" t="t"/>
              <a:pathLst>
                <a:path extrusionOk="0" h="45095" w="45217">
                  <a:moveTo>
                    <a:pt x="5" y="22870"/>
                  </a:moveTo>
                  <a:cubicBezTo>
                    <a:pt x="-249" y="10551"/>
                    <a:pt x="9657" y="264"/>
                    <a:pt x="21976" y="10"/>
                  </a:cubicBezTo>
                  <a:cubicBezTo>
                    <a:pt x="34803" y="-371"/>
                    <a:pt x="45217" y="9789"/>
                    <a:pt x="45217" y="22616"/>
                  </a:cubicBezTo>
                  <a:cubicBezTo>
                    <a:pt x="45217" y="34808"/>
                    <a:pt x="34930" y="45095"/>
                    <a:pt x="22738" y="45095"/>
                  </a:cubicBezTo>
                  <a:cubicBezTo>
                    <a:pt x="10546" y="45095"/>
                    <a:pt x="259" y="35189"/>
                    <a:pt x="5" y="228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5"/>
            <p:cNvSpPr/>
            <p:nvPr/>
          </p:nvSpPr>
          <p:spPr>
            <a:xfrm>
              <a:off x="231892" y="520055"/>
              <a:ext cx="45224" cy="45097"/>
            </a:xfrm>
            <a:custGeom>
              <a:rect b="b" l="l" r="r" t="t"/>
              <a:pathLst>
                <a:path extrusionOk="0" h="45097" w="45224">
                  <a:moveTo>
                    <a:pt x="45222" y="22997"/>
                  </a:moveTo>
                  <a:cubicBezTo>
                    <a:pt x="44968" y="35570"/>
                    <a:pt x="35189" y="45222"/>
                    <a:pt x="22616" y="45095"/>
                  </a:cubicBezTo>
                  <a:cubicBezTo>
                    <a:pt x="9789" y="44968"/>
                    <a:pt x="-371" y="34554"/>
                    <a:pt x="10" y="21727"/>
                  </a:cubicBezTo>
                  <a:cubicBezTo>
                    <a:pt x="391" y="9662"/>
                    <a:pt x="11059" y="-371"/>
                    <a:pt x="23251" y="10"/>
                  </a:cubicBezTo>
                  <a:cubicBezTo>
                    <a:pt x="35697" y="391"/>
                    <a:pt x="45349" y="10551"/>
                    <a:pt x="45222" y="229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5"/>
            <p:cNvSpPr/>
            <p:nvPr/>
          </p:nvSpPr>
          <p:spPr>
            <a:xfrm>
              <a:off x="943355" y="559180"/>
              <a:ext cx="44959" cy="45224"/>
            </a:xfrm>
            <a:custGeom>
              <a:rect b="b" l="l" r="r" t="t"/>
              <a:pathLst>
                <a:path extrusionOk="0" h="45224" w="44959">
                  <a:moveTo>
                    <a:pt x="1" y="22099"/>
                  </a:moveTo>
                  <a:cubicBezTo>
                    <a:pt x="128" y="9653"/>
                    <a:pt x="10161" y="-126"/>
                    <a:pt x="22607" y="1"/>
                  </a:cubicBezTo>
                  <a:cubicBezTo>
                    <a:pt x="35053" y="128"/>
                    <a:pt x="44959" y="10034"/>
                    <a:pt x="44959" y="22480"/>
                  </a:cubicBezTo>
                  <a:cubicBezTo>
                    <a:pt x="44959" y="35434"/>
                    <a:pt x="34545" y="45594"/>
                    <a:pt x="21845" y="45213"/>
                  </a:cubicBezTo>
                  <a:cubicBezTo>
                    <a:pt x="9526" y="44832"/>
                    <a:pt x="-126" y="34672"/>
                    <a:pt x="1" y="222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15"/>
            <p:cNvSpPr/>
            <p:nvPr/>
          </p:nvSpPr>
          <p:spPr>
            <a:xfrm>
              <a:off x="773684" y="687705"/>
              <a:ext cx="60071" cy="58801"/>
            </a:xfrm>
            <a:custGeom>
              <a:rect b="b" l="l" r="r" t="t"/>
              <a:pathLst>
                <a:path extrusionOk="0" h="58801" w="60071">
                  <a:moveTo>
                    <a:pt x="7366" y="54737"/>
                  </a:moveTo>
                  <a:cubicBezTo>
                    <a:pt x="13589" y="40132"/>
                    <a:pt x="12065" y="28702"/>
                    <a:pt x="0" y="18796"/>
                  </a:cubicBezTo>
                  <a:cubicBezTo>
                    <a:pt x="14224" y="18796"/>
                    <a:pt x="26416" y="16891"/>
                    <a:pt x="30861" y="0"/>
                  </a:cubicBezTo>
                  <a:cubicBezTo>
                    <a:pt x="35052" y="14859"/>
                    <a:pt x="42164" y="24511"/>
                    <a:pt x="60071" y="23622"/>
                  </a:cubicBezTo>
                  <a:lnTo>
                    <a:pt x="46482" y="32893"/>
                  </a:lnTo>
                  <a:cubicBezTo>
                    <a:pt x="41783" y="43180"/>
                    <a:pt x="43688" y="50292"/>
                    <a:pt x="43688" y="58801"/>
                  </a:cubicBezTo>
                  <a:cubicBezTo>
                    <a:pt x="32258" y="49149"/>
                    <a:pt x="20955" y="43815"/>
                    <a:pt x="7366" y="547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5"/>
            <p:cNvSpPr/>
            <p:nvPr/>
          </p:nvSpPr>
          <p:spPr>
            <a:xfrm>
              <a:off x="622681" y="843280"/>
              <a:ext cx="37719" cy="37338"/>
            </a:xfrm>
            <a:custGeom>
              <a:rect b="b" l="l" r="r" t="t"/>
              <a:pathLst>
                <a:path extrusionOk="0" h="37338" w="37719">
                  <a:moveTo>
                    <a:pt x="37719" y="18669"/>
                  </a:moveTo>
                  <a:cubicBezTo>
                    <a:pt x="37719" y="28956"/>
                    <a:pt x="29210" y="37338"/>
                    <a:pt x="18796" y="37338"/>
                  </a:cubicBezTo>
                  <a:cubicBezTo>
                    <a:pt x="8255" y="37338"/>
                    <a:pt x="0" y="29083"/>
                    <a:pt x="0" y="18669"/>
                  </a:cubicBezTo>
                  <a:cubicBezTo>
                    <a:pt x="0" y="8255"/>
                    <a:pt x="8255" y="0"/>
                    <a:pt x="18796" y="0"/>
                  </a:cubicBezTo>
                  <a:cubicBezTo>
                    <a:pt x="29337" y="0"/>
                    <a:pt x="37719" y="8509"/>
                    <a:pt x="37719" y="186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15"/>
            <p:cNvSpPr/>
            <p:nvPr/>
          </p:nvSpPr>
          <p:spPr>
            <a:xfrm>
              <a:off x="449453" y="334264"/>
              <a:ext cx="42291" cy="42164"/>
            </a:xfrm>
            <a:custGeom>
              <a:rect b="b" l="l" r="r" t="t"/>
              <a:pathLst>
                <a:path extrusionOk="0" h="42164" w="42291">
                  <a:moveTo>
                    <a:pt x="24765" y="127"/>
                  </a:moveTo>
                  <a:lnTo>
                    <a:pt x="42291" y="24638"/>
                  </a:lnTo>
                  <a:cubicBezTo>
                    <a:pt x="34290" y="30226"/>
                    <a:pt x="25273" y="36576"/>
                    <a:pt x="17399" y="42164"/>
                  </a:cubicBezTo>
                  <a:lnTo>
                    <a:pt x="0" y="17145"/>
                  </a:lnTo>
                  <a:cubicBezTo>
                    <a:pt x="7620" y="11938"/>
                    <a:pt x="16510" y="5715"/>
                    <a:pt x="2476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5" name="Google Shape;385;p15"/>
          <p:cNvSpPr/>
          <p:nvPr/>
        </p:nvSpPr>
        <p:spPr>
          <a:xfrm>
            <a:off x="235748" y="1856293"/>
            <a:ext cx="606528" cy="615225"/>
          </a:xfrm>
          <a:custGeom>
            <a:rect b="b" l="l" r="r" t="t"/>
            <a:pathLst>
              <a:path extrusionOk="0" h="945607" w="932254">
                <a:moveTo>
                  <a:pt x="514905" y="852495"/>
                </a:moveTo>
                <a:cubicBezTo>
                  <a:pt x="497125" y="852622"/>
                  <a:pt x="483028" y="866592"/>
                  <a:pt x="483282" y="883991"/>
                </a:cubicBezTo>
                <a:cubicBezTo>
                  <a:pt x="483536" y="901390"/>
                  <a:pt x="498268" y="915614"/>
                  <a:pt x="515540" y="915360"/>
                </a:cubicBezTo>
                <a:cubicBezTo>
                  <a:pt x="532177" y="914979"/>
                  <a:pt x="546528" y="900120"/>
                  <a:pt x="546274" y="883483"/>
                </a:cubicBezTo>
                <a:cubicBezTo>
                  <a:pt x="546020" y="866211"/>
                  <a:pt x="532050" y="852495"/>
                  <a:pt x="514905" y="852622"/>
                </a:cubicBezTo>
                <a:moveTo>
                  <a:pt x="129714" y="852622"/>
                </a:moveTo>
                <a:cubicBezTo>
                  <a:pt x="111934" y="852622"/>
                  <a:pt x="97583" y="866465"/>
                  <a:pt x="97456" y="883737"/>
                </a:cubicBezTo>
                <a:cubicBezTo>
                  <a:pt x="97456" y="900501"/>
                  <a:pt x="112696" y="915614"/>
                  <a:pt x="129587" y="915487"/>
                </a:cubicBezTo>
                <a:cubicBezTo>
                  <a:pt x="146732" y="915360"/>
                  <a:pt x="160321" y="901390"/>
                  <a:pt x="160321" y="883864"/>
                </a:cubicBezTo>
                <a:cubicBezTo>
                  <a:pt x="160321" y="866084"/>
                  <a:pt x="147113" y="852622"/>
                  <a:pt x="129714" y="852622"/>
                </a:cubicBezTo>
                <a:moveTo>
                  <a:pt x="112188" y="562173"/>
                </a:moveTo>
                <a:cubicBezTo>
                  <a:pt x="112315" y="544901"/>
                  <a:pt x="98599" y="530931"/>
                  <a:pt x="81327" y="530677"/>
                </a:cubicBezTo>
                <a:cubicBezTo>
                  <a:pt x="64436" y="530423"/>
                  <a:pt x="49450" y="545282"/>
                  <a:pt x="49323" y="562427"/>
                </a:cubicBezTo>
                <a:cubicBezTo>
                  <a:pt x="49196" y="579191"/>
                  <a:pt x="63547" y="593288"/>
                  <a:pt x="80692" y="593415"/>
                </a:cubicBezTo>
                <a:cubicBezTo>
                  <a:pt x="98853" y="593542"/>
                  <a:pt x="112061" y="580334"/>
                  <a:pt x="112188" y="562046"/>
                </a:cubicBezTo>
                <a:moveTo>
                  <a:pt x="787066" y="95448"/>
                </a:moveTo>
                <a:cubicBezTo>
                  <a:pt x="805354" y="95448"/>
                  <a:pt x="818943" y="82367"/>
                  <a:pt x="819070" y="64460"/>
                </a:cubicBezTo>
                <a:cubicBezTo>
                  <a:pt x="819070" y="47315"/>
                  <a:pt x="805354" y="32837"/>
                  <a:pt x="788463" y="32583"/>
                </a:cubicBezTo>
                <a:cubicBezTo>
                  <a:pt x="771318" y="32329"/>
                  <a:pt x="756332" y="46934"/>
                  <a:pt x="756205" y="64079"/>
                </a:cubicBezTo>
                <a:cubicBezTo>
                  <a:pt x="756078" y="81224"/>
                  <a:pt x="770048" y="95448"/>
                  <a:pt x="787066" y="95448"/>
                </a:cubicBezTo>
                <a:moveTo>
                  <a:pt x="386254" y="95448"/>
                </a:moveTo>
                <a:cubicBezTo>
                  <a:pt x="403653" y="95448"/>
                  <a:pt x="417369" y="81986"/>
                  <a:pt x="417496" y="64714"/>
                </a:cubicBezTo>
                <a:cubicBezTo>
                  <a:pt x="417623" y="47061"/>
                  <a:pt x="403526" y="32710"/>
                  <a:pt x="386254" y="32710"/>
                </a:cubicBezTo>
                <a:cubicBezTo>
                  <a:pt x="369490" y="32710"/>
                  <a:pt x="355012" y="47061"/>
                  <a:pt x="354758" y="63825"/>
                </a:cubicBezTo>
                <a:cubicBezTo>
                  <a:pt x="354504" y="81351"/>
                  <a:pt x="368474" y="95448"/>
                  <a:pt x="386254" y="95448"/>
                </a:cubicBezTo>
                <a:moveTo>
                  <a:pt x="321865" y="691586"/>
                </a:moveTo>
                <a:cubicBezTo>
                  <a:pt x="304593" y="691713"/>
                  <a:pt x="289734" y="706699"/>
                  <a:pt x="290242" y="723590"/>
                </a:cubicBezTo>
                <a:cubicBezTo>
                  <a:pt x="290750" y="740481"/>
                  <a:pt x="305228" y="754578"/>
                  <a:pt x="321992" y="754451"/>
                </a:cubicBezTo>
                <a:cubicBezTo>
                  <a:pt x="339772" y="754324"/>
                  <a:pt x="353361" y="740354"/>
                  <a:pt x="353107" y="722574"/>
                </a:cubicBezTo>
                <a:cubicBezTo>
                  <a:pt x="352853" y="705302"/>
                  <a:pt x="338883" y="691459"/>
                  <a:pt x="321865" y="691713"/>
                </a:cubicBezTo>
                <a:moveTo>
                  <a:pt x="594026" y="545282"/>
                </a:moveTo>
                <a:cubicBezTo>
                  <a:pt x="612314" y="545409"/>
                  <a:pt x="626284" y="532201"/>
                  <a:pt x="626538" y="514675"/>
                </a:cubicBezTo>
                <a:cubicBezTo>
                  <a:pt x="626792" y="497530"/>
                  <a:pt x="612314" y="482671"/>
                  <a:pt x="595169" y="482544"/>
                </a:cubicBezTo>
                <a:cubicBezTo>
                  <a:pt x="578278" y="482290"/>
                  <a:pt x="563927" y="496514"/>
                  <a:pt x="563800" y="513532"/>
                </a:cubicBezTo>
                <a:cubicBezTo>
                  <a:pt x="563546" y="531185"/>
                  <a:pt x="576881" y="545155"/>
                  <a:pt x="594026" y="545282"/>
                </a:cubicBezTo>
                <a:moveTo>
                  <a:pt x="321992" y="402661"/>
                </a:moveTo>
                <a:cubicBezTo>
                  <a:pt x="295068" y="402407"/>
                  <a:pt x="275129" y="421965"/>
                  <a:pt x="274748" y="448635"/>
                </a:cubicBezTo>
                <a:cubicBezTo>
                  <a:pt x="274494" y="476829"/>
                  <a:pt x="293671" y="496768"/>
                  <a:pt x="321484" y="497022"/>
                </a:cubicBezTo>
                <a:cubicBezTo>
                  <a:pt x="348281" y="497276"/>
                  <a:pt x="369109" y="477464"/>
                  <a:pt x="369363" y="451429"/>
                </a:cubicBezTo>
                <a:cubicBezTo>
                  <a:pt x="369617" y="422854"/>
                  <a:pt x="350186" y="402788"/>
                  <a:pt x="321992" y="402534"/>
                </a:cubicBezTo>
                <a:moveTo>
                  <a:pt x="804465" y="674822"/>
                </a:moveTo>
                <a:cubicBezTo>
                  <a:pt x="804338" y="701238"/>
                  <a:pt x="825293" y="722320"/>
                  <a:pt x="851836" y="722574"/>
                </a:cubicBezTo>
                <a:cubicBezTo>
                  <a:pt x="878379" y="722828"/>
                  <a:pt x="899080" y="702254"/>
                  <a:pt x="899588" y="675203"/>
                </a:cubicBezTo>
                <a:cubicBezTo>
                  <a:pt x="900096" y="648914"/>
                  <a:pt x="879141" y="627324"/>
                  <a:pt x="852725" y="626943"/>
                </a:cubicBezTo>
                <a:cubicBezTo>
                  <a:pt x="825928" y="626562"/>
                  <a:pt x="804592" y="647771"/>
                  <a:pt x="804592" y="674822"/>
                </a:cubicBezTo>
                <a:moveTo>
                  <a:pt x="80819" y="240101"/>
                </a:moveTo>
                <a:cubicBezTo>
                  <a:pt x="108251" y="240101"/>
                  <a:pt x="128571" y="219781"/>
                  <a:pt x="128571" y="192222"/>
                </a:cubicBezTo>
                <a:cubicBezTo>
                  <a:pt x="128571" y="166060"/>
                  <a:pt x="107997" y="145486"/>
                  <a:pt x="81581" y="145486"/>
                </a:cubicBezTo>
                <a:cubicBezTo>
                  <a:pt x="53895" y="145359"/>
                  <a:pt x="33702" y="165171"/>
                  <a:pt x="33448" y="192857"/>
                </a:cubicBezTo>
                <a:cubicBezTo>
                  <a:pt x="33194" y="219527"/>
                  <a:pt x="53768" y="240101"/>
                  <a:pt x="80819" y="240101"/>
                </a:cubicBezTo>
                <a:moveTo>
                  <a:pt x="547290" y="224734"/>
                </a:moveTo>
                <a:cubicBezTo>
                  <a:pt x="547163" y="251150"/>
                  <a:pt x="568245" y="272613"/>
                  <a:pt x="594534" y="272613"/>
                </a:cubicBezTo>
                <a:cubicBezTo>
                  <a:pt x="621204" y="272740"/>
                  <a:pt x="643048" y="251023"/>
                  <a:pt x="642794" y="224480"/>
                </a:cubicBezTo>
                <a:cubicBezTo>
                  <a:pt x="642540" y="198572"/>
                  <a:pt x="621585" y="177363"/>
                  <a:pt x="595804" y="176982"/>
                </a:cubicBezTo>
                <a:cubicBezTo>
                  <a:pt x="569134" y="176601"/>
                  <a:pt x="547417" y="197937"/>
                  <a:pt x="547290" y="224607"/>
                </a:cubicBezTo>
                <a:moveTo>
                  <a:pt x="279574" y="772231"/>
                </a:moveTo>
                <a:lnTo>
                  <a:pt x="189785" y="849701"/>
                </a:lnTo>
                <a:cubicBezTo>
                  <a:pt x="188134" y="851098"/>
                  <a:pt x="188261" y="856178"/>
                  <a:pt x="189277" y="858972"/>
                </a:cubicBezTo>
                <a:cubicBezTo>
                  <a:pt x="201469" y="890468"/>
                  <a:pt x="189150" y="924631"/>
                  <a:pt x="160194" y="941014"/>
                </a:cubicBezTo>
                <a:cubicBezTo>
                  <a:pt x="148510" y="947618"/>
                  <a:pt x="136191" y="945078"/>
                  <a:pt x="124126" y="945332"/>
                </a:cubicBezTo>
                <a:cubicBezTo>
                  <a:pt x="95678" y="945713"/>
                  <a:pt x="71802" y="926536"/>
                  <a:pt x="66087" y="898850"/>
                </a:cubicBezTo>
                <a:cubicBezTo>
                  <a:pt x="60753" y="873196"/>
                  <a:pt x="67738" y="850971"/>
                  <a:pt x="88058" y="834207"/>
                </a:cubicBezTo>
                <a:cubicBezTo>
                  <a:pt x="109013" y="816935"/>
                  <a:pt x="132508" y="814776"/>
                  <a:pt x="157273" y="825444"/>
                </a:cubicBezTo>
                <a:lnTo>
                  <a:pt x="160575" y="827095"/>
                </a:lnTo>
                <a:cubicBezTo>
                  <a:pt x="179117" y="814522"/>
                  <a:pt x="195500" y="800679"/>
                  <a:pt x="211756" y="786709"/>
                </a:cubicBezTo>
                <a:lnTo>
                  <a:pt x="255317" y="749371"/>
                </a:lnTo>
                <a:cubicBezTo>
                  <a:pt x="259381" y="745942"/>
                  <a:pt x="260016" y="743021"/>
                  <a:pt x="258873" y="737687"/>
                </a:cubicBezTo>
                <a:cubicBezTo>
                  <a:pt x="252015" y="705556"/>
                  <a:pt x="268144" y="675838"/>
                  <a:pt x="298497" y="662630"/>
                </a:cubicBezTo>
                <a:lnTo>
                  <a:pt x="304847" y="657931"/>
                </a:lnTo>
                <a:cubicBezTo>
                  <a:pt x="305228" y="613862"/>
                  <a:pt x="305101" y="572206"/>
                  <a:pt x="305101" y="531439"/>
                </a:cubicBezTo>
                <a:lnTo>
                  <a:pt x="273732" y="515056"/>
                </a:lnTo>
                <a:cubicBezTo>
                  <a:pt x="264588" y="508198"/>
                  <a:pt x="257476" y="498673"/>
                  <a:pt x="248713" y="489529"/>
                </a:cubicBezTo>
                <a:lnTo>
                  <a:pt x="157146" y="535376"/>
                </a:lnTo>
                <a:cubicBezTo>
                  <a:pt x="154352" y="536773"/>
                  <a:pt x="151812" y="538551"/>
                  <a:pt x="148891" y="539440"/>
                </a:cubicBezTo>
                <a:lnTo>
                  <a:pt x="143176" y="543631"/>
                </a:lnTo>
                <a:cubicBezTo>
                  <a:pt x="151558" y="584398"/>
                  <a:pt x="130857" y="617037"/>
                  <a:pt x="95424" y="625673"/>
                </a:cubicBezTo>
                <a:cubicBezTo>
                  <a:pt x="61769" y="633928"/>
                  <a:pt x="26082" y="612084"/>
                  <a:pt x="17954" y="578175"/>
                </a:cubicBezTo>
                <a:cubicBezTo>
                  <a:pt x="9572" y="542742"/>
                  <a:pt x="32051" y="506547"/>
                  <a:pt x="66976" y="499181"/>
                </a:cubicBezTo>
                <a:cubicBezTo>
                  <a:pt x="86280" y="495117"/>
                  <a:pt x="103425" y="499435"/>
                  <a:pt x="119554" y="510230"/>
                </a:cubicBezTo>
                <a:lnTo>
                  <a:pt x="127047" y="512516"/>
                </a:lnTo>
                <a:cubicBezTo>
                  <a:pt x="165020" y="493974"/>
                  <a:pt x="200072" y="476067"/>
                  <a:pt x="235378" y="458668"/>
                </a:cubicBezTo>
                <a:lnTo>
                  <a:pt x="241601" y="454985"/>
                </a:lnTo>
                <a:cubicBezTo>
                  <a:pt x="240585" y="434157"/>
                  <a:pt x="245538" y="419679"/>
                  <a:pt x="254047" y="405201"/>
                </a:cubicBezTo>
                <a:lnTo>
                  <a:pt x="229282" y="377134"/>
                </a:lnTo>
                <a:cubicBezTo>
                  <a:pt x="196516" y="340685"/>
                  <a:pt x="163623" y="304236"/>
                  <a:pt x="131111" y="267660"/>
                </a:cubicBezTo>
                <a:lnTo>
                  <a:pt x="123364" y="262453"/>
                </a:lnTo>
                <a:cubicBezTo>
                  <a:pt x="87423" y="278836"/>
                  <a:pt x="58467" y="277058"/>
                  <a:pt x="31797" y="257246"/>
                </a:cubicBezTo>
                <a:cubicBezTo>
                  <a:pt x="5127" y="237434"/>
                  <a:pt x="-4017" y="209494"/>
                  <a:pt x="1571" y="177871"/>
                </a:cubicBezTo>
                <a:cubicBezTo>
                  <a:pt x="7286" y="145486"/>
                  <a:pt x="27352" y="124023"/>
                  <a:pt x="59356" y="114752"/>
                </a:cubicBezTo>
                <a:cubicBezTo>
                  <a:pt x="90217" y="105862"/>
                  <a:pt x="124761" y="117038"/>
                  <a:pt x="144192" y="141676"/>
                </a:cubicBezTo>
                <a:cubicBezTo>
                  <a:pt x="164639" y="167584"/>
                  <a:pt x="167814" y="203398"/>
                  <a:pt x="152193" y="231973"/>
                </a:cubicBezTo>
                <a:lnTo>
                  <a:pt x="150034" y="235656"/>
                </a:lnTo>
                <a:cubicBezTo>
                  <a:pt x="191817" y="285694"/>
                  <a:pt x="234743" y="333319"/>
                  <a:pt x="275256" y="378404"/>
                </a:cubicBezTo>
                <a:cubicBezTo>
                  <a:pt x="292782" y="375102"/>
                  <a:pt x="307895" y="370022"/>
                  <a:pt x="323135" y="369641"/>
                </a:cubicBezTo>
                <a:cubicBezTo>
                  <a:pt x="360854" y="368752"/>
                  <a:pt x="391969" y="394152"/>
                  <a:pt x="400605" y="430982"/>
                </a:cubicBezTo>
                <a:lnTo>
                  <a:pt x="403653" y="437459"/>
                </a:lnTo>
                <a:cubicBezTo>
                  <a:pt x="451278" y="450286"/>
                  <a:pt x="494458" y="462351"/>
                  <a:pt x="537765" y="473908"/>
                </a:cubicBezTo>
                <a:lnTo>
                  <a:pt x="543861" y="472892"/>
                </a:lnTo>
                <a:cubicBezTo>
                  <a:pt x="555291" y="465526"/>
                  <a:pt x="564054" y="459557"/>
                  <a:pt x="572690" y="453207"/>
                </a:cubicBezTo>
                <a:lnTo>
                  <a:pt x="578151" y="448127"/>
                </a:lnTo>
                <a:cubicBezTo>
                  <a:pt x="578532" y="400502"/>
                  <a:pt x="578532" y="355417"/>
                  <a:pt x="578151" y="310332"/>
                </a:cubicBezTo>
                <a:lnTo>
                  <a:pt x="574849" y="303728"/>
                </a:lnTo>
                <a:cubicBezTo>
                  <a:pt x="535606" y="293187"/>
                  <a:pt x="507031" y="253944"/>
                  <a:pt x="515540" y="210637"/>
                </a:cubicBezTo>
                <a:lnTo>
                  <a:pt x="515286" y="201112"/>
                </a:lnTo>
                <a:cubicBezTo>
                  <a:pt x="495474" y="184729"/>
                  <a:pt x="480615" y="171902"/>
                  <a:pt x="465629" y="158948"/>
                </a:cubicBezTo>
                <a:lnTo>
                  <a:pt x="420163" y="119959"/>
                </a:lnTo>
                <a:cubicBezTo>
                  <a:pt x="402383" y="129484"/>
                  <a:pt x="383841" y="132151"/>
                  <a:pt x="364410" y="125293"/>
                </a:cubicBezTo>
                <a:cubicBezTo>
                  <a:pt x="349932" y="120086"/>
                  <a:pt x="338756" y="110815"/>
                  <a:pt x="330755" y="97861"/>
                </a:cubicBezTo>
                <a:cubicBezTo>
                  <a:pt x="315134" y="72842"/>
                  <a:pt x="319452" y="40965"/>
                  <a:pt x="339899" y="18740"/>
                </a:cubicBezTo>
                <a:cubicBezTo>
                  <a:pt x="359457" y="-2469"/>
                  <a:pt x="399208" y="-3993"/>
                  <a:pt x="419401" y="8580"/>
                </a:cubicBezTo>
                <a:cubicBezTo>
                  <a:pt x="448865" y="26868"/>
                  <a:pt x="457247" y="55697"/>
                  <a:pt x="443785" y="96210"/>
                </a:cubicBezTo>
                <a:lnTo>
                  <a:pt x="532812" y="172537"/>
                </a:lnTo>
                <a:cubicBezTo>
                  <a:pt x="548179" y="155265"/>
                  <a:pt x="567229" y="145486"/>
                  <a:pt x="589835" y="144216"/>
                </a:cubicBezTo>
                <a:cubicBezTo>
                  <a:pt x="612187" y="142946"/>
                  <a:pt x="632380" y="149677"/>
                  <a:pt x="649906" y="165044"/>
                </a:cubicBezTo>
                <a:lnTo>
                  <a:pt x="715311" y="109545"/>
                </a:lnTo>
                <a:cubicBezTo>
                  <a:pt x="725852" y="101163"/>
                  <a:pt x="729916" y="94686"/>
                  <a:pt x="725344" y="79700"/>
                </a:cubicBezTo>
                <a:cubicBezTo>
                  <a:pt x="715692" y="48077"/>
                  <a:pt x="733218" y="15184"/>
                  <a:pt x="764079" y="4389"/>
                </a:cubicBezTo>
                <a:cubicBezTo>
                  <a:pt x="788336" y="-4120"/>
                  <a:pt x="814752" y="-691"/>
                  <a:pt x="833421" y="18486"/>
                </a:cubicBezTo>
                <a:cubicBezTo>
                  <a:pt x="852090" y="37663"/>
                  <a:pt x="857678" y="64968"/>
                  <a:pt x="847391" y="89225"/>
                </a:cubicBezTo>
                <a:cubicBezTo>
                  <a:pt x="837104" y="113482"/>
                  <a:pt x="813863" y="129738"/>
                  <a:pt x="788209" y="128722"/>
                </a:cubicBezTo>
                <a:lnTo>
                  <a:pt x="758745" y="122626"/>
                </a:lnTo>
                <a:cubicBezTo>
                  <a:pt x="755951" y="122118"/>
                  <a:pt x="751887" y="121991"/>
                  <a:pt x="749982" y="123515"/>
                </a:cubicBezTo>
                <a:lnTo>
                  <a:pt x="669337" y="192222"/>
                </a:lnTo>
                <a:cubicBezTo>
                  <a:pt x="677973" y="215717"/>
                  <a:pt x="678481" y="239212"/>
                  <a:pt x="667051" y="261818"/>
                </a:cubicBezTo>
                <a:cubicBezTo>
                  <a:pt x="655621" y="284678"/>
                  <a:pt x="636444" y="298267"/>
                  <a:pt x="611552" y="304617"/>
                </a:cubicBezTo>
                <a:lnTo>
                  <a:pt x="611298" y="426156"/>
                </a:lnTo>
                <a:cubicBezTo>
                  <a:pt x="611044" y="441396"/>
                  <a:pt x="611806" y="452318"/>
                  <a:pt x="629078" y="460319"/>
                </a:cubicBezTo>
                <a:cubicBezTo>
                  <a:pt x="649906" y="469844"/>
                  <a:pt x="658669" y="490545"/>
                  <a:pt x="659685" y="513659"/>
                </a:cubicBezTo>
                <a:lnTo>
                  <a:pt x="661082" y="521406"/>
                </a:lnTo>
                <a:cubicBezTo>
                  <a:pt x="710485" y="551378"/>
                  <a:pt x="757729" y="579699"/>
                  <a:pt x="804719" y="607893"/>
                </a:cubicBezTo>
                <a:cubicBezTo>
                  <a:pt x="845613" y="582239"/>
                  <a:pt x="891206" y="593796"/>
                  <a:pt x="915463" y="624657"/>
                </a:cubicBezTo>
                <a:cubicBezTo>
                  <a:pt x="939085" y="654629"/>
                  <a:pt x="937561" y="700984"/>
                  <a:pt x="912288" y="728670"/>
                </a:cubicBezTo>
                <a:cubicBezTo>
                  <a:pt x="884348" y="759277"/>
                  <a:pt x="840152" y="764865"/>
                  <a:pt x="805735" y="741878"/>
                </a:cubicBezTo>
                <a:cubicBezTo>
                  <a:pt x="775890" y="721939"/>
                  <a:pt x="757729" y="678251"/>
                  <a:pt x="781478" y="632912"/>
                </a:cubicBezTo>
                <a:lnTo>
                  <a:pt x="648001" y="552648"/>
                </a:lnTo>
                <a:cubicBezTo>
                  <a:pt x="626665" y="576905"/>
                  <a:pt x="600757" y="586430"/>
                  <a:pt x="570277" y="573857"/>
                </a:cubicBezTo>
                <a:cubicBezTo>
                  <a:pt x="541448" y="561919"/>
                  <a:pt x="529256" y="538297"/>
                  <a:pt x="530018" y="506674"/>
                </a:cubicBezTo>
                <a:lnTo>
                  <a:pt x="403399" y="472003"/>
                </a:lnTo>
                <a:cubicBezTo>
                  <a:pt x="394382" y="484957"/>
                  <a:pt x="387524" y="498800"/>
                  <a:pt x="376983" y="508833"/>
                </a:cubicBezTo>
                <a:cubicBezTo>
                  <a:pt x="366696" y="518612"/>
                  <a:pt x="352599" y="524454"/>
                  <a:pt x="338248" y="533217"/>
                </a:cubicBezTo>
                <a:lnTo>
                  <a:pt x="338248" y="619577"/>
                </a:lnTo>
                <a:cubicBezTo>
                  <a:pt x="338248" y="630372"/>
                  <a:pt x="338502" y="641167"/>
                  <a:pt x="338121" y="651962"/>
                </a:cubicBezTo>
                <a:lnTo>
                  <a:pt x="339264" y="660344"/>
                </a:lnTo>
                <a:cubicBezTo>
                  <a:pt x="376602" y="675330"/>
                  <a:pt x="391842" y="705683"/>
                  <a:pt x="384730" y="739084"/>
                </a:cubicBezTo>
                <a:lnTo>
                  <a:pt x="385746" y="746323"/>
                </a:lnTo>
                <a:cubicBezTo>
                  <a:pt x="416480" y="773120"/>
                  <a:pt x="445309" y="797758"/>
                  <a:pt x="474011" y="822523"/>
                </a:cubicBezTo>
                <a:lnTo>
                  <a:pt x="482266" y="827476"/>
                </a:lnTo>
                <a:cubicBezTo>
                  <a:pt x="520874" y="809823"/>
                  <a:pt x="558974" y="824555"/>
                  <a:pt x="573706" y="857067"/>
                </a:cubicBezTo>
                <a:cubicBezTo>
                  <a:pt x="588311" y="889198"/>
                  <a:pt x="574468" y="927298"/>
                  <a:pt x="542083" y="941903"/>
                </a:cubicBezTo>
                <a:lnTo>
                  <a:pt x="525954" y="944443"/>
                </a:lnTo>
                <a:cubicBezTo>
                  <a:pt x="499284" y="946983"/>
                  <a:pt x="482647" y="944189"/>
                  <a:pt x="468804" y="929838"/>
                </a:cubicBezTo>
                <a:cubicBezTo>
                  <a:pt x="452802" y="913201"/>
                  <a:pt x="442261" y="885388"/>
                  <a:pt x="457374" y="852114"/>
                </a:cubicBezTo>
                <a:lnTo>
                  <a:pt x="364537" y="772485"/>
                </a:lnTo>
                <a:cubicBezTo>
                  <a:pt x="351837" y="781375"/>
                  <a:pt x="338248" y="788106"/>
                  <a:pt x="322246" y="787979"/>
                </a:cubicBezTo>
                <a:cubicBezTo>
                  <a:pt x="306244" y="787852"/>
                  <a:pt x="292147" y="782518"/>
                  <a:pt x="279447" y="772231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6" name="Google Shape;386;p15"/>
          <p:cNvGrpSpPr/>
          <p:nvPr/>
        </p:nvGrpSpPr>
        <p:grpSpPr>
          <a:xfrm>
            <a:off x="138508" y="9307776"/>
            <a:ext cx="801365" cy="443320"/>
            <a:chOff x="63500" y="63500"/>
            <a:chExt cx="1508506" cy="834517"/>
          </a:xfrm>
        </p:grpSpPr>
        <p:sp>
          <p:nvSpPr>
            <p:cNvPr id="387" name="Google Shape;387;p15"/>
            <p:cNvSpPr/>
            <p:nvPr/>
          </p:nvSpPr>
          <p:spPr>
            <a:xfrm>
              <a:off x="63500" y="63500"/>
              <a:ext cx="1508506" cy="834517"/>
            </a:xfrm>
            <a:custGeom>
              <a:rect b="b" l="l" r="r" t="t"/>
              <a:pathLst>
                <a:path extrusionOk="0" h="834517" w="1508506">
                  <a:moveTo>
                    <a:pt x="754253" y="30988"/>
                  </a:moveTo>
                  <a:cubicBezTo>
                    <a:pt x="355473" y="30988"/>
                    <a:pt x="30988" y="204216"/>
                    <a:pt x="30988" y="417195"/>
                  </a:cubicBezTo>
                  <a:cubicBezTo>
                    <a:pt x="30988" y="630174"/>
                    <a:pt x="355473" y="803402"/>
                    <a:pt x="754253" y="803402"/>
                  </a:cubicBezTo>
                  <a:cubicBezTo>
                    <a:pt x="1153033" y="803402"/>
                    <a:pt x="1477518" y="630174"/>
                    <a:pt x="1477518" y="417195"/>
                  </a:cubicBezTo>
                  <a:cubicBezTo>
                    <a:pt x="1477518" y="204216"/>
                    <a:pt x="1153033" y="30988"/>
                    <a:pt x="754253" y="30988"/>
                  </a:cubicBezTo>
                  <a:moveTo>
                    <a:pt x="754253" y="834390"/>
                  </a:moveTo>
                  <a:cubicBezTo>
                    <a:pt x="338328" y="834517"/>
                    <a:pt x="0" y="647319"/>
                    <a:pt x="0" y="417195"/>
                  </a:cubicBezTo>
                  <a:cubicBezTo>
                    <a:pt x="0" y="187071"/>
                    <a:pt x="338328" y="0"/>
                    <a:pt x="754253" y="0"/>
                  </a:cubicBezTo>
                  <a:cubicBezTo>
                    <a:pt x="1170178" y="0"/>
                    <a:pt x="1508506" y="187198"/>
                    <a:pt x="1508506" y="417195"/>
                  </a:cubicBezTo>
                  <a:cubicBezTo>
                    <a:pt x="1508506" y="647192"/>
                    <a:pt x="1170178" y="834517"/>
                    <a:pt x="754253" y="8345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15"/>
            <p:cNvSpPr/>
            <p:nvPr/>
          </p:nvSpPr>
          <p:spPr>
            <a:xfrm>
              <a:off x="309372" y="287274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15"/>
            <p:cNvSpPr/>
            <p:nvPr/>
          </p:nvSpPr>
          <p:spPr>
            <a:xfrm>
              <a:off x="515239" y="642112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5"/>
            <p:cNvSpPr/>
            <p:nvPr/>
          </p:nvSpPr>
          <p:spPr>
            <a:xfrm>
              <a:off x="372745" y="561467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5"/>
            <p:cNvSpPr/>
            <p:nvPr/>
          </p:nvSpPr>
          <p:spPr>
            <a:xfrm>
              <a:off x="453390" y="39331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15"/>
            <p:cNvSpPr/>
            <p:nvPr/>
          </p:nvSpPr>
          <p:spPr>
            <a:xfrm>
              <a:off x="957580" y="325755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15"/>
            <p:cNvSpPr/>
            <p:nvPr/>
          </p:nvSpPr>
          <p:spPr>
            <a:xfrm>
              <a:off x="850392" y="727202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15"/>
            <p:cNvSpPr/>
            <p:nvPr/>
          </p:nvSpPr>
          <p:spPr>
            <a:xfrm>
              <a:off x="217170" y="451358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15"/>
            <p:cNvSpPr/>
            <p:nvPr/>
          </p:nvSpPr>
          <p:spPr>
            <a:xfrm>
              <a:off x="618490" y="302006"/>
              <a:ext cx="35052" cy="34798"/>
            </a:xfrm>
            <a:custGeom>
              <a:rect b="b" l="l" r="r" t="t"/>
              <a:pathLst>
                <a:path extrusionOk="0" h="34798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747"/>
                  </a:lnTo>
                  <a:cubicBezTo>
                    <a:pt x="0" y="27051"/>
                    <a:pt x="7874" y="34798"/>
                    <a:pt x="17526" y="34798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15"/>
            <p:cNvSpPr/>
            <p:nvPr/>
          </p:nvSpPr>
          <p:spPr>
            <a:xfrm>
              <a:off x="1103122" y="708914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15"/>
            <p:cNvSpPr/>
            <p:nvPr/>
          </p:nvSpPr>
          <p:spPr>
            <a:xfrm>
              <a:off x="845947" y="435483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127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15"/>
            <p:cNvSpPr/>
            <p:nvPr/>
          </p:nvSpPr>
          <p:spPr>
            <a:xfrm>
              <a:off x="1069594" y="284734"/>
              <a:ext cx="35052" cy="34798"/>
            </a:xfrm>
            <a:custGeom>
              <a:rect b="b" l="l" r="r" t="t"/>
              <a:pathLst>
                <a:path extrusionOk="0" h="34798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747"/>
                  </a:lnTo>
                  <a:cubicBezTo>
                    <a:pt x="0" y="27051"/>
                    <a:pt x="7874" y="34798"/>
                    <a:pt x="17526" y="34798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15"/>
            <p:cNvSpPr/>
            <p:nvPr/>
          </p:nvSpPr>
          <p:spPr>
            <a:xfrm>
              <a:off x="615950" y="758190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15"/>
            <p:cNvSpPr/>
            <p:nvPr/>
          </p:nvSpPr>
          <p:spPr>
            <a:xfrm>
              <a:off x="930148" y="19392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15"/>
            <p:cNvSpPr/>
            <p:nvPr/>
          </p:nvSpPr>
          <p:spPr>
            <a:xfrm>
              <a:off x="1380236" y="346964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15"/>
            <p:cNvSpPr/>
            <p:nvPr/>
          </p:nvSpPr>
          <p:spPr>
            <a:xfrm>
              <a:off x="1293622" y="603377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15"/>
            <p:cNvSpPr/>
            <p:nvPr/>
          </p:nvSpPr>
          <p:spPr>
            <a:xfrm>
              <a:off x="691261" y="174498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15"/>
            <p:cNvSpPr/>
            <p:nvPr/>
          </p:nvSpPr>
          <p:spPr>
            <a:xfrm>
              <a:off x="1224153" y="416433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15"/>
            <p:cNvSpPr/>
            <p:nvPr/>
          </p:nvSpPr>
          <p:spPr>
            <a:xfrm>
              <a:off x="276733" y="615696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15"/>
            <p:cNvSpPr/>
            <p:nvPr/>
          </p:nvSpPr>
          <p:spPr>
            <a:xfrm>
              <a:off x="995299" y="455295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15"/>
            <p:cNvSpPr/>
            <p:nvPr/>
          </p:nvSpPr>
          <p:spPr>
            <a:xfrm>
              <a:off x="701421" y="568579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15"/>
            <p:cNvSpPr/>
            <p:nvPr/>
          </p:nvSpPr>
          <p:spPr>
            <a:xfrm>
              <a:off x="740029" y="366141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15"/>
            <p:cNvSpPr/>
            <p:nvPr/>
          </p:nvSpPr>
          <p:spPr>
            <a:xfrm>
              <a:off x="517525" y="16979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15"/>
            <p:cNvSpPr/>
            <p:nvPr/>
          </p:nvSpPr>
          <p:spPr>
            <a:xfrm>
              <a:off x="600075" y="435991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15"/>
            <p:cNvSpPr/>
            <p:nvPr/>
          </p:nvSpPr>
          <p:spPr>
            <a:xfrm>
              <a:off x="884809" y="609981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15"/>
            <p:cNvSpPr/>
            <p:nvPr/>
          </p:nvSpPr>
          <p:spPr>
            <a:xfrm>
              <a:off x="1108710" y="605028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15"/>
            <p:cNvSpPr/>
            <p:nvPr/>
          </p:nvSpPr>
          <p:spPr>
            <a:xfrm>
              <a:off x="1383157" y="511048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15"/>
            <p:cNvSpPr/>
            <p:nvPr/>
          </p:nvSpPr>
          <p:spPr>
            <a:xfrm>
              <a:off x="1134237" y="508381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15"/>
            <p:cNvSpPr/>
            <p:nvPr/>
          </p:nvSpPr>
          <p:spPr>
            <a:xfrm>
              <a:off x="1224407" y="237744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6" name="Google Shape;416;p15"/>
          <p:cNvGrpSpPr/>
          <p:nvPr/>
        </p:nvGrpSpPr>
        <p:grpSpPr>
          <a:xfrm>
            <a:off x="198554" y="3255793"/>
            <a:ext cx="678944" cy="675645"/>
            <a:chOff x="63500" y="63500"/>
            <a:chExt cx="1043559" cy="1038479"/>
          </a:xfrm>
        </p:grpSpPr>
        <p:sp>
          <p:nvSpPr>
            <p:cNvPr id="417" name="Google Shape;417;p15"/>
            <p:cNvSpPr/>
            <p:nvPr/>
          </p:nvSpPr>
          <p:spPr>
            <a:xfrm>
              <a:off x="66929" y="144399"/>
              <a:ext cx="242316" cy="611378"/>
            </a:xfrm>
            <a:custGeom>
              <a:rect b="b" l="l" r="r" t="t"/>
              <a:pathLst>
                <a:path extrusionOk="0" h="611378" w="242316">
                  <a:moveTo>
                    <a:pt x="225044" y="611378"/>
                  </a:moveTo>
                  <a:lnTo>
                    <a:pt x="178308" y="611378"/>
                  </a:lnTo>
                  <a:cubicBezTo>
                    <a:pt x="78359" y="611378"/>
                    <a:pt x="0" y="535305"/>
                    <a:pt x="0" y="438277"/>
                  </a:cubicBezTo>
                  <a:cubicBezTo>
                    <a:pt x="0" y="350520"/>
                    <a:pt x="63246" y="276733"/>
                    <a:pt x="148717" y="262509"/>
                  </a:cubicBezTo>
                  <a:cubicBezTo>
                    <a:pt x="138049" y="234061"/>
                    <a:pt x="132588" y="203962"/>
                    <a:pt x="132588" y="173101"/>
                  </a:cubicBezTo>
                  <a:cubicBezTo>
                    <a:pt x="132588" y="112649"/>
                    <a:pt x="154305" y="53975"/>
                    <a:pt x="193675" y="8001"/>
                  </a:cubicBezTo>
                  <a:lnTo>
                    <a:pt x="210820" y="0"/>
                  </a:lnTo>
                  <a:cubicBezTo>
                    <a:pt x="225298" y="12446"/>
                    <a:pt x="226187" y="23241"/>
                    <a:pt x="219964" y="30607"/>
                  </a:cubicBezTo>
                  <a:cubicBezTo>
                    <a:pt x="185928" y="70358"/>
                    <a:pt x="167259" y="121031"/>
                    <a:pt x="167259" y="173228"/>
                  </a:cubicBezTo>
                  <a:cubicBezTo>
                    <a:pt x="167259" y="202819"/>
                    <a:pt x="172974" y="231521"/>
                    <a:pt x="184404" y="258572"/>
                  </a:cubicBezTo>
                  <a:lnTo>
                    <a:pt x="189357" y="270256"/>
                  </a:lnTo>
                  <a:cubicBezTo>
                    <a:pt x="191516" y="275336"/>
                    <a:pt x="191135" y="281051"/>
                    <a:pt x="188341" y="285750"/>
                  </a:cubicBezTo>
                  <a:lnTo>
                    <a:pt x="180721" y="293624"/>
                  </a:lnTo>
                  <a:lnTo>
                    <a:pt x="162687" y="295656"/>
                  </a:lnTo>
                  <a:cubicBezTo>
                    <a:pt x="89662" y="303403"/>
                    <a:pt x="34671" y="364871"/>
                    <a:pt x="34671" y="438277"/>
                  </a:cubicBezTo>
                  <a:cubicBezTo>
                    <a:pt x="34671" y="515874"/>
                    <a:pt x="97790" y="576707"/>
                    <a:pt x="178308" y="576707"/>
                  </a:cubicBezTo>
                  <a:lnTo>
                    <a:pt x="225044" y="576707"/>
                  </a:lnTo>
                  <a:cubicBezTo>
                    <a:pt x="234569" y="576707"/>
                    <a:pt x="242316" y="584454"/>
                    <a:pt x="242316" y="593979"/>
                  </a:cubicBezTo>
                  <a:lnTo>
                    <a:pt x="234569" y="611251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15"/>
            <p:cNvSpPr/>
            <p:nvPr/>
          </p:nvSpPr>
          <p:spPr>
            <a:xfrm>
              <a:off x="370797" y="63500"/>
              <a:ext cx="734484" cy="692277"/>
            </a:xfrm>
            <a:custGeom>
              <a:rect b="b" l="l" r="r" t="t"/>
              <a:pathLst>
                <a:path extrusionOk="0" h="692277" w="734484">
                  <a:moveTo>
                    <a:pt x="594149" y="692277"/>
                  </a:moveTo>
                  <a:lnTo>
                    <a:pt x="509567" y="692277"/>
                  </a:lnTo>
                  <a:cubicBezTo>
                    <a:pt x="500042" y="692277"/>
                    <a:pt x="492295" y="684530"/>
                    <a:pt x="492295" y="675005"/>
                  </a:cubicBezTo>
                  <a:lnTo>
                    <a:pt x="500042" y="657733"/>
                  </a:lnTo>
                  <a:lnTo>
                    <a:pt x="594149" y="657733"/>
                  </a:lnTo>
                  <a:cubicBezTo>
                    <a:pt x="654474" y="657733"/>
                    <a:pt x="699940" y="614426"/>
                    <a:pt x="699940" y="557149"/>
                  </a:cubicBezTo>
                  <a:cubicBezTo>
                    <a:pt x="699940" y="499872"/>
                    <a:pt x="654982" y="453517"/>
                    <a:pt x="597705" y="451612"/>
                  </a:cubicBezTo>
                  <a:lnTo>
                    <a:pt x="584370" y="451231"/>
                  </a:lnTo>
                  <a:cubicBezTo>
                    <a:pt x="578782" y="451104"/>
                    <a:pt x="573575" y="448183"/>
                    <a:pt x="570527" y="443484"/>
                  </a:cubicBezTo>
                  <a:lnTo>
                    <a:pt x="566844" y="432816"/>
                  </a:lnTo>
                  <a:lnTo>
                    <a:pt x="573829" y="415036"/>
                  </a:lnTo>
                  <a:cubicBezTo>
                    <a:pt x="582211" y="393700"/>
                    <a:pt x="586402" y="371348"/>
                    <a:pt x="586402" y="348869"/>
                  </a:cubicBezTo>
                  <a:cubicBezTo>
                    <a:pt x="586402" y="248793"/>
                    <a:pt x="504868" y="167259"/>
                    <a:pt x="404792" y="167259"/>
                  </a:cubicBezTo>
                  <a:cubicBezTo>
                    <a:pt x="376471" y="167259"/>
                    <a:pt x="349039" y="173736"/>
                    <a:pt x="323385" y="186690"/>
                  </a:cubicBezTo>
                  <a:lnTo>
                    <a:pt x="314368" y="191262"/>
                  </a:lnTo>
                  <a:lnTo>
                    <a:pt x="304970" y="193675"/>
                  </a:lnTo>
                  <a:cubicBezTo>
                    <a:pt x="295953" y="190246"/>
                    <a:pt x="292270" y="186690"/>
                    <a:pt x="290492" y="182245"/>
                  </a:cubicBezTo>
                  <a:lnTo>
                    <a:pt x="286682" y="172593"/>
                  </a:lnTo>
                  <a:cubicBezTo>
                    <a:pt x="252900" y="88773"/>
                    <a:pt x="172890" y="34671"/>
                    <a:pt x="82720" y="34671"/>
                  </a:cubicBezTo>
                  <a:cubicBezTo>
                    <a:pt x="61638" y="34671"/>
                    <a:pt x="40937" y="37592"/>
                    <a:pt x="20998" y="43434"/>
                  </a:cubicBezTo>
                  <a:lnTo>
                    <a:pt x="2202" y="40894"/>
                  </a:lnTo>
                  <a:cubicBezTo>
                    <a:pt x="-3259" y="22606"/>
                    <a:pt x="2075" y="12954"/>
                    <a:pt x="11219" y="10287"/>
                  </a:cubicBezTo>
                  <a:cubicBezTo>
                    <a:pt x="34333" y="3429"/>
                    <a:pt x="58336" y="0"/>
                    <a:pt x="82720" y="0"/>
                  </a:cubicBezTo>
                  <a:cubicBezTo>
                    <a:pt x="184320" y="0"/>
                    <a:pt x="274744" y="59436"/>
                    <a:pt x="315257" y="152019"/>
                  </a:cubicBezTo>
                  <a:cubicBezTo>
                    <a:pt x="343705" y="139065"/>
                    <a:pt x="373677" y="132461"/>
                    <a:pt x="404665" y="132461"/>
                  </a:cubicBezTo>
                  <a:cubicBezTo>
                    <a:pt x="523918" y="132461"/>
                    <a:pt x="620819" y="229489"/>
                    <a:pt x="620819" y="348615"/>
                  </a:cubicBezTo>
                  <a:cubicBezTo>
                    <a:pt x="620819" y="371983"/>
                    <a:pt x="617009" y="395097"/>
                    <a:pt x="609389" y="417449"/>
                  </a:cubicBezTo>
                  <a:cubicBezTo>
                    <a:pt x="680382" y="425069"/>
                    <a:pt x="734484" y="484378"/>
                    <a:pt x="734484" y="556895"/>
                  </a:cubicBezTo>
                  <a:cubicBezTo>
                    <a:pt x="734484" y="632714"/>
                    <a:pt x="672762" y="692150"/>
                    <a:pt x="594022" y="692150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15"/>
            <p:cNvSpPr/>
            <p:nvPr/>
          </p:nvSpPr>
          <p:spPr>
            <a:xfrm>
              <a:off x="414528" y="998093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15"/>
            <p:cNvSpPr/>
            <p:nvPr/>
          </p:nvSpPr>
          <p:spPr>
            <a:xfrm>
              <a:off x="414528" y="790448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15"/>
            <p:cNvSpPr/>
            <p:nvPr/>
          </p:nvSpPr>
          <p:spPr>
            <a:xfrm>
              <a:off x="414528" y="582803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15"/>
            <p:cNvSpPr/>
            <p:nvPr/>
          </p:nvSpPr>
          <p:spPr>
            <a:xfrm>
              <a:off x="343916" y="928878"/>
              <a:ext cx="484505" cy="173101"/>
            </a:xfrm>
            <a:custGeom>
              <a:rect b="b" l="l" r="r" t="t"/>
              <a:pathLst>
                <a:path extrusionOk="0" h="173101" w="484505">
                  <a:moveTo>
                    <a:pt x="34544" y="138430"/>
                  </a:moveTo>
                  <a:lnTo>
                    <a:pt x="449834" y="138430"/>
                  </a:lnTo>
                  <a:lnTo>
                    <a:pt x="449834" y="34544"/>
                  </a:lnTo>
                  <a:lnTo>
                    <a:pt x="34544" y="34544"/>
                  </a:lnTo>
                  <a:close/>
                  <a:moveTo>
                    <a:pt x="467233" y="173101"/>
                  </a:moveTo>
                  <a:lnTo>
                    <a:pt x="17272" y="173101"/>
                  </a:lnTo>
                  <a:cubicBezTo>
                    <a:pt x="7747" y="173101"/>
                    <a:pt x="0" y="165354"/>
                    <a:pt x="0" y="155829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15"/>
            <p:cNvSpPr/>
            <p:nvPr/>
          </p:nvSpPr>
          <p:spPr>
            <a:xfrm>
              <a:off x="343916" y="721233"/>
              <a:ext cx="484505" cy="172974"/>
            </a:xfrm>
            <a:custGeom>
              <a:rect b="b" l="l" r="r" t="t"/>
              <a:pathLst>
                <a:path extrusionOk="0" h="172974" w="484505">
                  <a:moveTo>
                    <a:pt x="34544" y="138303"/>
                  </a:moveTo>
                  <a:lnTo>
                    <a:pt x="449834" y="138303"/>
                  </a:lnTo>
                  <a:lnTo>
                    <a:pt x="449834" y="34544"/>
                  </a:lnTo>
                  <a:lnTo>
                    <a:pt x="34544" y="34544"/>
                  </a:lnTo>
                  <a:close/>
                  <a:moveTo>
                    <a:pt x="467233" y="172974"/>
                  </a:moveTo>
                  <a:lnTo>
                    <a:pt x="17272" y="172974"/>
                  </a:lnTo>
                  <a:cubicBezTo>
                    <a:pt x="7747" y="172974"/>
                    <a:pt x="0" y="165227"/>
                    <a:pt x="0" y="155702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15"/>
            <p:cNvSpPr/>
            <p:nvPr/>
          </p:nvSpPr>
          <p:spPr>
            <a:xfrm>
              <a:off x="343916" y="513461"/>
              <a:ext cx="484505" cy="173101"/>
            </a:xfrm>
            <a:custGeom>
              <a:rect b="b" l="l" r="r" t="t"/>
              <a:pathLst>
                <a:path extrusionOk="0" h="173101" w="484505">
                  <a:moveTo>
                    <a:pt x="34544" y="138430"/>
                  </a:moveTo>
                  <a:lnTo>
                    <a:pt x="449834" y="138430"/>
                  </a:lnTo>
                  <a:lnTo>
                    <a:pt x="449834" y="34671"/>
                  </a:lnTo>
                  <a:lnTo>
                    <a:pt x="34544" y="34671"/>
                  </a:lnTo>
                  <a:close/>
                  <a:moveTo>
                    <a:pt x="467233" y="173101"/>
                  </a:moveTo>
                  <a:lnTo>
                    <a:pt x="17272" y="173101"/>
                  </a:lnTo>
                  <a:cubicBezTo>
                    <a:pt x="7747" y="173101"/>
                    <a:pt x="0" y="165354"/>
                    <a:pt x="0" y="155829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15"/>
            <p:cNvSpPr/>
            <p:nvPr/>
          </p:nvSpPr>
          <p:spPr>
            <a:xfrm>
              <a:off x="170815" y="824992"/>
              <a:ext cx="138430" cy="207645"/>
            </a:xfrm>
            <a:custGeom>
              <a:rect b="b" l="l" r="r" t="t"/>
              <a:pathLst>
                <a:path extrusionOk="0" h="207645" w="138430">
                  <a:moveTo>
                    <a:pt x="51943" y="207645"/>
                  </a:moveTo>
                  <a:lnTo>
                    <a:pt x="17272" y="207645"/>
                  </a:lnTo>
                  <a:cubicBezTo>
                    <a:pt x="7747" y="207645"/>
                    <a:pt x="0" y="199898"/>
                    <a:pt x="0" y="190373"/>
                  </a:cubicBezTo>
                  <a:lnTo>
                    <a:pt x="7747" y="173101"/>
                  </a:lnTo>
                  <a:lnTo>
                    <a:pt x="51943" y="173101"/>
                  </a:lnTo>
                  <a:cubicBezTo>
                    <a:pt x="80518" y="173101"/>
                    <a:pt x="103886" y="149860"/>
                    <a:pt x="103886" y="121158"/>
                  </a:cubicBezTo>
                  <a:lnTo>
                    <a:pt x="103886" y="17272"/>
                  </a:lnTo>
                  <a:cubicBezTo>
                    <a:pt x="103886" y="7747"/>
                    <a:pt x="111633" y="0"/>
                    <a:pt x="121158" y="0"/>
                  </a:cubicBezTo>
                  <a:lnTo>
                    <a:pt x="138430" y="7747"/>
                  </a:lnTo>
                  <a:lnTo>
                    <a:pt x="138430" y="121158"/>
                  </a:lnTo>
                  <a:cubicBezTo>
                    <a:pt x="138430" y="168910"/>
                    <a:pt x="99568" y="207645"/>
                    <a:pt x="51943" y="207645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15"/>
            <p:cNvSpPr/>
            <p:nvPr/>
          </p:nvSpPr>
          <p:spPr>
            <a:xfrm>
              <a:off x="136271" y="790448"/>
              <a:ext cx="103759" cy="138430"/>
            </a:xfrm>
            <a:custGeom>
              <a:rect b="b" l="l" r="r" t="t"/>
              <a:pathLst>
                <a:path extrusionOk="0" h="138430" w="103759">
                  <a:moveTo>
                    <a:pt x="51816" y="138430"/>
                  </a:moveTo>
                  <a:lnTo>
                    <a:pt x="17272" y="138430"/>
                  </a:lnTo>
                  <a:cubicBezTo>
                    <a:pt x="7747" y="138430"/>
                    <a:pt x="0" y="130683"/>
                    <a:pt x="0" y="121158"/>
                  </a:cubicBezTo>
                  <a:lnTo>
                    <a:pt x="7747" y="103886"/>
                  </a:lnTo>
                  <a:lnTo>
                    <a:pt x="51943" y="103886"/>
                  </a:lnTo>
                  <a:cubicBezTo>
                    <a:pt x="61468" y="103886"/>
                    <a:pt x="69215" y="96139"/>
                    <a:pt x="69215" y="86614"/>
                  </a:cubicBezTo>
                  <a:lnTo>
                    <a:pt x="69215" y="17272"/>
                  </a:lnTo>
                  <a:cubicBezTo>
                    <a:pt x="69215" y="7747"/>
                    <a:pt x="76962" y="0"/>
                    <a:pt x="86487" y="0"/>
                  </a:cubicBezTo>
                  <a:lnTo>
                    <a:pt x="103759" y="7747"/>
                  </a:lnTo>
                  <a:lnTo>
                    <a:pt x="103759" y="86487"/>
                  </a:lnTo>
                  <a:cubicBezTo>
                    <a:pt x="103759" y="115062"/>
                    <a:pt x="80518" y="138430"/>
                    <a:pt x="51816" y="138430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15"/>
            <p:cNvSpPr/>
            <p:nvPr/>
          </p:nvSpPr>
          <p:spPr>
            <a:xfrm>
              <a:off x="863092" y="824992"/>
              <a:ext cx="138430" cy="207645"/>
            </a:xfrm>
            <a:custGeom>
              <a:rect b="b" l="l" r="r" t="t"/>
              <a:pathLst>
                <a:path extrusionOk="0" h="207645" w="138430">
                  <a:moveTo>
                    <a:pt x="121031" y="207645"/>
                  </a:moveTo>
                  <a:lnTo>
                    <a:pt x="86487" y="207645"/>
                  </a:lnTo>
                  <a:cubicBezTo>
                    <a:pt x="38735" y="207645"/>
                    <a:pt x="0" y="168783"/>
                    <a:pt x="0" y="121158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34544" y="7747"/>
                  </a:lnTo>
                  <a:lnTo>
                    <a:pt x="34544" y="121158"/>
                  </a:lnTo>
                  <a:cubicBezTo>
                    <a:pt x="34544" y="149860"/>
                    <a:pt x="57785" y="173101"/>
                    <a:pt x="86487" y="173101"/>
                  </a:cubicBezTo>
                  <a:lnTo>
                    <a:pt x="121158" y="173101"/>
                  </a:lnTo>
                  <a:cubicBezTo>
                    <a:pt x="130683" y="173101"/>
                    <a:pt x="138430" y="180848"/>
                    <a:pt x="138430" y="190373"/>
                  </a:cubicBezTo>
                  <a:lnTo>
                    <a:pt x="130683" y="207645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15"/>
            <p:cNvSpPr/>
            <p:nvPr/>
          </p:nvSpPr>
          <p:spPr>
            <a:xfrm>
              <a:off x="932307" y="790448"/>
              <a:ext cx="103759" cy="138430"/>
            </a:xfrm>
            <a:custGeom>
              <a:rect b="b" l="l" r="r" t="t"/>
              <a:pathLst>
                <a:path extrusionOk="0" h="138430" w="103759">
                  <a:moveTo>
                    <a:pt x="86487" y="138430"/>
                  </a:moveTo>
                  <a:lnTo>
                    <a:pt x="51943" y="138430"/>
                  </a:lnTo>
                  <a:cubicBezTo>
                    <a:pt x="23241" y="138430"/>
                    <a:pt x="0" y="115189"/>
                    <a:pt x="0" y="86487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34544" y="7747"/>
                  </a:lnTo>
                  <a:lnTo>
                    <a:pt x="34544" y="86487"/>
                  </a:lnTo>
                  <a:cubicBezTo>
                    <a:pt x="34544" y="96012"/>
                    <a:pt x="42291" y="103759"/>
                    <a:pt x="51816" y="103759"/>
                  </a:cubicBezTo>
                  <a:lnTo>
                    <a:pt x="86487" y="103759"/>
                  </a:lnTo>
                  <a:cubicBezTo>
                    <a:pt x="96012" y="103759"/>
                    <a:pt x="103759" y="111506"/>
                    <a:pt x="103759" y="121031"/>
                  </a:cubicBezTo>
                  <a:lnTo>
                    <a:pt x="96012" y="138303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15"/>
            <p:cNvSpPr/>
            <p:nvPr/>
          </p:nvSpPr>
          <p:spPr>
            <a:xfrm>
              <a:off x="1070737" y="894334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15"/>
            <p:cNvSpPr/>
            <p:nvPr/>
          </p:nvSpPr>
          <p:spPr>
            <a:xfrm>
              <a:off x="1036193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15"/>
            <p:cNvSpPr/>
            <p:nvPr/>
          </p:nvSpPr>
          <p:spPr>
            <a:xfrm>
              <a:off x="63500" y="894334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15"/>
            <p:cNvSpPr/>
            <p:nvPr/>
          </p:nvSpPr>
          <p:spPr>
            <a:xfrm>
              <a:off x="98171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15"/>
            <p:cNvSpPr/>
            <p:nvPr/>
          </p:nvSpPr>
          <p:spPr>
            <a:xfrm>
              <a:off x="652018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15"/>
            <p:cNvSpPr/>
            <p:nvPr/>
          </p:nvSpPr>
          <p:spPr>
            <a:xfrm>
              <a:off x="721233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15"/>
            <p:cNvSpPr/>
            <p:nvPr/>
          </p:nvSpPr>
          <p:spPr>
            <a:xfrm>
              <a:off x="652018" y="790448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15"/>
            <p:cNvSpPr/>
            <p:nvPr/>
          </p:nvSpPr>
          <p:spPr>
            <a:xfrm>
              <a:off x="721233" y="790448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15"/>
            <p:cNvSpPr/>
            <p:nvPr/>
          </p:nvSpPr>
          <p:spPr>
            <a:xfrm>
              <a:off x="652018" y="58280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15"/>
            <p:cNvSpPr/>
            <p:nvPr/>
          </p:nvSpPr>
          <p:spPr>
            <a:xfrm>
              <a:off x="721233" y="58280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15"/>
            <p:cNvSpPr/>
            <p:nvPr/>
          </p:nvSpPr>
          <p:spPr>
            <a:xfrm>
              <a:off x="306395" y="98065"/>
              <a:ext cx="37902" cy="37063"/>
            </a:xfrm>
            <a:custGeom>
              <a:rect b="b" l="l" r="r" t="t"/>
              <a:pathLst>
                <a:path extrusionOk="0" h="37063" w="37902">
                  <a:moveTo>
                    <a:pt x="16693" y="37063"/>
                  </a:moveTo>
                  <a:lnTo>
                    <a:pt x="5898" y="34523"/>
                  </a:lnTo>
                  <a:cubicBezTo>
                    <a:pt x="-2992" y="21950"/>
                    <a:pt x="-1087" y="11155"/>
                    <a:pt x="6660" y="5567"/>
                  </a:cubicBezTo>
                  <a:lnTo>
                    <a:pt x="10089" y="3154"/>
                  </a:lnTo>
                  <a:cubicBezTo>
                    <a:pt x="17963" y="-2307"/>
                    <a:pt x="28758" y="-529"/>
                    <a:pt x="34219" y="7345"/>
                  </a:cubicBezTo>
                  <a:lnTo>
                    <a:pt x="37902" y="25887"/>
                  </a:lnTo>
                  <a:lnTo>
                    <a:pt x="26599" y="33888"/>
                  </a:lnTo>
                  <a:lnTo>
                    <a:pt x="20122" y="37063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0" name="Google Shape;440;p15"/>
          <p:cNvSpPr/>
          <p:nvPr/>
        </p:nvSpPr>
        <p:spPr>
          <a:xfrm>
            <a:off x="209864" y="4715635"/>
            <a:ext cx="743213" cy="804997"/>
          </a:xfrm>
          <a:custGeom>
            <a:rect b="b" l="l" r="r" t="t"/>
            <a:pathLst>
              <a:path extrusionOk="0" h="804997" w="743213">
                <a:moveTo>
                  <a:pt x="0" y="0"/>
                </a:moveTo>
                <a:lnTo>
                  <a:pt x="743213" y="0"/>
                </a:lnTo>
                <a:lnTo>
                  <a:pt x="743213" y="804997"/>
                </a:lnTo>
                <a:lnTo>
                  <a:pt x="0" y="804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11290" l="-16087" r="-16830" t="-11423"/>
            </a:stretch>
          </a:blipFill>
          <a:ln>
            <a:noFill/>
          </a:ln>
        </p:spPr>
      </p:sp>
      <p:sp>
        <p:nvSpPr>
          <p:cNvPr id="441" name="Google Shape;441;p15"/>
          <p:cNvSpPr/>
          <p:nvPr/>
        </p:nvSpPr>
        <p:spPr>
          <a:xfrm>
            <a:off x="5601568" y="9500406"/>
            <a:ext cx="1034028" cy="526062"/>
          </a:xfrm>
          <a:custGeom>
            <a:rect b="b" l="l" r="r" t="t"/>
            <a:pathLst>
              <a:path extrusionOk="0" h="526062" w="1034028">
                <a:moveTo>
                  <a:pt x="0" y="0"/>
                </a:moveTo>
                <a:lnTo>
                  <a:pt x="1034028" y="0"/>
                </a:lnTo>
                <a:lnTo>
                  <a:pt x="1034028" y="526062"/>
                </a:lnTo>
                <a:lnTo>
                  <a:pt x="0" y="526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2" name="Google Shape;442;p15"/>
          <p:cNvSpPr txBox="1"/>
          <p:nvPr/>
        </p:nvSpPr>
        <p:spPr>
          <a:xfrm>
            <a:off x="1592768" y="373145"/>
            <a:ext cx="11169600" cy="12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18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VERSION CONTROL</a:t>
            </a:r>
            <a:endParaRPr/>
          </a:p>
        </p:txBody>
      </p:sp>
      <p:sp>
        <p:nvSpPr>
          <p:cNvPr id="443" name="Google Shape;443;p15"/>
          <p:cNvSpPr txBox="1"/>
          <p:nvPr/>
        </p:nvSpPr>
        <p:spPr>
          <a:xfrm>
            <a:off x="2007797" y="2056171"/>
            <a:ext cx="151701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i="1" lang="en-US" sz="3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“Systems that record changes to a/set of file/s over time so that you can recall specific versions later”</a:t>
            </a:r>
            <a:r>
              <a:rPr lang="en-US" sz="3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(Chacon&amp;Straub, Pro Git)</a:t>
            </a:r>
            <a:endParaRPr/>
          </a:p>
        </p:txBody>
      </p:sp>
      <p:sp>
        <p:nvSpPr>
          <p:cNvPr id="444" name="Google Shape;444;p15"/>
          <p:cNvSpPr txBox="1"/>
          <p:nvPr/>
        </p:nvSpPr>
        <p:spPr>
          <a:xfrm>
            <a:off x="1651725" y="3695875"/>
            <a:ext cx="11411400" cy="55755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799">
                <a:solidFill>
                  <a:srgbClr val="00416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5 key reasons to</a:t>
            </a:r>
            <a:r>
              <a:rPr b="1" i="1" lang="en-US" sz="3799">
                <a:solidFill>
                  <a:srgbClr val="00416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use version control</a:t>
            </a:r>
            <a:endParaRPr b="1" i="1" sz="3799">
              <a:solidFill>
                <a:srgbClr val="004169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3799">
              <a:solidFill>
                <a:srgbClr val="191D0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037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rgbClr val="191D0F"/>
              </a:buClr>
              <a:buSzPts val="2999"/>
              <a:buFont typeface="Barlow Condensed"/>
              <a:buAutoNum type="arabicPeriod"/>
            </a:pPr>
            <a:r>
              <a:rPr b="1" i="1" lang="en-US" sz="33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Document</a:t>
            </a:r>
            <a:r>
              <a:rPr b="1" i="1" lang="en-US" sz="32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b="1" i="1" lang="en-US" sz="33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Evolution</a:t>
            </a:r>
            <a:r>
              <a:rPr i="1" lang="en-US" sz="32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</a:t>
            </a:r>
            <a:r>
              <a:rPr i="1" lang="en-US" sz="2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Keep a historical, chronological record of your software's growth.</a:t>
            </a:r>
            <a:endParaRPr i="1" sz="2999">
              <a:solidFill>
                <a:srgbClr val="191D0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037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rgbClr val="191D0F"/>
              </a:buClr>
              <a:buSzPts val="2999"/>
              <a:buFont typeface="Barlow Condensed"/>
              <a:buAutoNum type="arabicPeriod"/>
            </a:pPr>
            <a:r>
              <a:rPr b="1" i="1" lang="en-US" sz="33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Time Travel</a:t>
            </a:r>
            <a:r>
              <a:rPr i="1" lang="en-US" sz="33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 </a:t>
            </a:r>
            <a:r>
              <a:rPr i="1" lang="en-US" sz="2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Revert to previous code states and revert or recover deleted files.</a:t>
            </a:r>
            <a:endParaRPr i="1" sz="2999">
              <a:solidFill>
                <a:srgbClr val="191D0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037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rgbClr val="191D0F"/>
              </a:buClr>
              <a:buSzPts val="2999"/>
              <a:buFont typeface="Barlow Condensed"/>
              <a:buAutoNum type="arabicPeriod"/>
            </a:pPr>
            <a:r>
              <a:rPr b="1" i="1" lang="en-US" sz="33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Chaos-Free Collaboration</a:t>
            </a:r>
            <a:r>
              <a:rPr i="1" lang="en-US" sz="2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 Work on the same file with multiple people simultaneously.</a:t>
            </a:r>
            <a:endParaRPr i="1" sz="2999">
              <a:solidFill>
                <a:srgbClr val="191D0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037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rgbClr val="191D0F"/>
              </a:buClr>
              <a:buSzPts val="2999"/>
              <a:buFont typeface="Barlow Condensed"/>
              <a:buAutoNum type="arabicPeriod"/>
            </a:pPr>
            <a:r>
              <a:rPr b="1" i="1" lang="en-US" sz="33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Isolate</a:t>
            </a:r>
            <a:r>
              <a:rPr b="1" i="1" lang="en-US" sz="2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b="1" i="1" lang="en-US" sz="33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Experiments</a:t>
            </a:r>
            <a:r>
              <a:rPr i="1" lang="en-US" sz="2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 Test new features in separate branches without affecting the main project.</a:t>
            </a:r>
            <a:endParaRPr i="1" sz="2999">
              <a:solidFill>
                <a:srgbClr val="191D0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037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rgbClr val="191D0F"/>
              </a:buClr>
              <a:buSzPts val="2999"/>
              <a:buFont typeface="Barlow Condensed"/>
              <a:buAutoNum type="arabicPeriod"/>
            </a:pPr>
            <a:r>
              <a:rPr b="1" i="1" lang="en-US" sz="33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Project</a:t>
            </a:r>
            <a:r>
              <a:rPr b="1" i="1" lang="en-US" sz="2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b="1" i="1" lang="en-US" sz="33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Auditing</a:t>
            </a:r>
            <a:r>
              <a:rPr i="1" lang="en-US" sz="2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 You want to check when &amp; who &amp; last modified something that is causing a problem/issue.</a:t>
            </a:r>
            <a:endParaRPr i="1" sz="3799">
              <a:solidFill>
                <a:srgbClr val="191D0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445" name="Google Shape;445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261428" y="5520616"/>
            <a:ext cx="4835300" cy="153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7B9CE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0" name="Google Shape;450;p16"/>
          <p:cNvCxnSpPr/>
          <p:nvPr/>
        </p:nvCxnSpPr>
        <p:spPr>
          <a:xfrm>
            <a:off x="1051792" y="1798524"/>
            <a:ext cx="172593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1" name="Google Shape;451;p16"/>
          <p:cNvCxnSpPr/>
          <p:nvPr/>
        </p:nvCxnSpPr>
        <p:spPr>
          <a:xfrm rot="-5400000">
            <a:off x="-4105275" y="5119688"/>
            <a:ext cx="102870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2" name="Google Shape;452;p16"/>
          <p:cNvSpPr/>
          <p:nvPr/>
        </p:nvSpPr>
        <p:spPr>
          <a:xfrm>
            <a:off x="6873721" y="9529940"/>
            <a:ext cx="1354895" cy="466995"/>
          </a:xfrm>
          <a:custGeom>
            <a:rect b="b" l="l" r="r" t="t"/>
            <a:pathLst>
              <a:path extrusionOk="0" h="466995" w="1354895">
                <a:moveTo>
                  <a:pt x="0" y="0"/>
                </a:moveTo>
                <a:lnTo>
                  <a:pt x="1354895" y="0"/>
                </a:lnTo>
                <a:lnTo>
                  <a:pt x="1354895" y="466994"/>
                </a:lnTo>
                <a:lnTo>
                  <a:pt x="0" y="4669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3" name="Google Shape;453;p16"/>
          <p:cNvSpPr/>
          <p:nvPr/>
        </p:nvSpPr>
        <p:spPr>
          <a:xfrm>
            <a:off x="8462186" y="9587767"/>
            <a:ext cx="1694380" cy="415653"/>
          </a:xfrm>
          <a:custGeom>
            <a:rect b="b" l="l" r="r" t="t"/>
            <a:pathLst>
              <a:path extrusionOk="0" h="415653" w="1694380">
                <a:moveTo>
                  <a:pt x="0" y="0"/>
                </a:moveTo>
                <a:lnTo>
                  <a:pt x="1694380" y="0"/>
                </a:lnTo>
                <a:lnTo>
                  <a:pt x="1694380" y="415652"/>
                </a:lnTo>
                <a:lnTo>
                  <a:pt x="0" y="4156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4" name="Google Shape;454;p16"/>
          <p:cNvSpPr/>
          <p:nvPr/>
        </p:nvSpPr>
        <p:spPr>
          <a:xfrm>
            <a:off x="10317519" y="9477357"/>
            <a:ext cx="2368914" cy="614916"/>
          </a:xfrm>
          <a:custGeom>
            <a:rect b="b" l="l" r="r" t="t"/>
            <a:pathLst>
              <a:path extrusionOk="0" h="614916" w="2368914">
                <a:moveTo>
                  <a:pt x="0" y="0"/>
                </a:moveTo>
                <a:lnTo>
                  <a:pt x="2368913" y="0"/>
                </a:lnTo>
                <a:lnTo>
                  <a:pt x="2368913" y="614917"/>
                </a:lnTo>
                <a:lnTo>
                  <a:pt x="0" y="6149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55" name="Google Shape;455;p16"/>
          <p:cNvGrpSpPr/>
          <p:nvPr/>
        </p:nvGrpSpPr>
        <p:grpSpPr>
          <a:xfrm>
            <a:off x="216606" y="6304895"/>
            <a:ext cx="642914" cy="632256"/>
            <a:chOff x="63500" y="63500"/>
            <a:chExt cx="988187" cy="971804"/>
          </a:xfrm>
        </p:grpSpPr>
        <p:sp>
          <p:nvSpPr>
            <p:cNvPr id="456" name="Google Shape;456;p16"/>
            <p:cNvSpPr/>
            <p:nvPr/>
          </p:nvSpPr>
          <p:spPr>
            <a:xfrm>
              <a:off x="857250" y="840994"/>
              <a:ext cx="129540" cy="129540"/>
            </a:xfrm>
            <a:custGeom>
              <a:rect b="b" l="l" r="r" t="t"/>
              <a:pathLst>
                <a:path extrusionOk="0" h="129540" w="129540">
                  <a:moveTo>
                    <a:pt x="64770" y="32385"/>
                  </a:moveTo>
                  <a:cubicBezTo>
                    <a:pt x="46863" y="32385"/>
                    <a:pt x="32385" y="46990"/>
                    <a:pt x="32385" y="64770"/>
                  </a:cubicBezTo>
                  <a:cubicBezTo>
                    <a:pt x="32385" y="82550"/>
                    <a:pt x="46990" y="97155"/>
                    <a:pt x="64770" y="97155"/>
                  </a:cubicBezTo>
                  <a:cubicBezTo>
                    <a:pt x="82550" y="97155"/>
                    <a:pt x="97155" y="82550"/>
                    <a:pt x="97155" y="64770"/>
                  </a:cubicBezTo>
                  <a:cubicBezTo>
                    <a:pt x="97155" y="46990"/>
                    <a:pt x="82550" y="32385"/>
                    <a:pt x="64770" y="32385"/>
                  </a:cubicBezTo>
                  <a:moveTo>
                    <a:pt x="64770" y="129540"/>
                  </a:moveTo>
                  <a:cubicBezTo>
                    <a:pt x="29083" y="129540"/>
                    <a:pt x="0" y="100457"/>
                    <a:pt x="0" y="64770"/>
                  </a:cubicBezTo>
                  <a:cubicBezTo>
                    <a:pt x="0" y="29083"/>
                    <a:pt x="29083" y="0"/>
                    <a:pt x="64770" y="0"/>
                  </a:cubicBezTo>
                  <a:cubicBezTo>
                    <a:pt x="100457" y="0"/>
                    <a:pt x="129540" y="29083"/>
                    <a:pt x="129540" y="64770"/>
                  </a:cubicBezTo>
                  <a:cubicBezTo>
                    <a:pt x="129540" y="100457"/>
                    <a:pt x="100457" y="129540"/>
                    <a:pt x="64770" y="1295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16"/>
            <p:cNvSpPr/>
            <p:nvPr/>
          </p:nvSpPr>
          <p:spPr>
            <a:xfrm>
              <a:off x="905764" y="225552"/>
              <a:ext cx="32512" cy="647827"/>
            </a:xfrm>
            <a:custGeom>
              <a:rect b="b" l="l" r="r" t="t"/>
              <a:pathLst>
                <a:path extrusionOk="0" h="647827" w="32512">
                  <a:moveTo>
                    <a:pt x="16256" y="647827"/>
                  </a:moveTo>
                  <a:lnTo>
                    <a:pt x="0" y="640588"/>
                  </a:lnTo>
                  <a:lnTo>
                    <a:pt x="0" y="16129"/>
                  </a:lnTo>
                  <a:cubicBezTo>
                    <a:pt x="0" y="7112"/>
                    <a:pt x="7239" y="0"/>
                    <a:pt x="16256" y="0"/>
                  </a:cubicBezTo>
                  <a:lnTo>
                    <a:pt x="32512" y="7239"/>
                  </a:lnTo>
                  <a:lnTo>
                    <a:pt x="32512" y="631698"/>
                  </a:lnTo>
                  <a:cubicBezTo>
                    <a:pt x="32512" y="640588"/>
                    <a:pt x="25273" y="647827"/>
                    <a:pt x="16256" y="64782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16"/>
            <p:cNvSpPr/>
            <p:nvPr/>
          </p:nvSpPr>
          <p:spPr>
            <a:xfrm>
              <a:off x="121679" y="510286"/>
              <a:ext cx="44042" cy="38989"/>
            </a:xfrm>
            <a:custGeom>
              <a:rect b="b" l="l" r="r" t="t"/>
              <a:pathLst>
                <a:path extrusionOk="0" h="38989" w="44042">
                  <a:moveTo>
                    <a:pt x="27927" y="38989"/>
                  </a:moveTo>
                  <a:lnTo>
                    <a:pt x="23990" y="38608"/>
                  </a:lnTo>
                  <a:lnTo>
                    <a:pt x="10401" y="33401"/>
                  </a:lnTo>
                  <a:cubicBezTo>
                    <a:pt x="2019" y="30226"/>
                    <a:pt x="-2172" y="20828"/>
                    <a:pt x="1130" y="12446"/>
                  </a:cubicBezTo>
                  <a:lnTo>
                    <a:pt x="13703" y="0"/>
                  </a:lnTo>
                  <a:lnTo>
                    <a:pt x="33642" y="7620"/>
                  </a:lnTo>
                  <a:cubicBezTo>
                    <a:pt x="42024" y="10795"/>
                    <a:pt x="46215" y="20193"/>
                    <a:pt x="42913" y="28575"/>
                  </a:cubicBezTo>
                  <a:lnTo>
                    <a:pt x="34277" y="3898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16"/>
            <p:cNvSpPr/>
            <p:nvPr/>
          </p:nvSpPr>
          <p:spPr>
            <a:xfrm>
              <a:off x="180213" y="535721"/>
              <a:ext cx="620903" cy="90770"/>
            </a:xfrm>
            <a:custGeom>
              <a:rect b="b" l="l" r="r" t="t"/>
              <a:pathLst>
                <a:path extrusionOk="0" h="90770" w="620903">
                  <a:moveTo>
                    <a:pt x="476758" y="90770"/>
                  </a:moveTo>
                  <a:lnTo>
                    <a:pt x="300863" y="90770"/>
                  </a:lnTo>
                  <a:cubicBezTo>
                    <a:pt x="291211" y="90770"/>
                    <a:pt x="281813" y="88230"/>
                    <a:pt x="273431" y="83531"/>
                  </a:cubicBezTo>
                  <a:lnTo>
                    <a:pt x="193675" y="37938"/>
                  </a:lnTo>
                  <a:cubicBezTo>
                    <a:pt x="190246" y="36033"/>
                    <a:pt x="186309" y="34890"/>
                    <a:pt x="182245" y="34890"/>
                  </a:cubicBezTo>
                  <a:lnTo>
                    <a:pt x="32385" y="34890"/>
                  </a:lnTo>
                  <a:cubicBezTo>
                    <a:pt x="25527" y="34890"/>
                    <a:pt x="18923" y="33620"/>
                    <a:pt x="12446" y="31207"/>
                  </a:cubicBezTo>
                  <a:lnTo>
                    <a:pt x="0" y="18634"/>
                  </a:lnTo>
                  <a:cubicBezTo>
                    <a:pt x="6477" y="1997"/>
                    <a:pt x="15875" y="-2194"/>
                    <a:pt x="24130" y="981"/>
                  </a:cubicBezTo>
                  <a:lnTo>
                    <a:pt x="29464" y="2505"/>
                  </a:lnTo>
                  <a:lnTo>
                    <a:pt x="182372" y="2505"/>
                  </a:lnTo>
                  <a:cubicBezTo>
                    <a:pt x="192024" y="2505"/>
                    <a:pt x="201549" y="5045"/>
                    <a:pt x="209804" y="9744"/>
                  </a:cubicBezTo>
                  <a:lnTo>
                    <a:pt x="289560" y="55337"/>
                  </a:lnTo>
                  <a:cubicBezTo>
                    <a:pt x="292989" y="57242"/>
                    <a:pt x="296926" y="58385"/>
                    <a:pt x="300863" y="58385"/>
                  </a:cubicBezTo>
                  <a:lnTo>
                    <a:pt x="476758" y="58385"/>
                  </a:lnTo>
                  <a:cubicBezTo>
                    <a:pt x="480314" y="58385"/>
                    <a:pt x="483870" y="57496"/>
                    <a:pt x="486918" y="55972"/>
                  </a:cubicBezTo>
                  <a:lnTo>
                    <a:pt x="526288" y="36287"/>
                  </a:lnTo>
                  <a:cubicBezTo>
                    <a:pt x="533908" y="32477"/>
                    <a:pt x="542417" y="30445"/>
                    <a:pt x="551053" y="30445"/>
                  </a:cubicBezTo>
                  <a:lnTo>
                    <a:pt x="604647" y="30445"/>
                  </a:lnTo>
                  <a:cubicBezTo>
                    <a:pt x="613664" y="30445"/>
                    <a:pt x="620903" y="37684"/>
                    <a:pt x="620903" y="46574"/>
                  </a:cubicBezTo>
                  <a:lnTo>
                    <a:pt x="613664" y="62830"/>
                  </a:lnTo>
                  <a:lnTo>
                    <a:pt x="551053" y="62830"/>
                  </a:lnTo>
                  <a:cubicBezTo>
                    <a:pt x="547497" y="62830"/>
                    <a:pt x="543941" y="63719"/>
                    <a:pt x="540893" y="65243"/>
                  </a:cubicBezTo>
                  <a:lnTo>
                    <a:pt x="501523" y="84928"/>
                  </a:lnTo>
                  <a:cubicBezTo>
                    <a:pt x="493903" y="88738"/>
                    <a:pt x="485394" y="90770"/>
                    <a:pt x="476758" y="907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16"/>
            <p:cNvSpPr/>
            <p:nvPr/>
          </p:nvSpPr>
          <p:spPr>
            <a:xfrm>
              <a:off x="378206" y="705739"/>
              <a:ext cx="120232" cy="139192"/>
            </a:xfrm>
            <a:custGeom>
              <a:rect b="b" l="l" r="r" t="t"/>
              <a:pathLst>
                <a:path extrusionOk="0" h="139192" w="120232">
                  <a:moveTo>
                    <a:pt x="89916" y="139192"/>
                  </a:moveTo>
                  <a:lnTo>
                    <a:pt x="78232" y="135890"/>
                  </a:lnTo>
                  <a:cubicBezTo>
                    <a:pt x="65532" y="110490"/>
                    <a:pt x="68326" y="86995"/>
                    <a:pt x="82423" y="70104"/>
                  </a:cubicBezTo>
                  <a:lnTo>
                    <a:pt x="89408" y="53975"/>
                  </a:lnTo>
                  <a:cubicBezTo>
                    <a:pt x="81661" y="37465"/>
                    <a:pt x="73914" y="32512"/>
                    <a:pt x="64770" y="32512"/>
                  </a:cubicBezTo>
                  <a:lnTo>
                    <a:pt x="16256" y="32512"/>
                  </a:lnTo>
                  <a:cubicBezTo>
                    <a:pt x="7239" y="32512"/>
                    <a:pt x="0" y="25273"/>
                    <a:pt x="0" y="16256"/>
                  </a:cubicBezTo>
                  <a:lnTo>
                    <a:pt x="7239" y="0"/>
                  </a:lnTo>
                  <a:lnTo>
                    <a:pt x="64897" y="0"/>
                  </a:lnTo>
                  <a:cubicBezTo>
                    <a:pt x="86614" y="0"/>
                    <a:pt x="105791" y="12192"/>
                    <a:pt x="114935" y="31877"/>
                  </a:cubicBezTo>
                  <a:cubicBezTo>
                    <a:pt x="124079" y="51562"/>
                    <a:pt x="121285" y="74041"/>
                    <a:pt x="107315" y="90805"/>
                  </a:cubicBezTo>
                  <a:lnTo>
                    <a:pt x="100457" y="107569"/>
                  </a:lnTo>
                  <a:cubicBezTo>
                    <a:pt x="108585" y="123698"/>
                    <a:pt x="105283" y="133477"/>
                    <a:pt x="97282" y="137414"/>
                  </a:cubicBezTo>
                  <a:lnTo>
                    <a:pt x="92456" y="13906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16"/>
            <p:cNvSpPr/>
            <p:nvPr/>
          </p:nvSpPr>
          <p:spPr>
            <a:xfrm>
              <a:off x="322072" y="705866"/>
              <a:ext cx="49657" cy="32385"/>
            </a:xfrm>
            <a:custGeom>
              <a:rect b="b" l="l" r="r" t="t"/>
              <a:pathLst>
                <a:path extrusionOk="0" h="32385" w="49657">
                  <a:moveTo>
                    <a:pt x="33401" y="32385"/>
                  </a:moveTo>
                  <a:lnTo>
                    <a:pt x="16256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33401" y="0"/>
                  </a:lnTo>
                  <a:cubicBezTo>
                    <a:pt x="42418" y="0"/>
                    <a:pt x="49657" y="7239"/>
                    <a:pt x="49657" y="16256"/>
                  </a:cubicBezTo>
                  <a:lnTo>
                    <a:pt x="42418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16"/>
            <p:cNvSpPr/>
            <p:nvPr/>
          </p:nvSpPr>
          <p:spPr>
            <a:xfrm>
              <a:off x="247178" y="717997"/>
              <a:ext cx="67401" cy="46670"/>
            </a:xfrm>
            <a:custGeom>
              <a:rect b="b" l="l" r="r" t="t"/>
              <a:pathLst>
                <a:path extrusionOk="0" h="46670" w="67401">
                  <a:moveTo>
                    <a:pt x="15204" y="46670"/>
                  </a:moveTo>
                  <a:lnTo>
                    <a:pt x="2631" y="42733"/>
                  </a:lnTo>
                  <a:cubicBezTo>
                    <a:pt x="-3084" y="27874"/>
                    <a:pt x="1107" y="18603"/>
                    <a:pt x="9489" y="15301"/>
                  </a:cubicBezTo>
                  <a:lnTo>
                    <a:pt x="46446" y="1077"/>
                  </a:lnTo>
                  <a:cubicBezTo>
                    <a:pt x="54828" y="-2098"/>
                    <a:pt x="64226" y="1966"/>
                    <a:pt x="67401" y="10348"/>
                  </a:cubicBezTo>
                  <a:lnTo>
                    <a:pt x="66385" y="28128"/>
                  </a:lnTo>
                  <a:lnTo>
                    <a:pt x="21046" y="45527"/>
                  </a:lnTo>
                  <a:cubicBezTo>
                    <a:pt x="19141" y="46289"/>
                    <a:pt x="17109" y="46670"/>
                    <a:pt x="15204" y="466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16"/>
            <p:cNvSpPr/>
            <p:nvPr/>
          </p:nvSpPr>
          <p:spPr>
            <a:xfrm>
              <a:off x="719420" y="632964"/>
              <a:ext cx="70253" cy="65409"/>
            </a:xfrm>
            <a:custGeom>
              <a:rect b="b" l="l" r="r" t="t"/>
              <a:pathLst>
                <a:path extrusionOk="0" h="65409" w="70253">
                  <a:moveTo>
                    <a:pt x="20609" y="65409"/>
                  </a:moveTo>
                  <a:lnTo>
                    <a:pt x="11084" y="63377"/>
                  </a:lnTo>
                  <a:cubicBezTo>
                    <a:pt x="2321" y="53852"/>
                    <a:pt x="-346" y="45978"/>
                    <a:pt x="35" y="37596"/>
                  </a:cubicBezTo>
                  <a:cubicBezTo>
                    <a:pt x="543" y="27690"/>
                    <a:pt x="5369" y="17911"/>
                    <a:pt x="13243" y="10672"/>
                  </a:cubicBezTo>
                  <a:cubicBezTo>
                    <a:pt x="20101" y="4449"/>
                    <a:pt x="28483" y="766"/>
                    <a:pt x="36992" y="131"/>
                  </a:cubicBezTo>
                  <a:cubicBezTo>
                    <a:pt x="46898" y="-758"/>
                    <a:pt x="56169" y="2925"/>
                    <a:pt x="62519" y="9783"/>
                  </a:cubicBezTo>
                  <a:cubicBezTo>
                    <a:pt x="71409" y="19562"/>
                    <a:pt x="72806" y="34294"/>
                    <a:pt x="65821" y="47375"/>
                  </a:cubicBezTo>
                  <a:lnTo>
                    <a:pt x="51851" y="58297"/>
                  </a:lnTo>
                  <a:cubicBezTo>
                    <a:pt x="36484" y="50169"/>
                    <a:pt x="33309" y="41025"/>
                    <a:pt x="36611" y="33405"/>
                  </a:cubicBezTo>
                  <a:lnTo>
                    <a:pt x="35595" y="34167"/>
                  </a:lnTo>
                  <a:lnTo>
                    <a:pt x="32420" y="38866"/>
                  </a:lnTo>
                  <a:cubicBezTo>
                    <a:pt x="38516" y="45851"/>
                    <a:pt x="37627" y="55376"/>
                    <a:pt x="31023" y="61472"/>
                  </a:cubicBezTo>
                  <a:lnTo>
                    <a:pt x="24419" y="6540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16"/>
            <p:cNvSpPr/>
            <p:nvPr/>
          </p:nvSpPr>
          <p:spPr>
            <a:xfrm>
              <a:off x="580547" y="726757"/>
              <a:ext cx="87425" cy="82106"/>
            </a:xfrm>
            <a:custGeom>
              <a:rect b="b" l="l" r="r" t="t"/>
              <a:pathLst>
                <a:path extrusionOk="0" h="82106" w="87425">
                  <a:moveTo>
                    <a:pt x="30069" y="54801"/>
                  </a:moveTo>
                  <a:lnTo>
                    <a:pt x="30069" y="54801"/>
                  </a:lnTo>
                  <a:lnTo>
                    <a:pt x="30069" y="54801"/>
                  </a:lnTo>
                  <a:moveTo>
                    <a:pt x="18131" y="81852"/>
                  </a:moveTo>
                  <a:lnTo>
                    <a:pt x="9368" y="80074"/>
                  </a:lnTo>
                  <a:cubicBezTo>
                    <a:pt x="-7015" y="62040"/>
                    <a:pt x="-1046" y="37148"/>
                    <a:pt x="20544" y="17590"/>
                  </a:cubicBezTo>
                  <a:lnTo>
                    <a:pt x="48611" y="1461"/>
                  </a:lnTo>
                  <a:cubicBezTo>
                    <a:pt x="61438" y="-1968"/>
                    <a:pt x="73122" y="699"/>
                    <a:pt x="80488" y="8827"/>
                  </a:cubicBezTo>
                  <a:cubicBezTo>
                    <a:pt x="90521" y="19876"/>
                    <a:pt x="89632" y="37275"/>
                    <a:pt x="78075" y="54293"/>
                  </a:cubicBezTo>
                  <a:lnTo>
                    <a:pt x="62962" y="63564"/>
                  </a:lnTo>
                  <a:cubicBezTo>
                    <a:pt x="48230" y="53531"/>
                    <a:pt x="46325" y="43498"/>
                    <a:pt x="51278" y="36005"/>
                  </a:cubicBezTo>
                  <a:lnTo>
                    <a:pt x="51913" y="35116"/>
                  </a:lnTo>
                  <a:lnTo>
                    <a:pt x="45944" y="38291"/>
                  </a:lnTo>
                  <a:cubicBezTo>
                    <a:pt x="35149" y="48197"/>
                    <a:pt x="32355" y="54420"/>
                    <a:pt x="31720" y="57087"/>
                  </a:cubicBezTo>
                  <a:lnTo>
                    <a:pt x="34895" y="72454"/>
                  </a:lnTo>
                  <a:cubicBezTo>
                    <a:pt x="25878" y="80709"/>
                    <a:pt x="21941" y="82106"/>
                    <a:pt x="18131" y="821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16"/>
            <p:cNvSpPr/>
            <p:nvPr/>
          </p:nvSpPr>
          <p:spPr>
            <a:xfrm>
              <a:off x="584327" y="177351"/>
              <a:ext cx="66294" cy="45407"/>
            </a:xfrm>
            <a:custGeom>
              <a:rect b="b" l="l" r="r" t="t"/>
              <a:pathLst>
                <a:path extrusionOk="0" h="45407" w="66294">
                  <a:moveTo>
                    <a:pt x="49657" y="45280"/>
                  </a:moveTo>
                  <a:lnTo>
                    <a:pt x="39751" y="42994"/>
                  </a:lnTo>
                  <a:cubicBezTo>
                    <a:pt x="32258" y="32834"/>
                    <a:pt x="26543" y="31564"/>
                    <a:pt x="25019" y="32580"/>
                  </a:cubicBezTo>
                  <a:lnTo>
                    <a:pt x="7620" y="36390"/>
                  </a:lnTo>
                  <a:cubicBezTo>
                    <a:pt x="-3048" y="22039"/>
                    <a:pt x="-1397" y="11879"/>
                    <a:pt x="5715" y="6545"/>
                  </a:cubicBezTo>
                  <a:cubicBezTo>
                    <a:pt x="22606" y="-5901"/>
                    <a:pt x="48133" y="-59"/>
                    <a:pt x="62484" y="19499"/>
                  </a:cubicBezTo>
                  <a:lnTo>
                    <a:pt x="66294" y="36898"/>
                  </a:lnTo>
                  <a:cubicBezTo>
                    <a:pt x="56261" y="44264"/>
                    <a:pt x="52832" y="45407"/>
                    <a:pt x="49530" y="4540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16"/>
            <p:cNvSpPr/>
            <p:nvPr/>
          </p:nvSpPr>
          <p:spPr>
            <a:xfrm>
              <a:off x="175133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16"/>
            <p:cNvSpPr/>
            <p:nvPr/>
          </p:nvSpPr>
          <p:spPr>
            <a:xfrm>
              <a:off x="175133" y="316230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16"/>
            <p:cNvSpPr/>
            <p:nvPr/>
          </p:nvSpPr>
          <p:spPr>
            <a:xfrm>
              <a:off x="538226" y="372110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16"/>
            <p:cNvSpPr/>
            <p:nvPr/>
          </p:nvSpPr>
          <p:spPr>
            <a:xfrm>
              <a:off x="538226" y="204597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16"/>
            <p:cNvSpPr/>
            <p:nvPr/>
          </p:nvSpPr>
          <p:spPr>
            <a:xfrm>
              <a:off x="566166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16"/>
            <p:cNvSpPr/>
            <p:nvPr/>
          </p:nvSpPr>
          <p:spPr>
            <a:xfrm>
              <a:off x="370586" y="790956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16"/>
            <p:cNvSpPr/>
            <p:nvPr/>
          </p:nvSpPr>
          <p:spPr>
            <a:xfrm>
              <a:off x="398526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16"/>
            <p:cNvSpPr/>
            <p:nvPr/>
          </p:nvSpPr>
          <p:spPr>
            <a:xfrm>
              <a:off x="258953" y="59550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16"/>
            <p:cNvSpPr/>
            <p:nvPr/>
          </p:nvSpPr>
          <p:spPr>
            <a:xfrm>
              <a:off x="337820" y="254635"/>
              <a:ext cx="72771" cy="71882"/>
            </a:xfrm>
            <a:custGeom>
              <a:rect b="b" l="l" r="r" t="t"/>
              <a:pathLst>
                <a:path extrusionOk="0" h="71882" w="72771">
                  <a:moveTo>
                    <a:pt x="17653" y="71882"/>
                  </a:moveTo>
                  <a:lnTo>
                    <a:pt x="15621" y="71755"/>
                  </a:lnTo>
                  <a:lnTo>
                    <a:pt x="0" y="61341"/>
                  </a:lnTo>
                  <a:cubicBezTo>
                    <a:pt x="5969" y="30734"/>
                    <a:pt x="25781" y="0"/>
                    <a:pt x="56515" y="0"/>
                  </a:cubicBezTo>
                  <a:lnTo>
                    <a:pt x="72771" y="7239"/>
                  </a:lnTo>
                  <a:cubicBezTo>
                    <a:pt x="72771" y="25146"/>
                    <a:pt x="65532" y="32385"/>
                    <a:pt x="56515" y="32385"/>
                  </a:cubicBezTo>
                  <a:cubicBezTo>
                    <a:pt x="45720" y="32385"/>
                    <a:pt x="35560" y="48260"/>
                    <a:pt x="33528" y="58674"/>
                  </a:cubicBezTo>
                  <a:lnTo>
                    <a:pt x="25273" y="7175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16"/>
            <p:cNvSpPr/>
            <p:nvPr/>
          </p:nvSpPr>
          <p:spPr>
            <a:xfrm>
              <a:off x="406940" y="77309"/>
              <a:ext cx="195675" cy="104428"/>
            </a:xfrm>
            <a:custGeom>
              <a:rect b="b" l="l" r="r" t="t"/>
              <a:pathLst>
                <a:path extrusionOk="0" h="104428" w="195675">
                  <a:moveTo>
                    <a:pt x="15208" y="104428"/>
                  </a:moveTo>
                  <a:lnTo>
                    <a:pt x="2127" y="100110"/>
                  </a:lnTo>
                  <a:cubicBezTo>
                    <a:pt x="-2953" y="84870"/>
                    <a:pt x="1619" y="75726"/>
                    <a:pt x="10001" y="72805"/>
                  </a:cubicBezTo>
                  <a:lnTo>
                    <a:pt x="49117" y="57565"/>
                  </a:lnTo>
                  <a:lnTo>
                    <a:pt x="174339" y="1431"/>
                  </a:lnTo>
                  <a:cubicBezTo>
                    <a:pt x="182467" y="-2252"/>
                    <a:pt x="192119" y="1431"/>
                    <a:pt x="195675" y="9559"/>
                  </a:cubicBezTo>
                  <a:lnTo>
                    <a:pt x="195675" y="27339"/>
                  </a:lnTo>
                  <a:lnTo>
                    <a:pt x="62452" y="87029"/>
                  </a:lnTo>
                  <a:cubicBezTo>
                    <a:pt x="48736" y="93125"/>
                    <a:pt x="34512" y="98713"/>
                    <a:pt x="20288" y="103539"/>
                  </a:cubicBezTo>
                  <a:lnTo>
                    <a:pt x="16859" y="10442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16"/>
            <p:cNvSpPr/>
            <p:nvPr/>
          </p:nvSpPr>
          <p:spPr>
            <a:xfrm>
              <a:off x="331397" y="164918"/>
              <a:ext cx="51127" cy="35107"/>
            </a:xfrm>
            <a:custGeom>
              <a:rect b="b" l="l" r="r" t="t"/>
              <a:pathLst>
                <a:path extrusionOk="0" h="35107" w="51127">
                  <a:moveTo>
                    <a:pt x="15313" y="34980"/>
                  </a:moveTo>
                  <a:lnTo>
                    <a:pt x="581" y="29265"/>
                  </a:lnTo>
                  <a:cubicBezTo>
                    <a:pt x="-1959" y="12374"/>
                    <a:pt x="4137" y="4119"/>
                    <a:pt x="12900" y="2849"/>
                  </a:cubicBezTo>
                  <a:lnTo>
                    <a:pt x="25727" y="817"/>
                  </a:lnTo>
                  <a:cubicBezTo>
                    <a:pt x="40840" y="-2231"/>
                    <a:pt x="49476" y="3611"/>
                    <a:pt x="51127" y="12374"/>
                  </a:cubicBezTo>
                  <a:lnTo>
                    <a:pt x="47063" y="29646"/>
                  </a:lnTo>
                  <a:cubicBezTo>
                    <a:pt x="31442" y="32694"/>
                    <a:pt x="24584" y="33837"/>
                    <a:pt x="17726" y="34853"/>
                  </a:cubicBezTo>
                  <a:lnTo>
                    <a:pt x="16075" y="35107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16"/>
            <p:cNvSpPr/>
            <p:nvPr/>
          </p:nvSpPr>
          <p:spPr>
            <a:xfrm>
              <a:off x="264287" y="174137"/>
              <a:ext cx="43688" cy="34016"/>
            </a:xfrm>
            <a:custGeom>
              <a:rect b="b" l="l" r="r" t="t"/>
              <a:pathLst>
                <a:path extrusionOk="0" h="34016" w="43688">
                  <a:moveTo>
                    <a:pt x="15494" y="34016"/>
                  </a:moveTo>
                  <a:lnTo>
                    <a:pt x="381" y="27920"/>
                  </a:lnTo>
                  <a:cubicBezTo>
                    <a:pt x="-1651" y="10775"/>
                    <a:pt x="4699" y="2774"/>
                    <a:pt x="13589" y="1631"/>
                  </a:cubicBezTo>
                  <a:lnTo>
                    <a:pt x="25654" y="107"/>
                  </a:lnTo>
                  <a:cubicBezTo>
                    <a:pt x="34544" y="-909"/>
                    <a:pt x="42545" y="5441"/>
                    <a:pt x="43688" y="14331"/>
                  </a:cubicBezTo>
                  <a:lnTo>
                    <a:pt x="38354" y="31222"/>
                  </a:lnTo>
                  <a:lnTo>
                    <a:pt x="17399" y="33762"/>
                  </a:lnTo>
                  <a:lnTo>
                    <a:pt x="16129" y="3388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16"/>
            <p:cNvSpPr/>
            <p:nvPr/>
          </p:nvSpPr>
          <p:spPr>
            <a:xfrm>
              <a:off x="63500" y="63500"/>
              <a:ext cx="746506" cy="842391"/>
            </a:xfrm>
            <a:custGeom>
              <a:rect b="b" l="l" r="r" t="t"/>
              <a:pathLst>
                <a:path extrusionOk="0" h="842391" w="746506">
                  <a:moveTo>
                    <a:pt x="421132" y="842264"/>
                  </a:moveTo>
                  <a:cubicBezTo>
                    <a:pt x="188976" y="842264"/>
                    <a:pt x="0" y="653415"/>
                    <a:pt x="0" y="421132"/>
                  </a:cubicBezTo>
                  <a:cubicBezTo>
                    <a:pt x="0" y="188849"/>
                    <a:pt x="188976" y="0"/>
                    <a:pt x="421132" y="0"/>
                  </a:cubicBezTo>
                  <a:cubicBezTo>
                    <a:pt x="544449" y="0"/>
                    <a:pt x="661162" y="53975"/>
                    <a:pt x="741553" y="148082"/>
                  </a:cubicBezTo>
                  <a:lnTo>
                    <a:pt x="746506" y="165100"/>
                  </a:lnTo>
                  <a:cubicBezTo>
                    <a:pt x="732917" y="176657"/>
                    <a:pt x="722630" y="175895"/>
                    <a:pt x="716915" y="169164"/>
                  </a:cubicBezTo>
                  <a:cubicBezTo>
                    <a:pt x="642747" y="82169"/>
                    <a:pt x="534924" y="32385"/>
                    <a:pt x="421132" y="32385"/>
                  </a:cubicBezTo>
                  <a:cubicBezTo>
                    <a:pt x="206756" y="32385"/>
                    <a:pt x="32385" y="206756"/>
                    <a:pt x="32385" y="421132"/>
                  </a:cubicBezTo>
                  <a:cubicBezTo>
                    <a:pt x="32385" y="635508"/>
                    <a:pt x="206756" y="809879"/>
                    <a:pt x="421132" y="809879"/>
                  </a:cubicBezTo>
                  <a:cubicBezTo>
                    <a:pt x="531749" y="809879"/>
                    <a:pt x="637540" y="762381"/>
                    <a:pt x="711327" y="679577"/>
                  </a:cubicBezTo>
                  <a:lnTo>
                    <a:pt x="727583" y="672338"/>
                  </a:lnTo>
                  <a:cubicBezTo>
                    <a:pt x="740918" y="684276"/>
                    <a:pt x="741553" y="694436"/>
                    <a:pt x="735584" y="701167"/>
                  </a:cubicBezTo>
                  <a:cubicBezTo>
                    <a:pt x="655574" y="790956"/>
                    <a:pt x="541020" y="842391"/>
                    <a:pt x="421259" y="84239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16"/>
            <p:cNvSpPr/>
            <p:nvPr/>
          </p:nvSpPr>
          <p:spPr>
            <a:xfrm>
              <a:off x="792480" y="63500"/>
              <a:ext cx="259207" cy="971804"/>
            </a:xfrm>
            <a:custGeom>
              <a:rect b="b" l="l" r="r" t="t"/>
              <a:pathLst>
                <a:path extrusionOk="0" h="971804" w="259207">
                  <a:moveTo>
                    <a:pt x="129540" y="32385"/>
                  </a:moveTo>
                  <a:cubicBezTo>
                    <a:pt x="102743" y="32385"/>
                    <a:pt x="80899" y="54229"/>
                    <a:pt x="80899" y="81026"/>
                  </a:cubicBezTo>
                  <a:lnTo>
                    <a:pt x="80899" y="749300"/>
                  </a:lnTo>
                  <a:cubicBezTo>
                    <a:pt x="80899" y="754507"/>
                    <a:pt x="78359" y="759460"/>
                    <a:pt x="74041" y="762508"/>
                  </a:cubicBezTo>
                  <a:cubicBezTo>
                    <a:pt x="47498" y="781177"/>
                    <a:pt x="32385" y="810260"/>
                    <a:pt x="32385" y="842264"/>
                  </a:cubicBezTo>
                  <a:cubicBezTo>
                    <a:pt x="32385" y="895858"/>
                    <a:pt x="75946" y="939419"/>
                    <a:pt x="129540" y="939419"/>
                  </a:cubicBezTo>
                  <a:cubicBezTo>
                    <a:pt x="183134" y="939419"/>
                    <a:pt x="226695" y="895858"/>
                    <a:pt x="226695" y="842264"/>
                  </a:cubicBezTo>
                  <a:cubicBezTo>
                    <a:pt x="226695" y="810260"/>
                    <a:pt x="211455" y="781177"/>
                    <a:pt x="185039" y="762508"/>
                  </a:cubicBezTo>
                  <a:lnTo>
                    <a:pt x="178181" y="754507"/>
                  </a:lnTo>
                  <a:lnTo>
                    <a:pt x="178181" y="81026"/>
                  </a:lnTo>
                  <a:cubicBezTo>
                    <a:pt x="178181" y="54229"/>
                    <a:pt x="156337" y="32385"/>
                    <a:pt x="129540" y="32385"/>
                  </a:cubicBezTo>
                  <a:moveTo>
                    <a:pt x="129540" y="971804"/>
                  </a:moveTo>
                  <a:cubicBezTo>
                    <a:pt x="58039" y="971804"/>
                    <a:pt x="0" y="913638"/>
                    <a:pt x="0" y="842264"/>
                  </a:cubicBezTo>
                  <a:cubicBezTo>
                    <a:pt x="0" y="802386"/>
                    <a:pt x="17653" y="766064"/>
                    <a:pt x="48641" y="741172"/>
                  </a:cubicBezTo>
                  <a:lnTo>
                    <a:pt x="48641" y="81026"/>
                  </a:lnTo>
                  <a:cubicBezTo>
                    <a:pt x="48514" y="36322"/>
                    <a:pt x="84836" y="0"/>
                    <a:pt x="129540" y="0"/>
                  </a:cubicBezTo>
                  <a:cubicBezTo>
                    <a:pt x="174244" y="0"/>
                    <a:pt x="210566" y="36322"/>
                    <a:pt x="210566" y="81026"/>
                  </a:cubicBezTo>
                  <a:lnTo>
                    <a:pt x="210566" y="741172"/>
                  </a:lnTo>
                  <a:cubicBezTo>
                    <a:pt x="241554" y="766064"/>
                    <a:pt x="259207" y="802386"/>
                    <a:pt x="259207" y="842264"/>
                  </a:cubicBezTo>
                  <a:cubicBezTo>
                    <a:pt x="259207" y="913765"/>
                    <a:pt x="201041" y="971804"/>
                    <a:pt x="129667" y="97180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16"/>
            <p:cNvSpPr/>
            <p:nvPr/>
          </p:nvSpPr>
          <p:spPr>
            <a:xfrm>
              <a:off x="938276" y="355092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16"/>
            <p:cNvSpPr/>
            <p:nvPr/>
          </p:nvSpPr>
          <p:spPr>
            <a:xfrm>
              <a:off x="938276" y="257937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16"/>
            <p:cNvSpPr/>
            <p:nvPr/>
          </p:nvSpPr>
          <p:spPr>
            <a:xfrm>
              <a:off x="938276" y="549402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16"/>
            <p:cNvSpPr/>
            <p:nvPr/>
          </p:nvSpPr>
          <p:spPr>
            <a:xfrm>
              <a:off x="938276" y="452247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16"/>
            <p:cNvSpPr/>
            <p:nvPr/>
          </p:nvSpPr>
          <p:spPr>
            <a:xfrm>
              <a:off x="938276" y="743839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16"/>
            <p:cNvSpPr/>
            <p:nvPr/>
          </p:nvSpPr>
          <p:spPr>
            <a:xfrm>
              <a:off x="938276" y="646684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6" name="Google Shape;486;p16"/>
          <p:cNvSpPr/>
          <p:nvPr/>
        </p:nvSpPr>
        <p:spPr>
          <a:xfrm>
            <a:off x="233877" y="502191"/>
            <a:ext cx="608364" cy="610534"/>
          </a:xfrm>
          <a:custGeom>
            <a:rect b="b" l="l" r="r" t="t"/>
            <a:pathLst>
              <a:path extrusionOk="0" h="939283" w="935944">
                <a:moveTo>
                  <a:pt x="594308" y="304156"/>
                </a:moveTo>
                <a:cubicBezTo>
                  <a:pt x="562304" y="328794"/>
                  <a:pt x="536650" y="358512"/>
                  <a:pt x="515060" y="395850"/>
                </a:cubicBezTo>
                <a:lnTo>
                  <a:pt x="522934" y="395596"/>
                </a:lnTo>
                <a:cubicBezTo>
                  <a:pt x="536523" y="387976"/>
                  <a:pt x="547953" y="381118"/>
                  <a:pt x="559256" y="374387"/>
                </a:cubicBezTo>
                <a:lnTo>
                  <a:pt x="562177" y="372355"/>
                </a:lnTo>
                <a:cubicBezTo>
                  <a:pt x="576147" y="350003"/>
                  <a:pt x="587069" y="328032"/>
                  <a:pt x="594308" y="304156"/>
                </a:cubicBezTo>
                <a:moveTo>
                  <a:pt x="385774" y="620259"/>
                </a:moveTo>
                <a:cubicBezTo>
                  <a:pt x="338784" y="635118"/>
                  <a:pt x="293826" y="676901"/>
                  <a:pt x="284682" y="713477"/>
                </a:cubicBezTo>
                <a:cubicBezTo>
                  <a:pt x="324560" y="689474"/>
                  <a:pt x="357834" y="659121"/>
                  <a:pt x="385774" y="620259"/>
                </a:cubicBezTo>
                <a:moveTo>
                  <a:pt x="626312" y="347209"/>
                </a:moveTo>
                <a:cubicBezTo>
                  <a:pt x="636218" y="344034"/>
                  <a:pt x="646632" y="342891"/>
                  <a:pt x="655522" y="335017"/>
                </a:cubicBezTo>
                <a:cubicBezTo>
                  <a:pt x="675715" y="317110"/>
                  <a:pt x="694257" y="297806"/>
                  <a:pt x="709243" y="275454"/>
                </a:cubicBezTo>
                <a:lnTo>
                  <a:pt x="730452" y="240910"/>
                </a:lnTo>
                <a:cubicBezTo>
                  <a:pt x="729690" y="239894"/>
                  <a:pt x="728928" y="238878"/>
                  <a:pt x="728166" y="237862"/>
                </a:cubicBezTo>
                <a:lnTo>
                  <a:pt x="664031" y="260341"/>
                </a:lnTo>
                <a:cubicBezTo>
                  <a:pt x="654379" y="263643"/>
                  <a:pt x="649934" y="269485"/>
                  <a:pt x="647394" y="279518"/>
                </a:cubicBezTo>
                <a:lnTo>
                  <a:pt x="626312" y="347209"/>
                </a:lnTo>
                <a:moveTo>
                  <a:pt x="325322" y="574666"/>
                </a:moveTo>
                <a:lnTo>
                  <a:pt x="243661" y="575428"/>
                </a:lnTo>
                <a:cubicBezTo>
                  <a:pt x="176605" y="571745"/>
                  <a:pt x="155142" y="570094"/>
                  <a:pt x="98627" y="534026"/>
                </a:cubicBezTo>
                <a:cubicBezTo>
                  <a:pt x="87451" y="526914"/>
                  <a:pt x="84530" y="514341"/>
                  <a:pt x="91007" y="503927"/>
                </a:cubicBezTo>
                <a:cubicBezTo>
                  <a:pt x="97611" y="493386"/>
                  <a:pt x="110311" y="490465"/>
                  <a:pt x="121995" y="497831"/>
                </a:cubicBezTo>
                <a:cubicBezTo>
                  <a:pt x="161238" y="522469"/>
                  <a:pt x="163397" y="519929"/>
                  <a:pt x="209117" y="528057"/>
                </a:cubicBezTo>
                <a:cubicBezTo>
                  <a:pt x="251916" y="535677"/>
                  <a:pt x="294715" y="535042"/>
                  <a:pt x="337387" y="526787"/>
                </a:cubicBezTo>
                <a:lnTo>
                  <a:pt x="340562" y="525771"/>
                </a:lnTo>
                <a:lnTo>
                  <a:pt x="340308" y="518786"/>
                </a:lnTo>
                <a:cubicBezTo>
                  <a:pt x="285444" y="459985"/>
                  <a:pt x="221055" y="423790"/>
                  <a:pt x="144855" y="409820"/>
                </a:cubicBezTo>
                <a:cubicBezTo>
                  <a:pt x="122249" y="405756"/>
                  <a:pt x="45668" y="401819"/>
                  <a:pt x="22681" y="400168"/>
                </a:cubicBezTo>
                <a:lnTo>
                  <a:pt x="5790" y="396485"/>
                </a:lnTo>
                <a:cubicBezTo>
                  <a:pt x="-1957" y="379975"/>
                  <a:pt x="-1195" y="372482"/>
                  <a:pt x="3758" y="365624"/>
                </a:cubicBezTo>
                <a:lnTo>
                  <a:pt x="15569" y="356988"/>
                </a:lnTo>
                <a:cubicBezTo>
                  <a:pt x="86943" y="356353"/>
                  <a:pt x="200354" y="373879"/>
                  <a:pt x="257123" y="402200"/>
                </a:cubicBezTo>
                <a:cubicBezTo>
                  <a:pt x="286968" y="417059"/>
                  <a:pt x="314400" y="435474"/>
                  <a:pt x="339546" y="457445"/>
                </a:cubicBezTo>
                <a:lnTo>
                  <a:pt x="343483" y="460493"/>
                </a:lnTo>
                <a:lnTo>
                  <a:pt x="353135" y="448936"/>
                </a:lnTo>
                <a:cubicBezTo>
                  <a:pt x="331037" y="426203"/>
                  <a:pt x="318083" y="415408"/>
                  <a:pt x="302335" y="407153"/>
                </a:cubicBezTo>
                <a:lnTo>
                  <a:pt x="253440" y="376165"/>
                </a:lnTo>
                <a:cubicBezTo>
                  <a:pt x="234263" y="366513"/>
                  <a:pt x="214070" y="357750"/>
                  <a:pt x="193369" y="353051"/>
                </a:cubicBezTo>
                <a:lnTo>
                  <a:pt x="115518" y="343399"/>
                </a:lnTo>
                <a:cubicBezTo>
                  <a:pt x="101421" y="342002"/>
                  <a:pt x="92150" y="335525"/>
                  <a:pt x="91134" y="323714"/>
                </a:cubicBezTo>
                <a:cubicBezTo>
                  <a:pt x="89864" y="310633"/>
                  <a:pt x="99008" y="299584"/>
                  <a:pt x="112724" y="300219"/>
                </a:cubicBezTo>
                <a:lnTo>
                  <a:pt x="176478" y="304791"/>
                </a:lnTo>
                <a:cubicBezTo>
                  <a:pt x="179018" y="304918"/>
                  <a:pt x="181558" y="305426"/>
                  <a:pt x="185495" y="305807"/>
                </a:cubicBezTo>
                <a:lnTo>
                  <a:pt x="183082" y="301235"/>
                </a:lnTo>
                <a:cubicBezTo>
                  <a:pt x="171144" y="279264"/>
                  <a:pt x="136219" y="207890"/>
                  <a:pt x="125932" y="187316"/>
                </a:cubicBezTo>
                <a:cubicBezTo>
                  <a:pt x="118566" y="172457"/>
                  <a:pt x="123011" y="159630"/>
                  <a:pt x="135584" y="154550"/>
                </a:cubicBezTo>
                <a:cubicBezTo>
                  <a:pt x="147903" y="149597"/>
                  <a:pt x="159079" y="155312"/>
                  <a:pt x="165429" y="170171"/>
                </a:cubicBezTo>
                <a:cubicBezTo>
                  <a:pt x="178383" y="200397"/>
                  <a:pt x="218769" y="279391"/>
                  <a:pt x="240613" y="304029"/>
                </a:cubicBezTo>
                <a:cubicBezTo>
                  <a:pt x="254837" y="320031"/>
                  <a:pt x="269950" y="334509"/>
                  <a:pt x="289762" y="344161"/>
                </a:cubicBezTo>
                <a:lnTo>
                  <a:pt x="331164" y="370704"/>
                </a:lnTo>
                <a:cubicBezTo>
                  <a:pt x="350468" y="385436"/>
                  <a:pt x="373074" y="390897"/>
                  <a:pt x="395680" y="396358"/>
                </a:cubicBezTo>
                <a:lnTo>
                  <a:pt x="406983" y="391786"/>
                </a:lnTo>
                <a:cubicBezTo>
                  <a:pt x="420445" y="388230"/>
                  <a:pt x="421715" y="383277"/>
                  <a:pt x="422985" y="376546"/>
                </a:cubicBezTo>
                <a:cubicBezTo>
                  <a:pt x="425271" y="364608"/>
                  <a:pt x="423620" y="353813"/>
                  <a:pt x="420064" y="342129"/>
                </a:cubicBezTo>
                <a:lnTo>
                  <a:pt x="401522" y="266818"/>
                </a:lnTo>
                <a:cubicBezTo>
                  <a:pt x="400633" y="263008"/>
                  <a:pt x="399490" y="258944"/>
                  <a:pt x="397458" y="255642"/>
                </a:cubicBezTo>
                <a:cubicBezTo>
                  <a:pt x="373709" y="217034"/>
                  <a:pt x="343229" y="184649"/>
                  <a:pt x="306526" y="158233"/>
                </a:cubicBezTo>
                <a:lnTo>
                  <a:pt x="297509" y="150740"/>
                </a:lnTo>
                <a:cubicBezTo>
                  <a:pt x="290143" y="137659"/>
                  <a:pt x="293064" y="127118"/>
                  <a:pt x="300430" y="120895"/>
                </a:cubicBezTo>
                <a:cubicBezTo>
                  <a:pt x="307796" y="114672"/>
                  <a:pt x="318591" y="113402"/>
                  <a:pt x="326846" y="120006"/>
                </a:cubicBezTo>
                <a:lnTo>
                  <a:pt x="387298" y="171568"/>
                </a:lnTo>
                <a:cubicBezTo>
                  <a:pt x="391997" y="175632"/>
                  <a:pt x="395934" y="180712"/>
                  <a:pt x="400887" y="186173"/>
                </a:cubicBezTo>
                <a:lnTo>
                  <a:pt x="408380" y="148200"/>
                </a:lnTo>
                <a:cubicBezTo>
                  <a:pt x="412317" y="133214"/>
                  <a:pt x="446099" y="30217"/>
                  <a:pt x="451306" y="15612"/>
                </a:cubicBezTo>
                <a:cubicBezTo>
                  <a:pt x="455751" y="2658"/>
                  <a:pt x="467562" y="-2803"/>
                  <a:pt x="479373" y="1388"/>
                </a:cubicBezTo>
                <a:cubicBezTo>
                  <a:pt x="490930" y="5579"/>
                  <a:pt x="496264" y="17644"/>
                  <a:pt x="491438" y="30725"/>
                </a:cubicBezTo>
                <a:cubicBezTo>
                  <a:pt x="478484" y="66285"/>
                  <a:pt x="442543" y="190872"/>
                  <a:pt x="442416" y="228845"/>
                </a:cubicBezTo>
                <a:cubicBezTo>
                  <a:pt x="442289" y="243069"/>
                  <a:pt x="445337" y="255515"/>
                  <a:pt x="454354" y="267580"/>
                </a:cubicBezTo>
                <a:lnTo>
                  <a:pt x="457148" y="262119"/>
                </a:lnTo>
                <a:cubicBezTo>
                  <a:pt x="486104" y="203064"/>
                  <a:pt x="491565" y="184903"/>
                  <a:pt x="541730" y="147057"/>
                </a:cubicBezTo>
                <a:lnTo>
                  <a:pt x="557224" y="139437"/>
                </a:lnTo>
                <a:cubicBezTo>
                  <a:pt x="573480" y="147057"/>
                  <a:pt x="577544" y="153153"/>
                  <a:pt x="578179" y="161154"/>
                </a:cubicBezTo>
                <a:lnTo>
                  <a:pt x="574242" y="176902"/>
                </a:lnTo>
                <a:cubicBezTo>
                  <a:pt x="534364" y="206747"/>
                  <a:pt x="540587" y="207255"/>
                  <a:pt x="518362" y="241418"/>
                </a:cubicBezTo>
                <a:cubicBezTo>
                  <a:pt x="502741" y="265421"/>
                  <a:pt x="490422" y="291075"/>
                  <a:pt x="480770" y="318126"/>
                </a:cubicBezTo>
                <a:lnTo>
                  <a:pt x="477214" y="334128"/>
                </a:lnTo>
                <a:cubicBezTo>
                  <a:pt x="481786" y="348352"/>
                  <a:pt x="482802" y="354448"/>
                  <a:pt x="484326" y="361052"/>
                </a:cubicBezTo>
                <a:lnTo>
                  <a:pt x="514679" y="321047"/>
                </a:lnTo>
                <a:cubicBezTo>
                  <a:pt x="540333" y="289805"/>
                  <a:pt x="570686" y="263643"/>
                  <a:pt x="605357" y="242815"/>
                </a:cubicBezTo>
                <a:lnTo>
                  <a:pt x="613104" y="236719"/>
                </a:lnTo>
                <a:cubicBezTo>
                  <a:pt x="613485" y="207128"/>
                  <a:pt x="614247" y="139564"/>
                  <a:pt x="614882" y="116069"/>
                </a:cubicBezTo>
                <a:lnTo>
                  <a:pt x="614501" y="111497"/>
                </a:lnTo>
                <a:cubicBezTo>
                  <a:pt x="614120" y="95622"/>
                  <a:pt x="622756" y="85716"/>
                  <a:pt x="635075" y="85208"/>
                </a:cubicBezTo>
                <a:cubicBezTo>
                  <a:pt x="647013" y="84700"/>
                  <a:pt x="656919" y="93590"/>
                  <a:pt x="657554" y="106671"/>
                </a:cubicBezTo>
                <a:cubicBezTo>
                  <a:pt x="658316" y="126483"/>
                  <a:pt x="658316" y="190237"/>
                  <a:pt x="658570" y="210176"/>
                </a:cubicBezTo>
                <a:lnTo>
                  <a:pt x="658570" y="212970"/>
                </a:lnTo>
                <a:lnTo>
                  <a:pt x="666952" y="212462"/>
                </a:lnTo>
                <a:cubicBezTo>
                  <a:pt x="687780" y="206366"/>
                  <a:pt x="704544" y="201159"/>
                  <a:pt x="721689" y="196968"/>
                </a:cubicBezTo>
                <a:cubicBezTo>
                  <a:pt x="743406" y="191761"/>
                  <a:pt x="755725" y="204842"/>
                  <a:pt x="750391" y="227194"/>
                </a:cubicBezTo>
                <a:lnTo>
                  <a:pt x="754201" y="228210"/>
                </a:lnTo>
                <a:cubicBezTo>
                  <a:pt x="770330" y="233544"/>
                  <a:pt x="776553" y="247133"/>
                  <a:pt x="768679" y="260595"/>
                </a:cubicBezTo>
                <a:lnTo>
                  <a:pt x="730452" y="320158"/>
                </a:lnTo>
                <a:cubicBezTo>
                  <a:pt x="728166" y="323714"/>
                  <a:pt x="725118" y="326889"/>
                  <a:pt x="721308" y="331461"/>
                </a:cubicBezTo>
                <a:lnTo>
                  <a:pt x="727912" y="331842"/>
                </a:lnTo>
                <a:cubicBezTo>
                  <a:pt x="760043" y="331969"/>
                  <a:pt x="757757" y="329810"/>
                  <a:pt x="786586" y="336668"/>
                </a:cubicBezTo>
                <a:cubicBezTo>
                  <a:pt x="800683" y="339970"/>
                  <a:pt x="808049" y="350511"/>
                  <a:pt x="805255" y="362957"/>
                </a:cubicBezTo>
                <a:cubicBezTo>
                  <a:pt x="802461" y="375403"/>
                  <a:pt x="791412" y="382007"/>
                  <a:pt x="777188" y="378832"/>
                </a:cubicBezTo>
                <a:cubicBezTo>
                  <a:pt x="731595" y="368672"/>
                  <a:pt x="717244" y="372101"/>
                  <a:pt x="671270" y="381245"/>
                </a:cubicBezTo>
                <a:lnTo>
                  <a:pt x="663142" y="384039"/>
                </a:lnTo>
                <a:cubicBezTo>
                  <a:pt x="635329" y="403089"/>
                  <a:pt x="609421" y="416678"/>
                  <a:pt x="581735" y="427092"/>
                </a:cubicBezTo>
                <a:lnTo>
                  <a:pt x="572591" y="432807"/>
                </a:lnTo>
                <a:lnTo>
                  <a:pt x="567257" y="442840"/>
                </a:lnTo>
                <a:cubicBezTo>
                  <a:pt x="570051" y="451857"/>
                  <a:pt x="574242" y="457572"/>
                  <a:pt x="575131" y="463922"/>
                </a:cubicBezTo>
                <a:cubicBezTo>
                  <a:pt x="576782" y="474463"/>
                  <a:pt x="583513" y="479416"/>
                  <a:pt x="591895" y="483988"/>
                </a:cubicBezTo>
                <a:cubicBezTo>
                  <a:pt x="670254" y="527549"/>
                  <a:pt x="815161" y="520691"/>
                  <a:pt x="900378" y="493132"/>
                </a:cubicBezTo>
                <a:lnTo>
                  <a:pt x="904696" y="491608"/>
                </a:lnTo>
                <a:cubicBezTo>
                  <a:pt x="919428" y="487290"/>
                  <a:pt x="930985" y="492878"/>
                  <a:pt x="934795" y="504435"/>
                </a:cubicBezTo>
                <a:cubicBezTo>
                  <a:pt x="938478" y="515611"/>
                  <a:pt x="933144" y="527549"/>
                  <a:pt x="921079" y="531359"/>
                </a:cubicBezTo>
                <a:lnTo>
                  <a:pt x="865326" y="546599"/>
                </a:lnTo>
                <a:cubicBezTo>
                  <a:pt x="855293" y="549012"/>
                  <a:pt x="782014" y="564633"/>
                  <a:pt x="770203" y="566411"/>
                </a:cubicBezTo>
                <a:lnTo>
                  <a:pt x="775410" y="570602"/>
                </a:lnTo>
                <a:cubicBezTo>
                  <a:pt x="794206" y="587747"/>
                  <a:pt x="811351" y="602733"/>
                  <a:pt x="827607" y="618735"/>
                </a:cubicBezTo>
                <a:cubicBezTo>
                  <a:pt x="839037" y="630038"/>
                  <a:pt x="838910" y="643246"/>
                  <a:pt x="829131" y="652263"/>
                </a:cubicBezTo>
                <a:cubicBezTo>
                  <a:pt x="819352" y="661280"/>
                  <a:pt x="806525" y="659756"/>
                  <a:pt x="795730" y="647818"/>
                </a:cubicBezTo>
                <a:cubicBezTo>
                  <a:pt x="747470" y="594859"/>
                  <a:pt x="688161" y="561712"/>
                  <a:pt x="617676" y="548631"/>
                </a:cubicBezTo>
                <a:lnTo>
                  <a:pt x="580846" y="544186"/>
                </a:lnTo>
                <a:cubicBezTo>
                  <a:pt x="573988" y="543297"/>
                  <a:pt x="570559" y="545710"/>
                  <a:pt x="569924" y="552949"/>
                </a:cubicBezTo>
                <a:lnTo>
                  <a:pt x="616787" y="563109"/>
                </a:lnTo>
                <a:cubicBezTo>
                  <a:pt x="694003" y="583175"/>
                  <a:pt x="813383" y="677663"/>
                  <a:pt x="866596" y="736972"/>
                </a:cubicBezTo>
                <a:cubicBezTo>
                  <a:pt x="876121" y="747513"/>
                  <a:pt x="875994" y="760848"/>
                  <a:pt x="866596" y="769357"/>
                </a:cubicBezTo>
                <a:cubicBezTo>
                  <a:pt x="857071" y="777993"/>
                  <a:pt x="844371" y="776977"/>
                  <a:pt x="834465" y="765928"/>
                </a:cubicBezTo>
                <a:cubicBezTo>
                  <a:pt x="795984" y="723002"/>
                  <a:pt x="695781" y="637023"/>
                  <a:pt x="641933" y="616449"/>
                </a:cubicBezTo>
                <a:cubicBezTo>
                  <a:pt x="611580" y="604892"/>
                  <a:pt x="580084" y="598034"/>
                  <a:pt x="547826" y="594732"/>
                </a:cubicBezTo>
                <a:lnTo>
                  <a:pt x="533856" y="594732"/>
                </a:lnTo>
                <a:cubicBezTo>
                  <a:pt x="523442" y="603622"/>
                  <a:pt x="518108" y="606035"/>
                  <a:pt x="512901" y="609210"/>
                </a:cubicBezTo>
                <a:cubicBezTo>
                  <a:pt x="533348" y="642865"/>
                  <a:pt x="558494" y="671948"/>
                  <a:pt x="588593" y="696713"/>
                </a:cubicBezTo>
                <a:cubicBezTo>
                  <a:pt x="626820" y="728082"/>
                  <a:pt x="654633" y="741163"/>
                  <a:pt x="702131" y="754752"/>
                </a:cubicBezTo>
                <a:cubicBezTo>
                  <a:pt x="716736" y="758943"/>
                  <a:pt x="723594" y="770246"/>
                  <a:pt x="719657" y="782565"/>
                </a:cubicBezTo>
                <a:cubicBezTo>
                  <a:pt x="715720" y="794884"/>
                  <a:pt x="704417" y="800218"/>
                  <a:pt x="690320" y="796281"/>
                </a:cubicBezTo>
                <a:cubicBezTo>
                  <a:pt x="654887" y="786375"/>
                  <a:pt x="636599" y="780914"/>
                  <a:pt x="605103" y="761610"/>
                </a:cubicBezTo>
                <a:cubicBezTo>
                  <a:pt x="562304" y="735321"/>
                  <a:pt x="525982" y="701920"/>
                  <a:pt x="496010" y="661661"/>
                </a:cubicBezTo>
                <a:lnTo>
                  <a:pt x="493851" y="658994"/>
                </a:lnTo>
                <a:lnTo>
                  <a:pt x="496518" y="672837"/>
                </a:lnTo>
                <a:cubicBezTo>
                  <a:pt x="528141" y="745227"/>
                  <a:pt x="623264" y="846065"/>
                  <a:pt x="684732" y="882006"/>
                </a:cubicBezTo>
                <a:lnTo>
                  <a:pt x="686764" y="883149"/>
                </a:lnTo>
                <a:cubicBezTo>
                  <a:pt x="700353" y="891277"/>
                  <a:pt x="704290" y="903215"/>
                  <a:pt x="697940" y="914391"/>
                </a:cubicBezTo>
                <a:cubicBezTo>
                  <a:pt x="691590" y="925567"/>
                  <a:pt x="678763" y="929123"/>
                  <a:pt x="666444" y="921249"/>
                </a:cubicBezTo>
                <a:lnTo>
                  <a:pt x="611707" y="883403"/>
                </a:lnTo>
                <a:cubicBezTo>
                  <a:pt x="577544" y="856098"/>
                  <a:pt x="500201" y="772405"/>
                  <a:pt x="478357" y="734559"/>
                </a:cubicBezTo>
                <a:lnTo>
                  <a:pt x="476325" y="731384"/>
                </a:lnTo>
                <a:cubicBezTo>
                  <a:pt x="474166" y="742306"/>
                  <a:pt x="474420" y="754498"/>
                  <a:pt x="474039" y="766817"/>
                </a:cubicBezTo>
                <a:cubicBezTo>
                  <a:pt x="472769" y="811394"/>
                  <a:pt x="463752" y="854320"/>
                  <a:pt x="447623" y="895849"/>
                </a:cubicBezTo>
                <a:cubicBezTo>
                  <a:pt x="442670" y="908549"/>
                  <a:pt x="430478" y="913883"/>
                  <a:pt x="418921" y="909311"/>
                </a:cubicBezTo>
                <a:cubicBezTo>
                  <a:pt x="407872" y="904866"/>
                  <a:pt x="403046" y="893055"/>
                  <a:pt x="407237" y="880482"/>
                </a:cubicBezTo>
                <a:lnTo>
                  <a:pt x="410031" y="872862"/>
                </a:lnTo>
                <a:cubicBezTo>
                  <a:pt x="412571" y="865242"/>
                  <a:pt x="413714" y="861432"/>
                  <a:pt x="415746" y="855209"/>
                </a:cubicBezTo>
                <a:cubicBezTo>
                  <a:pt x="404697" y="869179"/>
                  <a:pt x="359485" y="916804"/>
                  <a:pt x="349833" y="928742"/>
                </a:cubicBezTo>
                <a:lnTo>
                  <a:pt x="337514" y="939283"/>
                </a:lnTo>
                <a:cubicBezTo>
                  <a:pt x="311479" y="934965"/>
                  <a:pt x="305256" y="916423"/>
                  <a:pt x="315797" y="901818"/>
                </a:cubicBezTo>
                <a:cubicBezTo>
                  <a:pt x="329894" y="882514"/>
                  <a:pt x="380186" y="827777"/>
                  <a:pt x="392505" y="807457"/>
                </a:cubicBezTo>
                <a:cubicBezTo>
                  <a:pt x="410158" y="777993"/>
                  <a:pt x="421842" y="745735"/>
                  <a:pt x="425906" y="711699"/>
                </a:cubicBezTo>
                <a:cubicBezTo>
                  <a:pt x="427684" y="696586"/>
                  <a:pt x="422096" y="680584"/>
                  <a:pt x="419556" y="664963"/>
                </a:cubicBezTo>
                <a:lnTo>
                  <a:pt x="417397" y="657851"/>
                </a:lnTo>
                <a:lnTo>
                  <a:pt x="412190" y="657343"/>
                </a:lnTo>
                <a:cubicBezTo>
                  <a:pt x="371931" y="708397"/>
                  <a:pt x="323925" y="745989"/>
                  <a:pt x="266648" y="771389"/>
                </a:cubicBezTo>
                <a:lnTo>
                  <a:pt x="257758" y="776596"/>
                </a:lnTo>
                <a:cubicBezTo>
                  <a:pt x="254583" y="797424"/>
                  <a:pt x="251789" y="811902"/>
                  <a:pt x="248868" y="826253"/>
                </a:cubicBezTo>
                <a:cubicBezTo>
                  <a:pt x="246328" y="838699"/>
                  <a:pt x="234898" y="846192"/>
                  <a:pt x="223214" y="843525"/>
                </a:cubicBezTo>
                <a:cubicBezTo>
                  <a:pt x="212546" y="841112"/>
                  <a:pt x="205688" y="831968"/>
                  <a:pt x="206577" y="820411"/>
                </a:cubicBezTo>
                <a:lnTo>
                  <a:pt x="210260" y="791201"/>
                </a:lnTo>
                <a:cubicBezTo>
                  <a:pt x="204926" y="793106"/>
                  <a:pt x="200100" y="794249"/>
                  <a:pt x="195782" y="796535"/>
                </a:cubicBezTo>
                <a:cubicBezTo>
                  <a:pt x="184225" y="802377"/>
                  <a:pt x="172668" y="799583"/>
                  <a:pt x="164667" y="788407"/>
                </a:cubicBezTo>
                <a:cubicBezTo>
                  <a:pt x="157936" y="779136"/>
                  <a:pt x="159206" y="767960"/>
                  <a:pt x="167715" y="759451"/>
                </a:cubicBezTo>
                <a:lnTo>
                  <a:pt x="172160" y="754879"/>
                </a:lnTo>
                <a:cubicBezTo>
                  <a:pt x="196163" y="712334"/>
                  <a:pt x="224357" y="677282"/>
                  <a:pt x="259028" y="647310"/>
                </a:cubicBezTo>
                <a:lnTo>
                  <a:pt x="261695" y="646167"/>
                </a:lnTo>
                <a:lnTo>
                  <a:pt x="261314" y="643373"/>
                </a:lnTo>
                <a:lnTo>
                  <a:pt x="219023" y="648961"/>
                </a:lnTo>
                <a:cubicBezTo>
                  <a:pt x="167207" y="653914"/>
                  <a:pt x="85292" y="648326"/>
                  <a:pt x="35889" y="631435"/>
                </a:cubicBezTo>
                <a:cubicBezTo>
                  <a:pt x="23189" y="627117"/>
                  <a:pt x="17093" y="615941"/>
                  <a:pt x="20649" y="604511"/>
                </a:cubicBezTo>
                <a:cubicBezTo>
                  <a:pt x="24459" y="592192"/>
                  <a:pt x="36270" y="586350"/>
                  <a:pt x="49859" y="590795"/>
                </a:cubicBezTo>
                <a:cubicBezTo>
                  <a:pt x="90118" y="604130"/>
                  <a:pt x="162508" y="609464"/>
                  <a:pt x="204799" y="606924"/>
                </a:cubicBezTo>
                <a:cubicBezTo>
                  <a:pt x="246201" y="604384"/>
                  <a:pt x="285444" y="593970"/>
                  <a:pt x="322909" y="576190"/>
                </a:cubicBezTo>
                <a:lnTo>
                  <a:pt x="325703" y="574412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7" name="Google Shape;487;p16"/>
          <p:cNvGrpSpPr/>
          <p:nvPr/>
        </p:nvGrpSpPr>
        <p:grpSpPr>
          <a:xfrm>
            <a:off x="178004" y="7762777"/>
            <a:ext cx="720087" cy="727028"/>
            <a:chOff x="63500" y="63500"/>
            <a:chExt cx="1106805" cy="1117473"/>
          </a:xfrm>
        </p:grpSpPr>
        <p:sp>
          <p:nvSpPr>
            <p:cNvPr id="488" name="Google Shape;488;p16"/>
            <p:cNvSpPr/>
            <p:nvPr/>
          </p:nvSpPr>
          <p:spPr>
            <a:xfrm>
              <a:off x="452417" y="519747"/>
              <a:ext cx="530803" cy="322500"/>
            </a:xfrm>
            <a:custGeom>
              <a:rect b="b" l="l" r="r" t="t"/>
              <a:pathLst>
                <a:path extrusionOk="0" h="322500" w="530803">
                  <a:moveTo>
                    <a:pt x="300693" y="277051"/>
                  </a:moveTo>
                  <a:cubicBezTo>
                    <a:pt x="338031" y="274765"/>
                    <a:pt x="374099" y="269558"/>
                    <a:pt x="406738" y="250635"/>
                  </a:cubicBezTo>
                  <a:cubicBezTo>
                    <a:pt x="451950" y="224473"/>
                    <a:pt x="478747" y="185357"/>
                    <a:pt x="487637" y="133922"/>
                  </a:cubicBezTo>
                  <a:lnTo>
                    <a:pt x="488653" y="127064"/>
                  </a:lnTo>
                  <a:cubicBezTo>
                    <a:pt x="491828" y="110046"/>
                    <a:pt x="500845" y="103061"/>
                    <a:pt x="513418" y="104839"/>
                  </a:cubicBezTo>
                  <a:cubicBezTo>
                    <a:pt x="526372" y="106617"/>
                    <a:pt x="532087" y="114999"/>
                    <a:pt x="530563" y="129731"/>
                  </a:cubicBezTo>
                  <a:cubicBezTo>
                    <a:pt x="520657" y="223330"/>
                    <a:pt x="456014" y="297117"/>
                    <a:pt x="363304" y="316167"/>
                  </a:cubicBezTo>
                  <a:cubicBezTo>
                    <a:pt x="285961" y="332169"/>
                    <a:pt x="212555" y="317183"/>
                    <a:pt x="144229" y="278702"/>
                  </a:cubicBezTo>
                  <a:cubicBezTo>
                    <a:pt x="94191" y="250508"/>
                    <a:pt x="51138" y="214186"/>
                    <a:pt x="22817" y="162878"/>
                  </a:cubicBezTo>
                  <a:cubicBezTo>
                    <a:pt x="11768" y="142812"/>
                    <a:pt x="1608" y="121984"/>
                    <a:pt x="211" y="98489"/>
                  </a:cubicBezTo>
                  <a:cubicBezTo>
                    <a:pt x="-1948" y="59881"/>
                    <a:pt x="12403" y="29020"/>
                    <a:pt x="47455" y="10732"/>
                  </a:cubicBezTo>
                  <a:cubicBezTo>
                    <a:pt x="82634" y="-7683"/>
                    <a:pt x="115781" y="-1587"/>
                    <a:pt x="146134" y="22797"/>
                  </a:cubicBezTo>
                  <a:lnTo>
                    <a:pt x="170391" y="44260"/>
                  </a:lnTo>
                  <a:cubicBezTo>
                    <a:pt x="180932" y="55055"/>
                    <a:pt x="179789" y="65469"/>
                    <a:pt x="167978" y="76518"/>
                  </a:cubicBezTo>
                  <a:cubicBezTo>
                    <a:pt x="158072" y="85789"/>
                    <a:pt x="149817" y="85281"/>
                    <a:pt x="139149" y="74359"/>
                  </a:cubicBezTo>
                  <a:lnTo>
                    <a:pt x="120734" y="55055"/>
                  </a:lnTo>
                  <a:cubicBezTo>
                    <a:pt x="104097" y="40577"/>
                    <a:pt x="85301" y="37783"/>
                    <a:pt x="69807" y="46673"/>
                  </a:cubicBezTo>
                  <a:cubicBezTo>
                    <a:pt x="50503" y="57722"/>
                    <a:pt x="41232" y="77407"/>
                    <a:pt x="45042" y="99124"/>
                  </a:cubicBezTo>
                  <a:cubicBezTo>
                    <a:pt x="49487" y="123635"/>
                    <a:pt x="61044" y="144717"/>
                    <a:pt x="77046" y="163132"/>
                  </a:cubicBezTo>
                  <a:cubicBezTo>
                    <a:pt x="119972" y="212789"/>
                    <a:pt x="170391" y="251651"/>
                    <a:pt x="235542" y="267145"/>
                  </a:cubicBezTo>
                  <a:lnTo>
                    <a:pt x="300439" y="27705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16"/>
            <p:cNvSpPr/>
            <p:nvPr/>
          </p:nvSpPr>
          <p:spPr>
            <a:xfrm>
              <a:off x="277098" y="401210"/>
              <a:ext cx="478944" cy="315717"/>
            </a:xfrm>
            <a:custGeom>
              <a:rect b="b" l="l" r="r" t="t"/>
              <a:pathLst>
                <a:path extrusionOk="0" h="315717" w="478944">
                  <a:moveTo>
                    <a:pt x="178959" y="42020"/>
                  </a:moveTo>
                  <a:cubicBezTo>
                    <a:pt x="134890" y="42147"/>
                    <a:pt x="93996" y="51418"/>
                    <a:pt x="58817" y="79104"/>
                  </a:cubicBezTo>
                  <a:lnTo>
                    <a:pt x="38370" y="97773"/>
                  </a:lnTo>
                  <a:cubicBezTo>
                    <a:pt x="26813" y="108314"/>
                    <a:pt x="16780" y="108695"/>
                    <a:pt x="7382" y="99297"/>
                  </a:cubicBezTo>
                  <a:cubicBezTo>
                    <a:pt x="-2397" y="89518"/>
                    <a:pt x="-2651" y="79485"/>
                    <a:pt x="7763" y="68182"/>
                  </a:cubicBezTo>
                  <a:cubicBezTo>
                    <a:pt x="43196" y="30082"/>
                    <a:pt x="86757" y="6333"/>
                    <a:pt x="138446" y="1634"/>
                  </a:cubicBezTo>
                  <a:cubicBezTo>
                    <a:pt x="257191" y="-9161"/>
                    <a:pt x="354600" y="33765"/>
                    <a:pt x="431816" y="123554"/>
                  </a:cubicBezTo>
                  <a:cubicBezTo>
                    <a:pt x="452009" y="147049"/>
                    <a:pt x="469281" y="172322"/>
                    <a:pt x="476520" y="203564"/>
                  </a:cubicBezTo>
                  <a:cubicBezTo>
                    <a:pt x="485283" y="241410"/>
                    <a:pt x="469662" y="285352"/>
                    <a:pt x="439690" y="303894"/>
                  </a:cubicBezTo>
                  <a:cubicBezTo>
                    <a:pt x="408702" y="323071"/>
                    <a:pt x="361204" y="318499"/>
                    <a:pt x="331486" y="293226"/>
                  </a:cubicBezTo>
                  <a:lnTo>
                    <a:pt x="310404" y="272652"/>
                  </a:lnTo>
                  <a:cubicBezTo>
                    <a:pt x="299355" y="259444"/>
                    <a:pt x="304308" y="242680"/>
                    <a:pt x="320564" y="236330"/>
                  </a:cubicBezTo>
                  <a:lnTo>
                    <a:pt x="334788" y="236711"/>
                  </a:lnTo>
                  <a:cubicBezTo>
                    <a:pt x="348250" y="249411"/>
                    <a:pt x="355489" y="257539"/>
                    <a:pt x="363998" y="264016"/>
                  </a:cubicBezTo>
                  <a:cubicBezTo>
                    <a:pt x="378349" y="274938"/>
                    <a:pt x="394224" y="278494"/>
                    <a:pt x="411369" y="269985"/>
                  </a:cubicBezTo>
                  <a:cubicBezTo>
                    <a:pt x="428768" y="261349"/>
                    <a:pt x="435245" y="246871"/>
                    <a:pt x="436134" y="228075"/>
                  </a:cubicBezTo>
                  <a:cubicBezTo>
                    <a:pt x="436896" y="212073"/>
                    <a:pt x="433086" y="197595"/>
                    <a:pt x="424577" y="184514"/>
                  </a:cubicBezTo>
                  <a:cubicBezTo>
                    <a:pt x="366538" y="95995"/>
                    <a:pt x="286528" y="45068"/>
                    <a:pt x="179086" y="417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16"/>
            <p:cNvSpPr/>
            <p:nvPr/>
          </p:nvSpPr>
          <p:spPr>
            <a:xfrm>
              <a:off x="325981" y="253551"/>
              <a:ext cx="447026" cy="241876"/>
            </a:xfrm>
            <a:custGeom>
              <a:rect b="b" l="l" r="r" t="t"/>
              <a:pathLst>
                <a:path extrusionOk="0" h="241876" w="447026">
                  <a:moveTo>
                    <a:pt x="98072" y="40962"/>
                  </a:moveTo>
                  <a:lnTo>
                    <a:pt x="39652" y="52138"/>
                  </a:lnTo>
                  <a:cubicBezTo>
                    <a:pt x="34953" y="53027"/>
                    <a:pt x="30508" y="54932"/>
                    <a:pt x="25936" y="55948"/>
                  </a:cubicBezTo>
                  <a:cubicBezTo>
                    <a:pt x="13236" y="58615"/>
                    <a:pt x="5743" y="54551"/>
                    <a:pt x="1806" y="43375"/>
                  </a:cubicBezTo>
                  <a:cubicBezTo>
                    <a:pt x="-2385" y="31564"/>
                    <a:pt x="536" y="21277"/>
                    <a:pt x="12474" y="17594"/>
                  </a:cubicBezTo>
                  <a:lnTo>
                    <a:pt x="77117" y="2227"/>
                  </a:lnTo>
                  <a:cubicBezTo>
                    <a:pt x="140236" y="-6663"/>
                    <a:pt x="198021" y="12133"/>
                    <a:pt x="253647" y="39692"/>
                  </a:cubicBezTo>
                  <a:cubicBezTo>
                    <a:pt x="327053" y="76014"/>
                    <a:pt x="390045" y="125036"/>
                    <a:pt x="436019" y="193870"/>
                  </a:cubicBezTo>
                  <a:lnTo>
                    <a:pt x="443766" y="206316"/>
                  </a:lnTo>
                  <a:cubicBezTo>
                    <a:pt x="449735" y="221683"/>
                    <a:pt x="447068" y="229303"/>
                    <a:pt x="439321" y="234764"/>
                  </a:cubicBezTo>
                  <a:lnTo>
                    <a:pt x="423192" y="241876"/>
                  </a:lnTo>
                  <a:cubicBezTo>
                    <a:pt x="410111" y="230954"/>
                    <a:pt x="405412" y="225112"/>
                    <a:pt x="401348" y="219143"/>
                  </a:cubicBezTo>
                  <a:cubicBezTo>
                    <a:pt x="340769" y="129862"/>
                    <a:pt x="256187" y="75379"/>
                    <a:pt x="152809" y="48963"/>
                  </a:cubicBezTo>
                  <a:lnTo>
                    <a:pt x="98072" y="4096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16"/>
            <p:cNvSpPr/>
            <p:nvPr/>
          </p:nvSpPr>
          <p:spPr>
            <a:xfrm>
              <a:off x="432969" y="743106"/>
              <a:ext cx="446193" cy="239366"/>
            </a:xfrm>
            <a:custGeom>
              <a:rect b="b" l="l" r="r" t="t"/>
              <a:pathLst>
                <a:path extrusionOk="0" h="239366" w="446193">
                  <a:moveTo>
                    <a:pt x="348081" y="239366"/>
                  </a:moveTo>
                  <a:cubicBezTo>
                    <a:pt x="272389" y="237842"/>
                    <a:pt x="205206" y="214601"/>
                    <a:pt x="143738" y="174342"/>
                  </a:cubicBezTo>
                  <a:cubicBezTo>
                    <a:pt x="90525" y="139544"/>
                    <a:pt x="43281" y="98269"/>
                    <a:pt x="9118" y="43659"/>
                  </a:cubicBezTo>
                  <a:lnTo>
                    <a:pt x="3530" y="34261"/>
                  </a:lnTo>
                  <a:cubicBezTo>
                    <a:pt x="-3074" y="17497"/>
                    <a:pt x="-153" y="8988"/>
                    <a:pt x="10134" y="3400"/>
                  </a:cubicBezTo>
                  <a:cubicBezTo>
                    <a:pt x="20675" y="-2442"/>
                    <a:pt x="29057" y="-918"/>
                    <a:pt x="36804" y="9242"/>
                  </a:cubicBezTo>
                  <a:lnTo>
                    <a:pt x="79349" y="65503"/>
                  </a:lnTo>
                  <a:cubicBezTo>
                    <a:pt x="139928" y="131289"/>
                    <a:pt x="213080" y="176755"/>
                    <a:pt x="301472" y="195170"/>
                  </a:cubicBezTo>
                  <a:cubicBezTo>
                    <a:pt x="330301" y="201139"/>
                    <a:pt x="359003" y="198853"/>
                    <a:pt x="387705" y="193392"/>
                  </a:cubicBezTo>
                  <a:lnTo>
                    <a:pt x="422630" y="188820"/>
                  </a:lnTo>
                  <a:cubicBezTo>
                    <a:pt x="436473" y="188312"/>
                    <a:pt x="444474" y="194281"/>
                    <a:pt x="445871" y="203806"/>
                  </a:cubicBezTo>
                  <a:cubicBezTo>
                    <a:pt x="447649" y="214601"/>
                    <a:pt x="442061" y="224888"/>
                    <a:pt x="429107" y="228190"/>
                  </a:cubicBezTo>
                  <a:lnTo>
                    <a:pt x="374751" y="237588"/>
                  </a:lnTo>
                  <a:cubicBezTo>
                    <a:pt x="365353" y="238985"/>
                    <a:pt x="355701" y="238731"/>
                    <a:pt x="347700" y="23923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16"/>
            <p:cNvSpPr/>
            <p:nvPr/>
          </p:nvSpPr>
          <p:spPr>
            <a:xfrm>
              <a:off x="323596" y="590075"/>
              <a:ext cx="131850" cy="329767"/>
            </a:xfrm>
            <a:custGeom>
              <a:rect b="b" l="l" r="r" t="t"/>
              <a:pathLst>
                <a:path extrusionOk="0" h="329767" w="131850">
                  <a:moveTo>
                    <a:pt x="127" y="115156"/>
                  </a:moveTo>
                  <a:cubicBezTo>
                    <a:pt x="4318" y="74643"/>
                    <a:pt x="11938" y="39210"/>
                    <a:pt x="36830" y="10000"/>
                  </a:cubicBezTo>
                  <a:cubicBezTo>
                    <a:pt x="47117" y="-2065"/>
                    <a:pt x="57277" y="-2954"/>
                    <a:pt x="68326" y="5936"/>
                  </a:cubicBezTo>
                  <a:lnTo>
                    <a:pt x="77724" y="19271"/>
                  </a:lnTo>
                  <a:cubicBezTo>
                    <a:pt x="73152" y="30701"/>
                    <a:pt x="71882" y="33368"/>
                    <a:pt x="70104" y="35527"/>
                  </a:cubicBezTo>
                  <a:cubicBezTo>
                    <a:pt x="44958" y="67023"/>
                    <a:pt x="42545" y="102837"/>
                    <a:pt x="50038" y="140556"/>
                  </a:cubicBezTo>
                  <a:cubicBezTo>
                    <a:pt x="60325" y="191737"/>
                    <a:pt x="83820" y="236822"/>
                    <a:pt x="114427" y="278605"/>
                  </a:cubicBezTo>
                  <a:lnTo>
                    <a:pt x="122936" y="288892"/>
                  </a:lnTo>
                  <a:cubicBezTo>
                    <a:pt x="135509" y="306164"/>
                    <a:pt x="134112" y="316451"/>
                    <a:pt x="122936" y="325087"/>
                  </a:cubicBezTo>
                  <a:cubicBezTo>
                    <a:pt x="112776" y="332834"/>
                    <a:pt x="103632" y="330929"/>
                    <a:pt x="94234" y="319626"/>
                  </a:cubicBezTo>
                  <a:cubicBezTo>
                    <a:pt x="56134" y="273906"/>
                    <a:pt x="26289" y="223487"/>
                    <a:pt x="9906" y="166083"/>
                  </a:cubicBezTo>
                  <a:lnTo>
                    <a:pt x="0" y="11515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16"/>
            <p:cNvSpPr/>
            <p:nvPr/>
          </p:nvSpPr>
          <p:spPr>
            <a:xfrm>
              <a:off x="747631" y="315829"/>
              <a:ext cx="131971" cy="331109"/>
            </a:xfrm>
            <a:custGeom>
              <a:rect b="b" l="l" r="r" t="t"/>
              <a:pathLst>
                <a:path extrusionOk="0" h="331109" w="131971">
                  <a:moveTo>
                    <a:pt x="131844" y="224556"/>
                  </a:moveTo>
                  <a:cubicBezTo>
                    <a:pt x="133114" y="259862"/>
                    <a:pt x="121557" y="290596"/>
                    <a:pt x="101745" y="318663"/>
                  </a:cubicBezTo>
                  <a:lnTo>
                    <a:pt x="88918" y="331109"/>
                  </a:lnTo>
                  <a:cubicBezTo>
                    <a:pt x="61867" y="324251"/>
                    <a:pt x="56152" y="310281"/>
                    <a:pt x="65931" y="295930"/>
                  </a:cubicBezTo>
                  <a:cubicBezTo>
                    <a:pt x="87648" y="263926"/>
                    <a:pt x="94252" y="228747"/>
                    <a:pt x="86759" y="191155"/>
                  </a:cubicBezTo>
                  <a:cubicBezTo>
                    <a:pt x="79647" y="155595"/>
                    <a:pt x="66566" y="122067"/>
                    <a:pt x="47135" y="91460"/>
                  </a:cubicBezTo>
                  <a:lnTo>
                    <a:pt x="6749" y="37104"/>
                  </a:lnTo>
                  <a:cubicBezTo>
                    <a:pt x="-2014" y="25547"/>
                    <a:pt x="-2395" y="16276"/>
                    <a:pt x="6495" y="7259"/>
                  </a:cubicBezTo>
                  <a:cubicBezTo>
                    <a:pt x="15766" y="-2012"/>
                    <a:pt x="27069" y="-2774"/>
                    <a:pt x="35832" y="7132"/>
                  </a:cubicBezTo>
                  <a:cubicBezTo>
                    <a:pt x="90823" y="69616"/>
                    <a:pt x="129939" y="139212"/>
                    <a:pt x="131971" y="22455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16"/>
            <p:cNvSpPr/>
            <p:nvPr/>
          </p:nvSpPr>
          <p:spPr>
            <a:xfrm>
              <a:off x="63500" y="289687"/>
              <a:ext cx="167132" cy="166624"/>
            </a:xfrm>
            <a:custGeom>
              <a:rect b="b" l="l" r="r" t="t"/>
              <a:pathLst>
                <a:path extrusionOk="0" h="166624" w="167132">
                  <a:moveTo>
                    <a:pt x="167132" y="98171"/>
                  </a:moveTo>
                  <a:lnTo>
                    <a:pt x="117856" y="115062"/>
                  </a:lnTo>
                  <a:cubicBezTo>
                    <a:pt x="111760" y="117475"/>
                    <a:pt x="105791" y="121793"/>
                    <a:pt x="101346" y="126746"/>
                  </a:cubicBezTo>
                  <a:lnTo>
                    <a:pt x="68961" y="166624"/>
                  </a:lnTo>
                  <a:cubicBezTo>
                    <a:pt x="64135" y="152908"/>
                    <a:pt x="58928" y="140843"/>
                    <a:pt x="55880" y="128270"/>
                  </a:cubicBezTo>
                  <a:cubicBezTo>
                    <a:pt x="52324" y="113538"/>
                    <a:pt x="44577" y="102743"/>
                    <a:pt x="32258" y="94107"/>
                  </a:cubicBezTo>
                  <a:lnTo>
                    <a:pt x="0" y="68707"/>
                  </a:lnTo>
                  <a:cubicBezTo>
                    <a:pt x="16637" y="63119"/>
                    <a:pt x="31369" y="57658"/>
                    <a:pt x="46355" y="53213"/>
                  </a:cubicBezTo>
                  <a:cubicBezTo>
                    <a:pt x="55372" y="50546"/>
                    <a:pt x="62103" y="45974"/>
                    <a:pt x="67564" y="38481"/>
                  </a:cubicBezTo>
                  <a:lnTo>
                    <a:pt x="98171" y="0"/>
                  </a:lnTo>
                  <a:cubicBezTo>
                    <a:pt x="103759" y="16383"/>
                    <a:pt x="109474" y="31242"/>
                    <a:pt x="113792" y="46355"/>
                  </a:cubicBezTo>
                  <a:cubicBezTo>
                    <a:pt x="116459" y="55753"/>
                    <a:pt x="121666" y="62484"/>
                    <a:pt x="129413" y="68199"/>
                  </a:cubicBezTo>
                  <a:lnTo>
                    <a:pt x="167132" y="9817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16"/>
            <p:cNvSpPr/>
            <p:nvPr/>
          </p:nvSpPr>
          <p:spPr>
            <a:xfrm>
              <a:off x="551434" y="1033653"/>
              <a:ext cx="146939" cy="147320"/>
            </a:xfrm>
            <a:custGeom>
              <a:rect b="b" l="l" r="r" t="t"/>
              <a:pathLst>
                <a:path extrusionOk="0" h="147320" w="146939">
                  <a:moveTo>
                    <a:pt x="60452" y="147320"/>
                  </a:moveTo>
                  <a:lnTo>
                    <a:pt x="46990" y="107188"/>
                  </a:lnTo>
                  <a:cubicBezTo>
                    <a:pt x="44450" y="98933"/>
                    <a:pt x="40386" y="92583"/>
                    <a:pt x="33401" y="87376"/>
                  </a:cubicBezTo>
                  <a:lnTo>
                    <a:pt x="0" y="60706"/>
                  </a:lnTo>
                  <a:cubicBezTo>
                    <a:pt x="15875" y="55245"/>
                    <a:pt x="30226" y="50673"/>
                    <a:pt x="44323" y="45212"/>
                  </a:cubicBezTo>
                  <a:lnTo>
                    <a:pt x="53721" y="40132"/>
                  </a:lnTo>
                  <a:cubicBezTo>
                    <a:pt x="66802" y="25019"/>
                    <a:pt x="75819" y="13208"/>
                    <a:pt x="86360" y="0"/>
                  </a:cubicBezTo>
                  <a:lnTo>
                    <a:pt x="101346" y="43180"/>
                  </a:lnTo>
                  <a:cubicBezTo>
                    <a:pt x="103378" y="48514"/>
                    <a:pt x="106934" y="53721"/>
                    <a:pt x="111252" y="57531"/>
                  </a:cubicBezTo>
                  <a:lnTo>
                    <a:pt x="146939" y="86487"/>
                  </a:lnTo>
                  <a:cubicBezTo>
                    <a:pt x="130683" y="92075"/>
                    <a:pt x="115951" y="96901"/>
                    <a:pt x="101346" y="102235"/>
                  </a:cubicBezTo>
                  <a:lnTo>
                    <a:pt x="93472" y="106426"/>
                  </a:lnTo>
                  <a:cubicBezTo>
                    <a:pt x="80772" y="121412"/>
                    <a:pt x="71247" y="133604"/>
                    <a:pt x="60325" y="1470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16"/>
            <p:cNvSpPr/>
            <p:nvPr/>
          </p:nvSpPr>
          <p:spPr>
            <a:xfrm>
              <a:off x="922147" y="305181"/>
              <a:ext cx="122174" cy="121793"/>
            </a:xfrm>
            <a:custGeom>
              <a:rect b="b" l="l" r="r" t="t"/>
              <a:pathLst>
                <a:path extrusionOk="0" h="121793" w="122174">
                  <a:moveTo>
                    <a:pt x="71882" y="0"/>
                  </a:moveTo>
                  <a:cubicBezTo>
                    <a:pt x="77343" y="32258"/>
                    <a:pt x="94361" y="55118"/>
                    <a:pt x="122174" y="71628"/>
                  </a:cubicBezTo>
                  <a:cubicBezTo>
                    <a:pt x="89916" y="77216"/>
                    <a:pt x="66548" y="93345"/>
                    <a:pt x="50546" y="121793"/>
                  </a:cubicBezTo>
                  <a:cubicBezTo>
                    <a:pt x="44704" y="89408"/>
                    <a:pt x="28448" y="66167"/>
                    <a:pt x="0" y="50038"/>
                  </a:cubicBezTo>
                  <a:cubicBezTo>
                    <a:pt x="31877" y="44069"/>
                    <a:pt x="55499" y="28448"/>
                    <a:pt x="7200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16"/>
            <p:cNvSpPr/>
            <p:nvPr/>
          </p:nvSpPr>
          <p:spPr>
            <a:xfrm>
              <a:off x="1059053" y="717042"/>
              <a:ext cx="111252" cy="108712"/>
            </a:xfrm>
            <a:custGeom>
              <a:rect b="b" l="l" r="r" t="t"/>
              <a:pathLst>
                <a:path extrusionOk="0" h="108712" w="111252">
                  <a:moveTo>
                    <a:pt x="111125" y="46482"/>
                  </a:moveTo>
                  <a:lnTo>
                    <a:pt x="85598" y="66802"/>
                  </a:lnTo>
                  <a:cubicBezTo>
                    <a:pt x="83185" y="68961"/>
                    <a:pt x="81280" y="73025"/>
                    <a:pt x="81280" y="76200"/>
                  </a:cubicBezTo>
                  <a:lnTo>
                    <a:pt x="82550" y="108712"/>
                  </a:lnTo>
                  <a:cubicBezTo>
                    <a:pt x="75184" y="103886"/>
                    <a:pt x="68326" y="100457"/>
                    <a:pt x="62992" y="95631"/>
                  </a:cubicBezTo>
                  <a:cubicBezTo>
                    <a:pt x="54483" y="88011"/>
                    <a:pt x="46101" y="87503"/>
                    <a:pt x="36195" y="92710"/>
                  </a:cubicBezTo>
                  <a:lnTo>
                    <a:pt x="22987" y="98044"/>
                  </a:lnTo>
                  <a:cubicBezTo>
                    <a:pt x="17653" y="89789"/>
                    <a:pt x="20955" y="80645"/>
                    <a:pt x="22733" y="71120"/>
                  </a:cubicBezTo>
                  <a:lnTo>
                    <a:pt x="22352" y="61849"/>
                  </a:lnTo>
                  <a:cubicBezTo>
                    <a:pt x="14732" y="50419"/>
                    <a:pt x="8128" y="43180"/>
                    <a:pt x="0" y="33020"/>
                  </a:cubicBezTo>
                  <a:lnTo>
                    <a:pt x="31877" y="32766"/>
                  </a:lnTo>
                  <a:cubicBezTo>
                    <a:pt x="35814" y="32385"/>
                    <a:pt x="40640" y="29591"/>
                    <a:pt x="43180" y="26416"/>
                  </a:cubicBezTo>
                  <a:lnTo>
                    <a:pt x="60579" y="0"/>
                  </a:lnTo>
                  <a:cubicBezTo>
                    <a:pt x="64643" y="11176"/>
                    <a:pt x="68326" y="20066"/>
                    <a:pt x="71120" y="29337"/>
                  </a:cubicBezTo>
                  <a:lnTo>
                    <a:pt x="76073" y="37465"/>
                  </a:lnTo>
                  <a:cubicBezTo>
                    <a:pt x="90805" y="40767"/>
                    <a:pt x="99949" y="43561"/>
                    <a:pt x="111252" y="4660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16"/>
            <p:cNvSpPr/>
            <p:nvPr/>
          </p:nvSpPr>
          <p:spPr>
            <a:xfrm>
              <a:off x="174625" y="738378"/>
              <a:ext cx="111125" cy="109093"/>
            </a:xfrm>
            <a:custGeom>
              <a:rect b="b" l="l" r="r" t="t"/>
              <a:pathLst>
                <a:path extrusionOk="0" h="109093" w="111125">
                  <a:moveTo>
                    <a:pt x="60452" y="0"/>
                  </a:moveTo>
                  <a:lnTo>
                    <a:pt x="70358" y="27686"/>
                  </a:lnTo>
                  <a:cubicBezTo>
                    <a:pt x="72263" y="34163"/>
                    <a:pt x="75565" y="37719"/>
                    <a:pt x="82550" y="38989"/>
                  </a:cubicBezTo>
                  <a:lnTo>
                    <a:pt x="111125" y="46609"/>
                  </a:lnTo>
                  <a:cubicBezTo>
                    <a:pt x="101854" y="53848"/>
                    <a:pt x="93726" y="59309"/>
                    <a:pt x="86741" y="65913"/>
                  </a:cubicBezTo>
                  <a:lnTo>
                    <a:pt x="81534" y="73660"/>
                  </a:lnTo>
                  <a:cubicBezTo>
                    <a:pt x="80899" y="87376"/>
                    <a:pt x="81915" y="97155"/>
                    <a:pt x="82550" y="109093"/>
                  </a:cubicBezTo>
                  <a:lnTo>
                    <a:pt x="56134" y="91567"/>
                  </a:lnTo>
                  <a:cubicBezTo>
                    <a:pt x="52832" y="89662"/>
                    <a:pt x="47752" y="89154"/>
                    <a:pt x="44196" y="90297"/>
                  </a:cubicBezTo>
                  <a:lnTo>
                    <a:pt x="14605" y="101346"/>
                  </a:lnTo>
                  <a:cubicBezTo>
                    <a:pt x="17653" y="90170"/>
                    <a:pt x="20955" y="80772"/>
                    <a:pt x="22733" y="71120"/>
                  </a:cubicBezTo>
                  <a:lnTo>
                    <a:pt x="22479" y="61849"/>
                  </a:lnTo>
                  <a:cubicBezTo>
                    <a:pt x="14859" y="50419"/>
                    <a:pt x="8255" y="43180"/>
                    <a:pt x="0" y="33020"/>
                  </a:cubicBezTo>
                  <a:lnTo>
                    <a:pt x="32004" y="32766"/>
                  </a:lnTo>
                  <a:cubicBezTo>
                    <a:pt x="35941" y="32385"/>
                    <a:pt x="40767" y="29718"/>
                    <a:pt x="43180" y="26543"/>
                  </a:cubicBezTo>
                  <a:lnTo>
                    <a:pt x="60452" y="25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16"/>
            <p:cNvSpPr/>
            <p:nvPr/>
          </p:nvSpPr>
          <p:spPr>
            <a:xfrm>
              <a:off x="456438" y="63500"/>
              <a:ext cx="108331" cy="109093"/>
            </a:xfrm>
            <a:custGeom>
              <a:rect b="b" l="l" r="r" t="t"/>
              <a:pathLst>
                <a:path extrusionOk="0" h="109093" w="108331">
                  <a:moveTo>
                    <a:pt x="11557" y="101092"/>
                  </a:moveTo>
                  <a:lnTo>
                    <a:pt x="20320" y="70358"/>
                  </a:lnTo>
                  <a:cubicBezTo>
                    <a:pt x="21082" y="66675"/>
                    <a:pt x="19939" y="61595"/>
                    <a:pt x="17780" y="58547"/>
                  </a:cubicBezTo>
                  <a:lnTo>
                    <a:pt x="0" y="32893"/>
                  </a:lnTo>
                  <a:cubicBezTo>
                    <a:pt x="9652" y="32893"/>
                    <a:pt x="19304" y="33528"/>
                    <a:pt x="28702" y="32639"/>
                  </a:cubicBezTo>
                  <a:lnTo>
                    <a:pt x="37973" y="29337"/>
                  </a:lnTo>
                  <a:cubicBezTo>
                    <a:pt x="46736" y="18288"/>
                    <a:pt x="51562" y="9779"/>
                    <a:pt x="57912" y="0"/>
                  </a:cubicBezTo>
                  <a:lnTo>
                    <a:pt x="68834" y="29210"/>
                  </a:lnTo>
                  <a:cubicBezTo>
                    <a:pt x="70612" y="32893"/>
                    <a:pt x="74549" y="36576"/>
                    <a:pt x="78232" y="37973"/>
                  </a:cubicBezTo>
                  <a:lnTo>
                    <a:pt x="108331" y="46355"/>
                  </a:lnTo>
                  <a:cubicBezTo>
                    <a:pt x="99314" y="53467"/>
                    <a:pt x="91948" y="59817"/>
                    <a:pt x="84074" y="65405"/>
                  </a:cubicBezTo>
                  <a:lnTo>
                    <a:pt x="77724" y="72517"/>
                  </a:lnTo>
                  <a:cubicBezTo>
                    <a:pt x="79121" y="87630"/>
                    <a:pt x="79375" y="97155"/>
                    <a:pt x="80010" y="109093"/>
                  </a:cubicBezTo>
                  <a:lnTo>
                    <a:pt x="53848" y="91567"/>
                  </a:lnTo>
                  <a:cubicBezTo>
                    <a:pt x="50292" y="89662"/>
                    <a:pt x="44958" y="89027"/>
                    <a:pt x="41021" y="90170"/>
                  </a:cubicBezTo>
                  <a:lnTo>
                    <a:pt x="11684" y="10109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16"/>
            <p:cNvSpPr/>
            <p:nvPr/>
          </p:nvSpPr>
          <p:spPr>
            <a:xfrm>
              <a:off x="901227" y="881375"/>
              <a:ext cx="94960" cy="67696"/>
            </a:xfrm>
            <a:custGeom>
              <a:rect b="b" l="l" r="r" t="t"/>
              <a:pathLst>
                <a:path extrusionOk="0" h="67696" w="94960">
                  <a:moveTo>
                    <a:pt x="23587" y="67696"/>
                  </a:moveTo>
                  <a:cubicBezTo>
                    <a:pt x="11268" y="67442"/>
                    <a:pt x="3267" y="61346"/>
                    <a:pt x="854" y="52456"/>
                  </a:cubicBezTo>
                  <a:cubicBezTo>
                    <a:pt x="-1813" y="43058"/>
                    <a:pt x="1870" y="33279"/>
                    <a:pt x="10506" y="28707"/>
                  </a:cubicBezTo>
                  <a:lnTo>
                    <a:pt x="63338" y="2418"/>
                  </a:lnTo>
                  <a:cubicBezTo>
                    <a:pt x="72863" y="-2154"/>
                    <a:pt x="80356" y="-122"/>
                    <a:pt x="86325" y="7498"/>
                  </a:cubicBezTo>
                  <a:lnTo>
                    <a:pt x="94961" y="25532"/>
                  </a:lnTo>
                  <a:cubicBezTo>
                    <a:pt x="70450" y="51694"/>
                    <a:pt x="45558" y="59949"/>
                    <a:pt x="23587" y="675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16"/>
            <p:cNvSpPr/>
            <p:nvPr/>
          </p:nvSpPr>
          <p:spPr>
            <a:xfrm>
              <a:off x="641537" y="236171"/>
              <a:ext cx="88654" cy="73780"/>
            </a:xfrm>
            <a:custGeom>
              <a:rect b="b" l="l" r="r" t="t"/>
              <a:pathLst>
                <a:path extrusionOk="0" h="73780" w="88654">
                  <a:moveTo>
                    <a:pt x="23943" y="49"/>
                  </a:moveTo>
                  <a:lnTo>
                    <a:pt x="30547" y="1446"/>
                  </a:lnTo>
                  <a:cubicBezTo>
                    <a:pt x="50105" y="14781"/>
                    <a:pt x="66234" y="25449"/>
                    <a:pt x="81347" y="37514"/>
                  </a:cubicBezTo>
                  <a:cubicBezTo>
                    <a:pt x="90745" y="44880"/>
                    <a:pt x="90745" y="58088"/>
                    <a:pt x="83252" y="66597"/>
                  </a:cubicBezTo>
                  <a:cubicBezTo>
                    <a:pt x="75886" y="74979"/>
                    <a:pt x="64329" y="76122"/>
                    <a:pt x="54804" y="69518"/>
                  </a:cubicBezTo>
                  <a:lnTo>
                    <a:pt x="9592" y="37768"/>
                  </a:lnTo>
                  <a:cubicBezTo>
                    <a:pt x="1972" y="32307"/>
                    <a:pt x="-2219" y="25322"/>
                    <a:pt x="1210" y="15543"/>
                  </a:cubicBezTo>
                  <a:cubicBezTo>
                    <a:pt x="4893" y="5002"/>
                    <a:pt x="12005" y="-586"/>
                    <a:pt x="23943" y="4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16"/>
            <p:cNvSpPr/>
            <p:nvPr/>
          </p:nvSpPr>
          <p:spPr>
            <a:xfrm>
              <a:off x="464561" y="919978"/>
              <a:ext cx="45217" cy="45095"/>
            </a:xfrm>
            <a:custGeom>
              <a:rect b="b" l="l" r="r" t="t"/>
              <a:pathLst>
                <a:path extrusionOk="0" h="45095" w="45217">
                  <a:moveTo>
                    <a:pt x="5" y="22870"/>
                  </a:moveTo>
                  <a:cubicBezTo>
                    <a:pt x="-249" y="10551"/>
                    <a:pt x="9657" y="264"/>
                    <a:pt x="21976" y="10"/>
                  </a:cubicBezTo>
                  <a:cubicBezTo>
                    <a:pt x="34803" y="-371"/>
                    <a:pt x="45217" y="9789"/>
                    <a:pt x="45217" y="22616"/>
                  </a:cubicBezTo>
                  <a:cubicBezTo>
                    <a:pt x="45217" y="34808"/>
                    <a:pt x="34930" y="45095"/>
                    <a:pt x="22738" y="45095"/>
                  </a:cubicBezTo>
                  <a:cubicBezTo>
                    <a:pt x="10546" y="45095"/>
                    <a:pt x="259" y="35189"/>
                    <a:pt x="5" y="228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16"/>
            <p:cNvSpPr/>
            <p:nvPr/>
          </p:nvSpPr>
          <p:spPr>
            <a:xfrm>
              <a:off x="231892" y="520055"/>
              <a:ext cx="45224" cy="45097"/>
            </a:xfrm>
            <a:custGeom>
              <a:rect b="b" l="l" r="r" t="t"/>
              <a:pathLst>
                <a:path extrusionOk="0" h="45097" w="45224">
                  <a:moveTo>
                    <a:pt x="45222" y="22997"/>
                  </a:moveTo>
                  <a:cubicBezTo>
                    <a:pt x="44968" y="35570"/>
                    <a:pt x="35189" y="45222"/>
                    <a:pt x="22616" y="45095"/>
                  </a:cubicBezTo>
                  <a:cubicBezTo>
                    <a:pt x="9789" y="44968"/>
                    <a:pt x="-371" y="34554"/>
                    <a:pt x="10" y="21727"/>
                  </a:cubicBezTo>
                  <a:cubicBezTo>
                    <a:pt x="391" y="9662"/>
                    <a:pt x="11059" y="-371"/>
                    <a:pt x="23251" y="10"/>
                  </a:cubicBezTo>
                  <a:cubicBezTo>
                    <a:pt x="35697" y="391"/>
                    <a:pt x="45349" y="10551"/>
                    <a:pt x="45222" y="229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16"/>
            <p:cNvSpPr/>
            <p:nvPr/>
          </p:nvSpPr>
          <p:spPr>
            <a:xfrm>
              <a:off x="943355" y="559180"/>
              <a:ext cx="44959" cy="45224"/>
            </a:xfrm>
            <a:custGeom>
              <a:rect b="b" l="l" r="r" t="t"/>
              <a:pathLst>
                <a:path extrusionOk="0" h="45224" w="44959">
                  <a:moveTo>
                    <a:pt x="1" y="22099"/>
                  </a:moveTo>
                  <a:cubicBezTo>
                    <a:pt x="128" y="9653"/>
                    <a:pt x="10161" y="-126"/>
                    <a:pt x="22607" y="1"/>
                  </a:cubicBezTo>
                  <a:cubicBezTo>
                    <a:pt x="35053" y="128"/>
                    <a:pt x="44959" y="10034"/>
                    <a:pt x="44959" y="22480"/>
                  </a:cubicBezTo>
                  <a:cubicBezTo>
                    <a:pt x="44959" y="35434"/>
                    <a:pt x="34545" y="45594"/>
                    <a:pt x="21845" y="45213"/>
                  </a:cubicBezTo>
                  <a:cubicBezTo>
                    <a:pt x="9526" y="44832"/>
                    <a:pt x="-126" y="34672"/>
                    <a:pt x="1" y="222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16"/>
            <p:cNvSpPr/>
            <p:nvPr/>
          </p:nvSpPr>
          <p:spPr>
            <a:xfrm>
              <a:off x="773684" y="687705"/>
              <a:ext cx="60071" cy="58801"/>
            </a:xfrm>
            <a:custGeom>
              <a:rect b="b" l="l" r="r" t="t"/>
              <a:pathLst>
                <a:path extrusionOk="0" h="58801" w="60071">
                  <a:moveTo>
                    <a:pt x="7366" y="54737"/>
                  </a:moveTo>
                  <a:cubicBezTo>
                    <a:pt x="13589" y="40132"/>
                    <a:pt x="12065" y="28702"/>
                    <a:pt x="0" y="18796"/>
                  </a:cubicBezTo>
                  <a:cubicBezTo>
                    <a:pt x="14224" y="18796"/>
                    <a:pt x="26416" y="16891"/>
                    <a:pt x="30861" y="0"/>
                  </a:cubicBezTo>
                  <a:cubicBezTo>
                    <a:pt x="35052" y="14859"/>
                    <a:pt x="42164" y="24511"/>
                    <a:pt x="60071" y="23622"/>
                  </a:cubicBezTo>
                  <a:lnTo>
                    <a:pt x="46482" y="32893"/>
                  </a:lnTo>
                  <a:cubicBezTo>
                    <a:pt x="41783" y="43180"/>
                    <a:pt x="43688" y="50292"/>
                    <a:pt x="43688" y="58801"/>
                  </a:cubicBezTo>
                  <a:cubicBezTo>
                    <a:pt x="32258" y="49149"/>
                    <a:pt x="20955" y="43815"/>
                    <a:pt x="7366" y="547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16"/>
            <p:cNvSpPr/>
            <p:nvPr/>
          </p:nvSpPr>
          <p:spPr>
            <a:xfrm>
              <a:off x="622681" y="843280"/>
              <a:ext cx="37719" cy="37338"/>
            </a:xfrm>
            <a:custGeom>
              <a:rect b="b" l="l" r="r" t="t"/>
              <a:pathLst>
                <a:path extrusionOk="0" h="37338" w="37719">
                  <a:moveTo>
                    <a:pt x="37719" y="18669"/>
                  </a:moveTo>
                  <a:cubicBezTo>
                    <a:pt x="37719" y="28956"/>
                    <a:pt x="29210" y="37338"/>
                    <a:pt x="18796" y="37338"/>
                  </a:cubicBezTo>
                  <a:cubicBezTo>
                    <a:pt x="8255" y="37338"/>
                    <a:pt x="0" y="29083"/>
                    <a:pt x="0" y="18669"/>
                  </a:cubicBezTo>
                  <a:cubicBezTo>
                    <a:pt x="0" y="8255"/>
                    <a:pt x="8255" y="0"/>
                    <a:pt x="18796" y="0"/>
                  </a:cubicBezTo>
                  <a:cubicBezTo>
                    <a:pt x="29337" y="0"/>
                    <a:pt x="37719" y="8509"/>
                    <a:pt x="37719" y="186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16"/>
            <p:cNvSpPr/>
            <p:nvPr/>
          </p:nvSpPr>
          <p:spPr>
            <a:xfrm>
              <a:off x="449453" y="334264"/>
              <a:ext cx="42291" cy="42164"/>
            </a:xfrm>
            <a:custGeom>
              <a:rect b="b" l="l" r="r" t="t"/>
              <a:pathLst>
                <a:path extrusionOk="0" h="42164" w="42291">
                  <a:moveTo>
                    <a:pt x="24765" y="127"/>
                  </a:moveTo>
                  <a:lnTo>
                    <a:pt x="42291" y="24638"/>
                  </a:lnTo>
                  <a:cubicBezTo>
                    <a:pt x="34290" y="30226"/>
                    <a:pt x="25273" y="36576"/>
                    <a:pt x="17399" y="42164"/>
                  </a:cubicBezTo>
                  <a:lnTo>
                    <a:pt x="0" y="17145"/>
                  </a:lnTo>
                  <a:cubicBezTo>
                    <a:pt x="7620" y="11938"/>
                    <a:pt x="16510" y="5715"/>
                    <a:pt x="2476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8" name="Google Shape;508;p16"/>
          <p:cNvSpPr/>
          <p:nvPr/>
        </p:nvSpPr>
        <p:spPr>
          <a:xfrm>
            <a:off x="235748" y="1856293"/>
            <a:ext cx="605965" cy="614645"/>
          </a:xfrm>
          <a:custGeom>
            <a:rect b="b" l="l" r="r" t="t"/>
            <a:pathLst>
              <a:path extrusionOk="0" h="945607" w="932254">
                <a:moveTo>
                  <a:pt x="514905" y="852495"/>
                </a:moveTo>
                <a:cubicBezTo>
                  <a:pt x="497125" y="852622"/>
                  <a:pt x="483028" y="866592"/>
                  <a:pt x="483282" y="883991"/>
                </a:cubicBezTo>
                <a:cubicBezTo>
                  <a:pt x="483536" y="901390"/>
                  <a:pt x="498268" y="915614"/>
                  <a:pt x="515540" y="915360"/>
                </a:cubicBezTo>
                <a:cubicBezTo>
                  <a:pt x="532177" y="914979"/>
                  <a:pt x="546528" y="900120"/>
                  <a:pt x="546274" y="883483"/>
                </a:cubicBezTo>
                <a:cubicBezTo>
                  <a:pt x="546020" y="866211"/>
                  <a:pt x="532050" y="852495"/>
                  <a:pt x="514905" y="852622"/>
                </a:cubicBezTo>
                <a:moveTo>
                  <a:pt x="129714" y="852622"/>
                </a:moveTo>
                <a:cubicBezTo>
                  <a:pt x="111934" y="852622"/>
                  <a:pt x="97583" y="866465"/>
                  <a:pt x="97456" y="883737"/>
                </a:cubicBezTo>
                <a:cubicBezTo>
                  <a:pt x="97456" y="900501"/>
                  <a:pt x="112696" y="915614"/>
                  <a:pt x="129587" y="915487"/>
                </a:cubicBezTo>
                <a:cubicBezTo>
                  <a:pt x="146732" y="915360"/>
                  <a:pt x="160321" y="901390"/>
                  <a:pt x="160321" y="883864"/>
                </a:cubicBezTo>
                <a:cubicBezTo>
                  <a:pt x="160321" y="866084"/>
                  <a:pt x="147113" y="852622"/>
                  <a:pt x="129714" y="852622"/>
                </a:cubicBezTo>
                <a:moveTo>
                  <a:pt x="112188" y="562173"/>
                </a:moveTo>
                <a:cubicBezTo>
                  <a:pt x="112315" y="544901"/>
                  <a:pt x="98599" y="530931"/>
                  <a:pt x="81327" y="530677"/>
                </a:cubicBezTo>
                <a:cubicBezTo>
                  <a:pt x="64436" y="530423"/>
                  <a:pt x="49450" y="545282"/>
                  <a:pt x="49323" y="562427"/>
                </a:cubicBezTo>
                <a:cubicBezTo>
                  <a:pt x="49196" y="579191"/>
                  <a:pt x="63547" y="593288"/>
                  <a:pt x="80692" y="593415"/>
                </a:cubicBezTo>
                <a:cubicBezTo>
                  <a:pt x="98853" y="593542"/>
                  <a:pt x="112061" y="580334"/>
                  <a:pt x="112188" y="562046"/>
                </a:cubicBezTo>
                <a:moveTo>
                  <a:pt x="787066" y="95448"/>
                </a:moveTo>
                <a:cubicBezTo>
                  <a:pt x="805354" y="95448"/>
                  <a:pt x="818943" y="82367"/>
                  <a:pt x="819070" y="64460"/>
                </a:cubicBezTo>
                <a:cubicBezTo>
                  <a:pt x="819070" y="47315"/>
                  <a:pt x="805354" y="32837"/>
                  <a:pt x="788463" y="32583"/>
                </a:cubicBezTo>
                <a:cubicBezTo>
                  <a:pt x="771318" y="32329"/>
                  <a:pt x="756332" y="46934"/>
                  <a:pt x="756205" y="64079"/>
                </a:cubicBezTo>
                <a:cubicBezTo>
                  <a:pt x="756078" y="81224"/>
                  <a:pt x="770048" y="95448"/>
                  <a:pt x="787066" y="95448"/>
                </a:cubicBezTo>
                <a:moveTo>
                  <a:pt x="386254" y="95448"/>
                </a:moveTo>
                <a:cubicBezTo>
                  <a:pt x="403653" y="95448"/>
                  <a:pt x="417369" y="81986"/>
                  <a:pt x="417496" y="64714"/>
                </a:cubicBezTo>
                <a:cubicBezTo>
                  <a:pt x="417623" y="47061"/>
                  <a:pt x="403526" y="32710"/>
                  <a:pt x="386254" y="32710"/>
                </a:cubicBezTo>
                <a:cubicBezTo>
                  <a:pt x="369490" y="32710"/>
                  <a:pt x="355012" y="47061"/>
                  <a:pt x="354758" y="63825"/>
                </a:cubicBezTo>
                <a:cubicBezTo>
                  <a:pt x="354504" y="81351"/>
                  <a:pt x="368474" y="95448"/>
                  <a:pt x="386254" y="95448"/>
                </a:cubicBezTo>
                <a:moveTo>
                  <a:pt x="321865" y="691586"/>
                </a:moveTo>
                <a:cubicBezTo>
                  <a:pt x="304593" y="691713"/>
                  <a:pt x="289734" y="706699"/>
                  <a:pt x="290242" y="723590"/>
                </a:cubicBezTo>
                <a:cubicBezTo>
                  <a:pt x="290750" y="740481"/>
                  <a:pt x="305228" y="754578"/>
                  <a:pt x="321992" y="754451"/>
                </a:cubicBezTo>
                <a:cubicBezTo>
                  <a:pt x="339772" y="754324"/>
                  <a:pt x="353361" y="740354"/>
                  <a:pt x="353107" y="722574"/>
                </a:cubicBezTo>
                <a:cubicBezTo>
                  <a:pt x="352853" y="705302"/>
                  <a:pt x="338883" y="691459"/>
                  <a:pt x="321865" y="691713"/>
                </a:cubicBezTo>
                <a:moveTo>
                  <a:pt x="594026" y="545282"/>
                </a:moveTo>
                <a:cubicBezTo>
                  <a:pt x="612314" y="545409"/>
                  <a:pt x="626284" y="532201"/>
                  <a:pt x="626538" y="514675"/>
                </a:cubicBezTo>
                <a:cubicBezTo>
                  <a:pt x="626792" y="497530"/>
                  <a:pt x="612314" y="482671"/>
                  <a:pt x="595169" y="482544"/>
                </a:cubicBezTo>
                <a:cubicBezTo>
                  <a:pt x="578278" y="482290"/>
                  <a:pt x="563927" y="496514"/>
                  <a:pt x="563800" y="513532"/>
                </a:cubicBezTo>
                <a:cubicBezTo>
                  <a:pt x="563546" y="531185"/>
                  <a:pt x="576881" y="545155"/>
                  <a:pt x="594026" y="545282"/>
                </a:cubicBezTo>
                <a:moveTo>
                  <a:pt x="321992" y="402661"/>
                </a:moveTo>
                <a:cubicBezTo>
                  <a:pt x="295068" y="402407"/>
                  <a:pt x="275129" y="421965"/>
                  <a:pt x="274748" y="448635"/>
                </a:cubicBezTo>
                <a:cubicBezTo>
                  <a:pt x="274494" y="476829"/>
                  <a:pt x="293671" y="496768"/>
                  <a:pt x="321484" y="497022"/>
                </a:cubicBezTo>
                <a:cubicBezTo>
                  <a:pt x="348281" y="497276"/>
                  <a:pt x="369109" y="477464"/>
                  <a:pt x="369363" y="451429"/>
                </a:cubicBezTo>
                <a:cubicBezTo>
                  <a:pt x="369617" y="422854"/>
                  <a:pt x="350186" y="402788"/>
                  <a:pt x="321992" y="402534"/>
                </a:cubicBezTo>
                <a:moveTo>
                  <a:pt x="804465" y="674822"/>
                </a:moveTo>
                <a:cubicBezTo>
                  <a:pt x="804338" y="701238"/>
                  <a:pt x="825293" y="722320"/>
                  <a:pt x="851836" y="722574"/>
                </a:cubicBezTo>
                <a:cubicBezTo>
                  <a:pt x="878379" y="722828"/>
                  <a:pt x="899080" y="702254"/>
                  <a:pt x="899588" y="675203"/>
                </a:cubicBezTo>
                <a:cubicBezTo>
                  <a:pt x="900096" y="648914"/>
                  <a:pt x="879141" y="627324"/>
                  <a:pt x="852725" y="626943"/>
                </a:cubicBezTo>
                <a:cubicBezTo>
                  <a:pt x="825928" y="626562"/>
                  <a:pt x="804592" y="647771"/>
                  <a:pt x="804592" y="674822"/>
                </a:cubicBezTo>
                <a:moveTo>
                  <a:pt x="80819" y="240101"/>
                </a:moveTo>
                <a:cubicBezTo>
                  <a:pt x="108251" y="240101"/>
                  <a:pt x="128571" y="219781"/>
                  <a:pt x="128571" y="192222"/>
                </a:cubicBezTo>
                <a:cubicBezTo>
                  <a:pt x="128571" y="166060"/>
                  <a:pt x="107997" y="145486"/>
                  <a:pt x="81581" y="145486"/>
                </a:cubicBezTo>
                <a:cubicBezTo>
                  <a:pt x="53895" y="145359"/>
                  <a:pt x="33702" y="165171"/>
                  <a:pt x="33448" y="192857"/>
                </a:cubicBezTo>
                <a:cubicBezTo>
                  <a:pt x="33194" y="219527"/>
                  <a:pt x="53768" y="240101"/>
                  <a:pt x="80819" y="240101"/>
                </a:cubicBezTo>
                <a:moveTo>
                  <a:pt x="547290" y="224734"/>
                </a:moveTo>
                <a:cubicBezTo>
                  <a:pt x="547163" y="251150"/>
                  <a:pt x="568245" y="272613"/>
                  <a:pt x="594534" y="272613"/>
                </a:cubicBezTo>
                <a:cubicBezTo>
                  <a:pt x="621204" y="272740"/>
                  <a:pt x="643048" y="251023"/>
                  <a:pt x="642794" y="224480"/>
                </a:cubicBezTo>
                <a:cubicBezTo>
                  <a:pt x="642540" y="198572"/>
                  <a:pt x="621585" y="177363"/>
                  <a:pt x="595804" y="176982"/>
                </a:cubicBezTo>
                <a:cubicBezTo>
                  <a:pt x="569134" y="176601"/>
                  <a:pt x="547417" y="197937"/>
                  <a:pt x="547290" y="224607"/>
                </a:cubicBezTo>
                <a:moveTo>
                  <a:pt x="279574" y="772231"/>
                </a:moveTo>
                <a:lnTo>
                  <a:pt x="189785" y="849701"/>
                </a:lnTo>
                <a:cubicBezTo>
                  <a:pt x="188134" y="851098"/>
                  <a:pt x="188261" y="856178"/>
                  <a:pt x="189277" y="858972"/>
                </a:cubicBezTo>
                <a:cubicBezTo>
                  <a:pt x="201469" y="890468"/>
                  <a:pt x="189150" y="924631"/>
                  <a:pt x="160194" y="941014"/>
                </a:cubicBezTo>
                <a:cubicBezTo>
                  <a:pt x="148510" y="947618"/>
                  <a:pt x="136191" y="945078"/>
                  <a:pt x="124126" y="945332"/>
                </a:cubicBezTo>
                <a:cubicBezTo>
                  <a:pt x="95678" y="945713"/>
                  <a:pt x="71802" y="926536"/>
                  <a:pt x="66087" y="898850"/>
                </a:cubicBezTo>
                <a:cubicBezTo>
                  <a:pt x="60753" y="873196"/>
                  <a:pt x="67738" y="850971"/>
                  <a:pt x="88058" y="834207"/>
                </a:cubicBezTo>
                <a:cubicBezTo>
                  <a:pt x="109013" y="816935"/>
                  <a:pt x="132508" y="814776"/>
                  <a:pt x="157273" y="825444"/>
                </a:cubicBezTo>
                <a:lnTo>
                  <a:pt x="160575" y="827095"/>
                </a:lnTo>
                <a:cubicBezTo>
                  <a:pt x="179117" y="814522"/>
                  <a:pt x="195500" y="800679"/>
                  <a:pt x="211756" y="786709"/>
                </a:cubicBezTo>
                <a:lnTo>
                  <a:pt x="255317" y="749371"/>
                </a:lnTo>
                <a:cubicBezTo>
                  <a:pt x="259381" y="745942"/>
                  <a:pt x="260016" y="743021"/>
                  <a:pt x="258873" y="737687"/>
                </a:cubicBezTo>
                <a:cubicBezTo>
                  <a:pt x="252015" y="705556"/>
                  <a:pt x="268144" y="675838"/>
                  <a:pt x="298497" y="662630"/>
                </a:cubicBezTo>
                <a:lnTo>
                  <a:pt x="304847" y="657931"/>
                </a:lnTo>
                <a:cubicBezTo>
                  <a:pt x="305228" y="613862"/>
                  <a:pt x="305101" y="572206"/>
                  <a:pt x="305101" y="531439"/>
                </a:cubicBezTo>
                <a:lnTo>
                  <a:pt x="273732" y="515056"/>
                </a:lnTo>
                <a:cubicBezTo>
                  <a:pt x="264588" y="508198"/>
                  <a:pt x="257476" y="498673"/>
                  <a:pt x="248713" y="489529"/>
                </a:cubicBezTo>
                <a:lnTo>
                  <a:pt x="157146" y="535376"/>
                </a:lnTo>
                <a:cubicBezTo>
                  <a:pt x="154352" y="536773"/>
                  <a:pt x="151812" y="538551"/>
                  <a:pt x="148891" y="539440"/>
                </a:cubicBezTo>
                <a:lnTo>
                  <a:pt x="143176" y="543631"/>
                </a:lnTo>
                <a:cubicBezTo>
                  <a:pt x="151558" y="584398"/>
                  <a:pt x="130857" y="617037"/>
                  <a:pt x="95424" y="625673"/>
                </a:cubicBezTo>
                <a:cubicBezTo>
                  <a:pt x="61769" y="633928"/>
                  <a:pt x="26082" y="612084"/>
                  <a:pt x="17954" y="578175"/>
                </a:cubicBezTo>
                <a:cubicBezTo>
                  <a:pt x="9572" y="542742"/>
                  <a:pt x="32051" y="506547"/>
                  <a:pt x="66976" y="499181"/>
                </a:cubicBezTo>
                <a:cubicBezTo>
                  <a:pt x="86280" y="495117"/>
                  <a:pt x="103425" y="499435"/>
                  <a:pt x="119554" y="510230"/>
                </a:cubicBezTo>
                <a:lnTo>
                  <a:pt x="127047" y="512516"/>
                </a:lnTo>
                <a:cubicBezTo>
                  <a:pt x="165020" y="493974"/>
                  <a:pt x="200072" y="476067"/>
                  <a:pt x="235378" y="458668"/>
                </a:cubicBezTo>
                <a:lnTo>
                  <a:pt x="241601" y="454985"/>
                </a:lnTo>
                <a:cubicBezTo>
                  <a:pt x="240585" y="434157"/>
                  <a:pt x="245538" y="419679"/>
                  <a:pt x="254047" y="405201"/>
                </a:cubicBezTo>
                <a:lnTo>
                  <a:pt x="229282" y="377134"/>
                </a:lnTo>
                <a:cubicBezTo>
                  <a:pt x="196516" y="340685"/>
                  <a:pt x="163623" y="304236"/>
                  <a:pt x="131111" y="267660"/>
                </a:cubicBezTo>
                <a:lnTo>
                  <a:pt x="123364" y="262453"/>
                </a:lnTo>
                <a:cubicBezTo>
                  <a:pt x="87423" y="278836"/>
                  <a:pt x="58467" y="277058"/>
                  <a:pt x="31797" y="257246"/>
                </a:cubicBezTo>
                <a:cubicBezTo>
                  <a:pt x="5127" y="237434"/>
                  <a:pt x="-4017" y="209494"/>
                  <a:pt x="1571" y="177871"/>
                </a:cubicBezTo>
                <a:cubicBezTo>
                  <a:pt x="7286" y="145486"/>
                  <a:pt x="27352" y="124023"/>
                  <a:pt x="59356" y="114752"/>
                </a:cubicBezTo>
                <a:cubicBezTo>
                  <a:pt x="90217" y="105862"/>
                  <a:pt x="124761" y="117038"/>
                  <a:pt x="144192" y="141676"/>
                </a:cubicBezTo>
                <a:cubicBezTo>
                  <a:pt x="164639" y="167584"/>
                  <a:pt x="167814" y="203398"/>
                  <a:pt x="152193" y="231973"/>
                </a:cubicBezTo>
                <a:lnTo>
                  <a:pt x="150034" y="235656"/>
                </a:lnTo>
                <a:cubicBezTo>
                  <a:pt x="191817" y="285694"/>
                  <a:pt x="234743" y="333319"/>
                  <a:pt x="275256" y="378404"/>
                </a:cubicBezTo>
                <a:cubicBezTo>
                  <a:pt x="292782" y="375102"/>
                  <a:pt x="307895" y="370022"/>
                  <a:pt x="323135" y="369641"/>
                </a:cubicBezTo>
                <a:cubicBezTo>
                  <a:pt x="360854" y="368752"/>
                  <a:pt x="391969" y="394152"/>
                  <a:pt x="400605" y="430982"/>
                </a:cubicBezTo>
                <a:lnTo>
                  <a:pt x="403653" y="437459"/>
                </a:lnTo>
                <a:cubicBezTo>
                  <a:pt x="451278" y="450286"/>
                  <a:pt x="494458" y="462351"/>
                  <a:pt x="537765" y="473908"/>
                </a:cubicBezTo>
                <a:lnTo>
                  <a:pt x="543861" y="472892"/>
                </a:lnTo>
                <a:cubicBezTo>
                  <a:pt x="555291" y="465526"/>
                  <a:pt x="564054" y="459557"/>
                  <a:pt x="572690" y="453207"/>
                </a:cubicBezTo>
                <a:lnTo>
                  <a:pt x="578151" y="448127"/>
                </a:lnTo>
                <a:cubicBezTo>
                  <a:pt x="578532" y="400502"/>
                  <a:pt x="578532" y="355417"/>
                  <a:pt x="578151" y="310332"/>
                </a:cubicBezTo>
                <a:lnTo>
                  <a:pt x="574849" y="303728"/>
                </a:lnTo>
                <a:cubicBezTo>
                  <a:pt x="535606" y="293187"/>
                  <a:pt x="507031" y="253944"/>
                  <a:pt x="515540" y="210637"/>
                </a:cubicBezTo>
                <a:lnTo>
                  <a:pt x="515286" y="201112"/>
                </a:lnTo>
                <a:cubicBezTo>
                  <a:pt x="495474" y="184729"/>
                  <a:pt x="480615" y="171902"/>
                  <a:pt x="465629" y="158948"/>
                </a:cubicBezTo>
                <a:lnTo>
                  <a:pt x="420163" y="119959"/>
                </a:lnTo>
                <a:cubicBezTo>
                  <a:pt x="402383" y="129484"/>
                  <a:pt x="383841" y="132151"/>
                  <a:pt x="364410" y="125293"/>
                </a:cubicBezTo>
                <a:cubicBezTo>
                  <a:pt x="349932" y="120086"/>
                  <a:pt x="338756" y="110815"/>
                  <a:pt x="330755" y="97861"/>
                </a:cubicBezTo>
                <a:cubicBezTo>
                  <a:pt x="315134" y="72842"/>
                  <a:pt x="319452" y="40965"/>
                  <a:pt x="339899" y="18740"/>
                </a:cubicBezTo>
                <a:cubicBezTo>
                  <a:pt x="359457" y="-2469"/>
                  <a:pt x="399208" y="-3993"/>
                  <a:pt x="419401" y="8580"/>
                </a:cubicBezTo>
                <a:cubicBezTo>
                  <a:pt x="448865" y="26868"/>
                  <a:pt x="457247" y="55697"/>
                  <a:pt x="443785" y="96210"/>
                </a:cubicBezTo>
                <a:lnTo>
                  <a:pt x="532812" y="172537"/>
                </a:lnTo>
                <a:cubicBezTo>
                  <a:pt x="548179" y="155265"/>
                  <a:pt x="567229" y="145486"/>
                  <a:pt x="589835" y="144216"/>
                </a:cubicBezTo>
                <a:cubicBezTo>
                  <a:pt x="612187" y="142946"/>
                  <a:pt x="632380" y="149677"/>
                  <a:pt x="649906" y="165044"/>
                </a:cubicBezTo>
                <a:lnTo>
                  <a:pt x="715311" y="109545"/>
                </a:lnTo>
                <a:cubicBezTo>
                  <a:pt x="725852" y="101163"/>
                  <a:pt x="729916" y="94686"/>
                  <a:pt x="725344" y="79700"/>
                </a:cubicBezTo>
                <a:cubicBezTo>
                  <a:pt x="715692" y="48077"/>
                  <a:pt x="733218" y="15184"/>
                  <a:pt x="764079" y="4389"/>
                </a:cubicBezTo>
                <a:cubicBezTo>
                  <a:pt x="788336" y="-4120"/>
                  <a:pt x="814752" y="-691"/>
                  <a:pt x="833421" y="18486"/>
                </a:cubicBezTo>
                <a:cubicBezTo>
                  <a:pt x="852090" y="37663"/>
                  <a:pt x="857678" y="64968"/>
                  <a:pt x="847391" y="89225"/>
                </a:cubicBezTo>
                <a:cubicBezTo>
                  <a:pt x="837104" y="113482"/>
                  <a:pt x="813863" y="129738"/>
                  <a:pt x="788209" y="128722"/>
                </a:cubicBezTo>
                <a:lnTo>
                  <a:pt x="758745" y="122626"/>
                </a:lnTo>
                <a:cubicBezTo>
                  <a:pt x="755951" y="122118"/>
                  <a:pt x="751887" y="121991"/>
                  <a:pt x="749982" y="123515"/>
                </a:cubicBezTo>
                <a:lnTo>
                  <a:pt x="669337" y="192222"/>
                </a:lnTo>
                <a:cubicBezTo>
                  <a:pt x="677973" y="215717"/>
                  <a:pt x="678481" y="239212"/>
                  <a:pt x="667051" y="261818"/>
                </a:cubicBezTo>
                <a:cubicBezTo>
                  <a:pt x="655621" y="284678"/>
                  <a:pt x="636444" y="298267"/>
                  <a:pt x="611552" y="304617"/>
                </a:cubicBezTo>
                <a:lnTo>
                  <a:pt x="611298" y="426156"/>
                </a:lnTo>
                <a:cubicBezTo>
                  <a:pt x="611044" y="441396"/>
                  <a:pt x="611806" y="452318"/>
                  <a:pt x="629078" y="460319"/>
                </a:cubicBezTo>
                <a:cubicBezTo>
                  <a:pt x="649906" y="469844"/>
                  <a:pt x="658669" y="490545"/>
                  <a:pt x="659685" y="513659"/>
                </a:cubicBezTo>
                <a:lnTo>
                  <a:pt x="661082" y="521406"/>
                </a:lnTo>
                <a:cubicBezTo>
                  <a:pt x="710485" y="551378"/>
                  <a:pt x="757729" y="579699"/>
                  <a:pt x="804719" y="607893"/>
                </a:cubicBezTo>
                <a:cubicBezTo>
                  <a:pt x="845613" y="582239"/>
                  <a:pt x="891206" y="593796"/>
                  <a:pt x="915463" y="624657"/>
                </a:cubicBezTo>
                <a:cubicBezTo>
                  <a:pt x="939085" y="654629"/>
                  <a:pt x="937561" y="700984"/>
                  <a:pt x="912288" y="728670"/>
                </a:cubicBezTo>
                <a:cubicBezTo>
                  <a:pt x="884348" y="759277"/>
                  <a:pt x="840152" y="764865"/>
                  <a:pt x="805735" y="741878"/>
                </a:cubicBezTo>
                <a:cubicBezTo>
                  <a:pt x="775890" y="721939"/>
                  <a:pt x="757729" y="678251"/>
                  <a:pt x="781478" y="632912"/>
                </a:cubicBezTo>
                <a:lnTo>
                  <a:pt x="648001" y="552648"/>
                </a:lnTo>
                <a:cubicBezTo>
                  <a:pt x="626665" y="576905"/>
                  <a:pt x="600757" y="586430"/>
                  <a:pt x="570277" y="573857"/>
                </a:cubicBezTo>
                <a:cubicBezTo>
                  <a:pt x="541448" y="561919"/>
                  <a:pt x="529256" y="538297"/>
                  <a:pt x="530018" y="506674"/>
                </a:cubicBezTo>
                <a:lnTo>
                  <a:pt x="403399" y="472003"/>
                </a:lnTo>
                <a:cubicBezTo>
                  <a:pt x="394382" y="484957"/>
                  <a:pt x="387524" y="498800"/>
                  <a:pt x="376983" y="508833"/>
                </a:cubicBezTo>
                <a:cubicBezTo>
                  <a:pt x="366696" y="518612"/>
                  <a:pt x="352599" y="524454"/>
                  <a:pt x="338248" y="533217"/>
                </a:cubicBezTo>
                <a:lnTo>
                  <a:pt x="338248" y="619577"/>
                </a:lnTo>
                <a:cubicBezTo>
                  <a:pt x="338248" y="630372"/>
                  <a:pt x="338502" y="641167"/>
                  <a:pt x="338121" y="651962"/>
                </a:cubicBezTo>
                <a:lnTo>
                  <a:pt x="339264" y="660344"/>
                </a:lnTo>
                <a:cubicBezTo>
                  <a:pt x="376602" y="675330"/>
                  <a:pt x="391842" y="705683"/>
                  <a:pt x="384730" y="739084"/>
                </a:cubicBezTo>
                <a:lnTo>
                  <a:pt x="385746" y="746323"/>
                </a:lnTo>
                <a:cubicBezTo>
                  <a:pt x="416480" y="773120"/>
                  <a:pt x="445309" y="797758"/>
                  <a:pt x="474011" y="822523"/>
                </a:cubicBezTo>
                <a:lnTo>
                  <a:pt x="482266" y="827476"/>
                </a:lnTo>
                <a:cubicBezTo>
                  <a:pt x="520874" y="809823"/>
                  <a:pt x="558974" y="824555"/>
                  <a:pt x="573706" y="857067"/>
                </a:cubicBezTo>
                <a:cubicBezTo>
                  <a:pt x="588311" y="889198"/>
                  <a:pt x="574468" y="927298"/>
                  <a:pt x="542083" y="941903"/>
                </a:cubicBezTo>
                <a:lnTo>
                  <a:pt x="525954" y="944443"/>
                </a:lnTo>
                <a:cubicBezTo>
                  <a:pt x="499284" y="946983"/>
                  <a:pt x="482647" y="944189"/>
                  <a:pt x="468804" y="929838"/>
                </a:cubicBezTo>
                <a:cubicBezTo>
                  <a:pt x="452802" y="913201"/>
                  <a:pt x="442261" y="885388"/>
                  <a:pt x="457374" y="852114"/>
                </a:cubicBezTo>
                <a:lnTo>
                  <a:pt x="364537" y="772485"/>
                </a:lnTo>
                <a:cubicBezTo>
                  <a:pt x="351837" y="781375"/>
                  <a:pt x="338248" y="788106"/>
                  <a:pt x="322246" y="787979"/>
                </a:cubicBezTo>
                <a:cubicBezTo>
                  <a:pt x="306244" y="787852"/>
                  <a:pt x="292147" y="782518"/>
                  <a:pt x="279447" y="772231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9" name="Google Shape;509;p16"/>
          <p:cNvGrpSpPr/>
          <p:nvPr/>
        </p:nvGrpSpPr>
        <p:grpSpPr>
          <a:xfrm>
            <a:off x="138506" y="9307774"/>
            <a:ext cx="801318" cy="443295"/>
            <a:chOff x="63500" y="63500"/>
            <a:chExt cx="1508506" cy="834517"/>
          </a:xfrm>
        </p:grpSpPr>
        <p:sp>
          <p:nvSpPr>
            <p:cNvPr id="510" name="Google Shape;510;p16"/>
            <p:cNvSpPr/>
            <p:nvPr/>
          </p:nvSpPr>
          <p:spPr>
            <a:xfrm>
              <a:off x="63500" y="63500"/>
              <a:ext cx="1508506" cy="834517"/>
            </a:xfrm>
            <a:custGeom>
              <a:rect b="b" l="l" r="r" t="t"/>
              <a:pathLst>
                <a:path extrusionOk="0" h="834517" w="1508506">
                  <a:moveTo>
                    <a:pt x="754253" y="30988"/>
                  </a:moveTo>
                  <a:cubicBezTo>
                    <a:pt x="355473" y="30988"/>
                    <a:pt x="30988" y="204216"/>
                    <a:pt x="30988" y="417195"/>
                  </a:cubicBezTo>
                  <a:cubicBezTo>
                    <a:pt x="30988" y="630174"/>
                    <a:pt x="355473" y="803402"/>
                    <a:pt x="754253" y="803402"/>
                  </a:cubicBezTo>
                  <a:cubicBezTo>
                    <a:pt x="1153033" y="803402"/>
                    <a:pt x="1477518" y="630174"/>
                    <a:pt x="1477518" y="417195"/>
                  </a:cubicBezTo>
                  <a:cubicBezTo>
                    <a:pt x="1477518" y="204216"/>
                    <a:pt x="1153033" y="30988"/>
                    <a:pt x="754253" y="30988"/>
                  </a:cubicBezTo>
                  <a:moveTo>
                    <a:pt x="754253" y="834390"/>
                  </a:moveTo>
                  <a:cubicBezTo>
                    <a:pt x="338328" y="834517"/>
                    <a:pt x="0" y="647319"/>
                    <a:pt x="0" y="417195"/>
                  </a:cubicBezTo>
                  <a:cubicBezTo>
                    <a:pt x="0" y="187071"/>
                    <a:pt x="338328" y="0"/>
                    <a:pt x="754253" y="0"/>
                  </a:cubicBezTo>
                  <a:cubicBezTo>
                    <a:pt x="1170178" y="0"/>
                    <a:pt x="1508506" y="187198"/>
                    <a:pt x="1508506" y="417195"/>
                  </a:cubicBezTo>
                  <a:cubicBezTo>
                    <a:pt x="1508506" y="647192"/>
                    <a:pt x="1170178" y="834517"/>
                    <a:pt x="754253" y="8345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16"/>
            <p:cNvSpPr/>
            <p:nvPr/>
          </p:nvSpPr>
          <p:spPr>
            <a:xfrm>
              <a:off x="309372" y="287274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16"/>
            <p:cNvSpPr/>
            <p:nvPr/>
          </p:nvSpPr>
          <p:spPr>
            <a:xfrm>
              <a:off x="515239" y="642112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6"/>
            <p:cNvSpPr/>
            <p:nvPr/>
          </p:nvSpPr>
          <p:spPr>
            <a:xfrm>
              <a:off x="372745" y="561467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16"/>
            <p:cNvSpPr/>
            <p:nvPr/>
          </p:nvSpPr>
          <p:spPr>
            <a:xfrm>
              <a:off x="453390" y="39331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16"/>
            <p:cNvSpPr/>
            <p:nvPr/>
          </p:nvSpPr>
          <p:spPr>
            <a:xfrm>
              <a:off x="957580" y="325755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6"/>
            <p:cNvSpPr/>
            <p:nvPr/>
          </p:nvSpPr>
          <p:spPr>
            <a:xfrm>
              <a:off x="850392" y="727202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16"/>
            <p:cNvSpPr/>
            <p:nvPr/>
          </p:nvSpPr>
          <p:spPr>
            <a:xfrm>
              <a:off x="217170" y="451358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16"/>
            <p:cNvSpPr/>
            <p:nvPr/>
          </p:nvSpPr>
          <p:spPr>
            <a:xfrm>
              <a:off x="618490" y="302006"/>
              <a:ext cx="35052" cy="34798"/>
            </a:xfrm>
            <a:custGeom>
              <a:rect b="b" l="l" r="r" t="t"/>
              <a:pathLst>
                <a:path extrusionOk="0" h="34798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747"/>
                  </a:lnTo>
                  <a:cubicBezTo>
                    <a:pt x="0" y="27051"/>
                    <a:pt x="7874" y="34798"/>
                    <a:pt x="17526" y="34798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16"/>
            <p:cNvSpPr/>
            <p:nvPr/>
          </p:nvSpPr>
          <p:spPr>
            <a:xfrm>
              <a:off x="1103122" y="708914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16"/>
            <p:cNvSpPr/>
            <p:nvPr/>
          </p:nvSpPr>
          <p:spPr>
            <a:xfrm>
              <a:off x="845947" y="435483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127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16"/>
            <p:cNvSpPr/>
            <p:nvPr/>
          </p:nvSpPr>
          <p:spPr>
            <a:xfrm>
              <a:off x="1069594" y="284734"/>
              <a:ext cx="35052" cy="34798"/>
            </a:xfrm>
            <a:custGeom>
              <a:rect b="b" l="l" r="r" t="t"/>
              <a:pathLst>
                <a:path extrusionOk="0" h="34798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747"/>
                  </a:lnTo>
                  <a:cubicBezTo>
                    <a:pt x="0" y="27051"/>
                    <a:pt x="7874" y="34798"/>
                    <a:pt x="17526" y="34798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16"/>
            <p:cNvSpPr/>
            <p:nvPr/>
          </p:nvSpPr>
          <p:spPr>
            <a:xfrm>
              <a:off x="615950" y="758190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16"/>
            <p:cNvSpPr/>
            <p:nvPr/>
          </p:nvSpPr>
          <p:spPr>
            <a:xfrm>
              <a:off x="930148" y="19392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16"/>
            <p:cNvSpPr/>
            <p:nvPr/>
          </p:nvSpPr>
          <p:spPr>
            <a:xfrm>
              <a:off x="1380236" y="346964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16"/>
            <p:cNvSpPr/>
            <p:nvPr/>
          </p:nvSpPr>
          <p:spPr>
            <a:xfrm>
              <a:off x="1293622" y="603377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16"/>
            <p:cNvSpPr/>
            <p:nvPr/>
          </p:nvSpPr>
          <p:spPr>
            <a:xfrm>
              <a:off x="691261" y="174498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16"/>
            <p:cNvSpPr/>
            <p:nvPr/>
          </p:nvSpPr>
          <p:spPr>
            <a:xfrm>
              <a:off x="1224153" y="416433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16"/>
            <p:cNvSpPr/>
            <p:nvPr/>
          </p:nvSpPr>
          <p:spPr>
            <a:xfrm>
              <a:off x="276733" y="615696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16"/>
            <p:cNvSpPr/>
            <p:nvPr/>
          </p:nvSpPr>
          <p:spPr>
            <a:xfrm>
              <a:off x="995299" y="455295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16"/>
            <p:cNvSpPr/>
            <p:nvPr/>
          </p:nvSpPr>
          <p:spPr>
            <a:xfrm>
              <a:off x="701421" y="568579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16"/>
            <p:cNvSpPr/>
            <p:nvPr/>
          </p:nvSpPr>
          <p:spPr>
            <a:xfrm>
              <a:off x="740029" y="366141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16"/>
            <p:cNvSpPr/>
            <p:nvPr/>
          </p:nvSpPr>
          <p:spPr>
            <a:xfrm>
              <a:off x="517525" y="16979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16"/>
            <p:cNvSpPr/>
            <p:nvPr/>
          </p:nvSpPr>
          <p:spPr>
            <a:xfrm>
              <a:off x="600075" y="435991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16"/>
            <p:cNvSpPr/>
            <p:nvPr/>
          </p:nvSpPr>
          <p:spPr>
            <a:xfrm>
              <a:off x="884809" y="609981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6"/>
            <p:cNvSpPr/>
            <p:nvPr/>
          </p:nvSpPr>
          <p:spPr>
            <a:xfrm>
              <a:off x="1108710" y="605028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16"/>
            <p:cNvSpPr/>
            <p:nvPr/>
          </p:nvSpPr>
          <p:spPr>
            <a:xfrm>
              <a:off x="1383157" y="511048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16"/>
            <p:cNvSpPr/>
            <p:nvPr/>
          </p:nvSpPr>
          <p:spPr>
            <a:xfrm>
              <a:off x="1134237" y="508381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16"/>
            <p:cNvSpPr/>
            <p:nvPr/>
          </p:nvSpPr>
          <p:spPr>
            <a:xfrm>
              <a:off x="1224407" y="237744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9" name="Google Shape;539;p16"/>
          <p:cNvGrpSpPr/>
          <p:nvPr/>
        </p:nvGrpSpPr>
        <p:grpSpPr>
          <a:xfrm>
            <a:off x="198554" y="3255792"/>
            <a:ext cx="678939" cy="675634"/>
            <a:chOff x="63500" y="63500"/>
            <a:chExt cx="1043559" cy="1038479"/>
          </a:xfrm>
        </p:grpSpPr>
        <p:sp>
          <p:nvSpPr>
            <p:cNvPr id="540" name="Google Shape;540;p16"/>
            <p:cNvSpPr/>
            <p:nvPr/>
          </p:nvSpPr>
          <p:spPr>
            <a:xfrm>
              <a:off x="66929" y="144399"/>
              <a:ext cx="242316" cy="611378"/>
            </a:xfrm>
            <a:custGeom>
              <a:rect b="b" l="l" r="r" t="t"/>
              <a:pathLst>
                <a:path extrusionOk="0" h="611378" w="242316">
                  <a:moveTo>
                    <a:pt x="225044" y="611378"/>
                  </a:moveTo>
                  <a:lnTo>
                    <a:pt x="178308" y="611378"/>
                  </a:lnTo>
                  <a:cubicBezTo>
                    <a:pt x="78359" y="611378"/>
                    <a:pt x="0" y="535305"/>
                    <a:pt x="0" y="438277"/>
                  </a:cubicBezTo>
                  <a:cubicBezTo>
                    <a:pt x="0" y="350520"/>
                    <a:pt x="63246" y="276733"/>
                    <a:pt x="148717" y="262509"/>
                  </a:cubicBezTo>
                  <a:cubicBezTo>
                    <a:pt x="138049" y="234061"/>
                    <a:pt x="132588" y="203962"/>
                    <a:pt x="132588" y="173101"/>
                  </a:cubicBezTo>
                  <a:cubicBezTo>
                    <a:pt x="132588" y="112649"/>
                    <a:pt x="154305" y="53975"/>
                    <a:pt x="193675" y="8001"/>
                  </a:cubicBezTo>
                  <a:lnTo>
                    <a:pt x="210820" y="0"/>
                  </a:lnTo>
                  <a:cubicBezTo>
                    <a:pt x="225298" y="12446"/>
                    <a:pt x="226187" y="23241"/>
                    <a:pt x="219964" y="30607"/>
                  </a:cubicBezTo>
                  <a:cubicBezTo>
                    <a:pt x="185928" y="70358"/>
                    <a:pt x="167259" y="121031"/>
                    <a:pt x="167259" y="173228"/>
                  </a:cubicBezTo>
                  <a:cubicBezTo>
                    <a:pt x="167259" y="202819"/>
                    <a:pt x="172974" y="231521"/>
                    <a:pt x="184404" y="258572"/>
                  </a:cubicBezTo>
                  <a:lnTo>
                    <a:pt x="189357" y="270256"/>
                  </a:lnTo>
                  <a:cubicBezTo>
                    <a:pt x="191516" y="275336"/>
                    <a:pt x="191135" y="281051"/>
                    <a:pt x="188341" y="285750"/>
                  </a:cubicBezTo>
                  <a:lnTo>
                    <a:pt x="180721" y="293624"/>
                  </a:lnTo>
                  <a:lnTo>
                    <a:pt x="162687" y="295656"/>
                  </a:lnTo>
                  <a:cubicBezTo>
                    <a:pt x="89662" y="303403"/>
                    <a:pt x="34671" y="364871"/>
                    <a:pt x="34671" y="438277"/>
                  </a:cubicBezTo>
                  <a:cubicBezTo>
                    <a:pt x="34671" y="515874"/>
                    <a:pt x="97790" y="576707"/>
                    <a:pt x="178308" y="576707"/>
                  </a:cubicBezTo>
                  <a:lnTo>
                    <a:pt x="225044" y="576707"/>
                  </a:lnTo>
                  <a:cubicBezTo>
                    <a:pt x="234569" y="576707"/>
                    <a:pt x="242316" y="584454"/>
                    <a:pt x="242316" y="593979"/>
                  </a:cubicBezTo>
                  <a:lnTo>
                    <a:pt x="234569" y="611251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16"/>
            <p:cNvSpPr/>
            <p:nvPr/>
          </p:nvSpPr>
          <p:spPr>
            <a:xfrm>
              <a:off x="370797" y="63500"/>
              <a:ext cx="734484" cy="692277"/>
            </a:xfrm>
            <a:custGeom>
              <a:rect b="b" l="l" r="r" t="t"/>
              <a:pathLst>
                <a:path extrusionOk="0" h="692277" w="734484">
                  <a:moveTo>
                    <a:pt x="594149" y="692277"/>
                  </a:moveTo>
                  <a:lnTo>
                    <a:pt x="509567" y="692277"/>
                  </a:lnTo>
                  <a:cubicBezTo>
                    <a:pt x="500042" y="692277"/>
                    <a:pt x="492295" y="684530"/>
                    <a:pt x="492295" y="675005"/>
                  </a:cubicBezTo>
                  <a:lnTo>
                    <a:pt x="500042" y="657733"/>
                  </a:lnTo>
                  <a:lnTo>
                    <a:pt x="594149" y="657733"/>
                  </a:lnTo>
                  <a:cubicBezTo>
                    <a:pt x="654474" y="657733"/>
                    <a:pt x="699940" y="614426"/>
                    <a:pt x="699940" y="557149"/>
                  </a:cubicBezTo>
                  <a:cubicBezTo>
                    <a:pt x="699940" y="499872"/>
                    <a:pt x="654982" y="453517"/>
                    <a:pt x="597705" y="451612"/>
                  </a:cubicBezTo>
                  <a:lnTo>
                    <a:pt x="584370" y="451231"/>
                  </a:lnTo>
                  <a:cubicBezTo>
                    <a:pt x="578782" y="451104"/>
                    <a:pt x="573575" y="448183"/>
                    <a:pt x="570527" y="443484"/>
                  </a:cubicBezTo>
                  <a:lnTo>
                    <a:pt x="566844" y="432816"/>
                  </a:lnTo>
                  <a:lnTo>
                    <a:pt x="573829" y="415036"/>
                  </a:lnTo>
                  <a:cubicBezTo>
                    <a:pt x="582211" y="393700"/>
                    <a:pt x="586402" y="371348"/>
                    <a:pt x="586402" y="348869"/>
                  </a:cubicBezTo>
                  <a:cubicBezTo>
                    <a:pt x="586402" y="248793"/>
                    <a:pt x="504868" y="167259"/>
                    <a:pt x="404792" y="167259"/>
                  </a:cubicBezTo>
                  <a:cubicBezTo>
                    <a:pt x="376471" y="167259"/>
                    <a:pt x="349039" y="173736"/>
                    <a:pt x="323385" y="186690"/>
                  </a:cubicBezTo>
                  <a:lnTo>
                    <a:pt x="314368" y="191262"/>
                  </a:lnTo>
                  <a:lnTo>
                    <a:pt x="304970" y="193675"/>
                  </a:lnTo>
                  <a:cubicBezTo>
                    <a:pt x="295953" y="190246"/>
                    <a:pt x="292270" y="186690"/>
                    <a:pt x="290492" y="182245"/>
                  </a:cubicBezTo>
                  <a:lnTo>
                    <a:pt x="286682" y="172593"/>
                  </a:lnTo>
                  <a:cubicBezTo>
                    <a:pt x="252900" y="88773"/>
                    <a:pt x="172890" y="34671"/>
                    <a:pt x="82720" y="34671"/>
                  </a:cubicBezTo>
                  <a:cubicBezTo>
                    <a:pt x="61638" y="34671"/>
                    <a:pt x="40937" y="37592"/>
                    <a:pt x="20998" y="43434"/>
                  </a:cubicBezTo>
                  <a:lnTo>
                    <a:pt x="2202" y="40894"/>
                  </a:lnTo>
                  <a:cubicBezTo>
                    <a:pt x="-3259" y="22606"/>
                    <a:pt x="2075" y="12954"/>
                    <a:pt x="11219" y="10287"/>
                  </a:cubicBezTo>
                  <a:cubicBezTo>
                    <a:pt x="34333" y="3429"/>
                    <a:pt x="58336" y="0"/>
                    <a:pt x="82720" y="0"/>
                  </a:cubicBezTo>
                  <a:cubicBezTo>
                    <a:pt x="184320" y="0"/>
                    <a:pt x="274744" y="59436"/>
                    <a:pt x="315257" y="152019"/>
                  </a:cubicBezTo>
                  <a:cubicBezTo>
                    <a:pt x="343705" y="139065"/>
                    <a:pt x="373677" y="132461"/>
                    <a:pt x="404665" y="132461"/>
                  </a:cubicBezTo>
                  <a:cubicBezTo>
                    <a:pt x="523918" y="132461"/>
                    <a:pt x="620819" y="229489"/>
                    <a:pt x="620819" y="348615"/>
                  </a:cubicBezTo>
                  <a:cubicBezTo>
                    <a:pt x="620819" y="371983"/>
                    <a:pt x="617009" y="395097"/>
                    <a:pt x="609389" y="417449"/>
                  </a:cubicBezTo>
                  <a:cubicBezTo>
                    <a:pt x="680382" y="425069"/>
                    <a:pt x="734484" y="484378"/>
                    <a:pt x="734484" y="556895"/>
                  </a:cubicBezTo>
                  <a:cubicBezTo>
                    <a:pt x="734484" y="632714"/>
                    <a:pt x="672762" y="692150"/>
                    <a:pt x="594022" y="692150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16"/>
            <p:cNvSpPr/>
            <p:nvPr/>
          </p:nvSpPr>
          <p:spPr>
            <a:xfrm>
              <a:off x="414528" y="998093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16"/>
            <p:cNvSpPr/>
            <p:nvPr/>
          </p:nvSpPr>
          <p:spPr>
            <a:xfrm>
              <a:off x="414528" y="790448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6"/>
            <p:cNvSpPr/>
            <p:nvPr/>
          </p:nvSpPr>
          <p:spPr>
            <a:xfrm>
              <a:off x="414528" y="582803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16"/>
            <p:cNvSpPr/>
            <p:nvPr/>
          </p:nvSpPr>
          <p:spPr>
            <a:xfrm>
              <a:off x="343916" y="928878"/>
              <a:ext cx="484505" cy="173101"/>
            </a:xfrm>
            <a:custGeom>
              <a:rect b="b" l="l" r="r" t="t"/>
              <a:pathLst>
                <a:path extrusionOk="0" h="173101" w="484505">
                  <a:moveTo>
                    <a:pt x="34544" y="138430"/>
                  </a:moveTo>
                  <a:lnTo>
                    <a:pt x="449834" y="138430"/>
                  </a:lnTo>
                  <a:lnTo>
                    <a:pt x="449834" y="34544"/>
                  </a:lnTo>
                  <a:lnTo>
                    <a:pt x="34544" y="34544"/>
                  </a:lnTo>
                  <a:close/>
                  <a:moveTo>
                    <a:pt x="467233" y="173101"/>
                  </a:moveTo>
                  <a:lnTo>
                    <a:pt x="17272" y="173101"/>
                  </a:lnTo>
                  <a:cubicBezTo>
                    <a:pt x="7747" y="173101"/>
                    <a:pt x="0" y="165354"/>
                    <a:pt x="0" y="155829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16"/>
            <p:cNvSpPr/>
            <p:nvPr/>
          </p:nvSpPr>
          <p:spPr>
            <a:xfrm>
              <a:off x="343916" y="721233"/>
              <a:ext cx="484505" cy="172974"/>
            </a:xfrm>
            <a:custGeom>
              <a:rect b="b" l="l" r="r" t="t"/>
              <a:pathLst>
                <a:path extrusionOk="0" h="172974" w="484505">
                  <a:moveTo>
                    <a:pt x="34544" y="138303"/>
                  </a:moveTo>
                  <a:lnTo>
                    <a:pt x="449834" y="138303"/>
                  </a:lnTo>
                  <a:lnTo>
                    <a:pt x="449834" y="34544"/>
                  </a:lnTo>
                  <a:lnTo>
                    <a:pt x="34544" y="34544"/>
                  </a:lnTo>
                  <a:close/>
                  <a:moveTo>
                    <a:pt x="467233" y="172974"/>
                  </a:moveTo>
                  <a:lnTo>
                    <a:pt x="17272" y="172974"/>
                  </a:lnTo>
                  <a:cubicBezTo>
                    <a:pt x="7747" y="172974"/>
                    <a:pt x="0" y="165227"/>
                    <a:pt x="0" y="155702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16"/>
            <p:cNvSpPr/>
            <p:nvPr/>
          </p:nvSpPr>
          <p:spPr>
            <a:xfrm>
              <a:off x="343916" y="513461"/>
              <a:ext cx="484505" cy="173101"/>
            </a:xfrm>
            <a:custGeom>
              <a:rect b="b" l="l" r="r" t="t"/>
              <a:pathLst>
                <a:path extrusionOk="0" h="173101" w="484505">
                  <a:moveTo>
                    <a:pt x="34544" y="138430"/>
                  </a:moveTo>
                  <a:lnTo>
                    <a:pt x="449834" y="138430"/>
                  </a:lnTo>
                  <a:lnTo>
                    <a:pt x="449834" y="34671"/>
                  </a:lnTo>
                  <a:lnTo>
                    <a:pt x="34544" y="34671"/>
                  </a:lnTo>
                  <a:close/>
                  <a:moveTo>
                    <a:pt x="467233" y="173101"/>
                  </a:moveTo>
                  <a:lnTo>
                    <a:pt x="17272" y="173101"/>
                  </a:lnTo>
                  <a:cubicBezTo>
                    <a:pt x="7747" y="173101"/>
                    <a:pt x="0" y="165354"/>
                    <a:pt x="0" y="155829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16"/>
            <p:cNvSpPr/>
            <p:nvPr/>
          </p:nvSpPr>
          <p:spPr>
            <a:xfrm>
              <a:off x="170815" y="824992"/>
              <a:ext cx="138430" cy="207645"/>
            </a:xfrm>
            <a:custGeom>
              <a:rect b="b" l="l" r="r" t="t"/>
              <a:pathLst>
                <a:path extrusionOk="0" h="207645" w="138430">
                  <a:moveTo>
                    <a:pt x="51943" y="207645"/>
                  </a:moveTo>
                  <a:lnTo>
                    <a:pt x="17272" y="207645"/>
                  </a:lnTo>
                  <a:cubicBezTo>
                    <a:pt x="7747" y="207645"/>
                    <a:pt x="0" y="199898"/>
                    <a:pt x="0" y="190373"/>
                  </a:cubicBezTo>
                  <a:lnTo>
                    <a:pt x="7747" y="173101"/>
                  </a:lnTo>
                  <a:lnTo>
                    <a:pt x="51943" y="173101"/>
                  </a:lnTo>
                  <a:cubicBezTo>
                    <a:pt x="80518" y="173101"/>
                    <a:pt x="103886" y="149860"/>
                    <a:pt x="103886" y="121158"/>
                  </a:cubicBezTo>
                  <a:lnTo>
                    <a:pt x="103886" y="17272"/>
                  </a:lnTo>
                  <a:cubicBezTo>
                    <a:pt x="103886" y="7747"/>
                    <a:pt x="111633" y="0"/>
                    <a:pt x="121158" y="0"/>
                  </a:cubicBezTo>
                  <a:lnTo>
                    <a:pt x="138430" y="7747"/>
                  </a:lnTo>
                  <a:lnTo>
                    <a:pt x="138430" y="121158"/>
                  </a:lnTo>
                  <a:cubicBezTo>
                    <a:pt x="138430" y="168910"/>
                    <a:pt x="99568" y="207645"/>
                    <a:pt x="51943" y="207645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16"/>
            <p:cNvSpPr/>
            <p:nvPr/>
          </p:nvSpPr>
          <p:spPr>
            <a:xfrm>
              <a:off x="136271" y="790448"/>
              <a:ext cx="103759" cy="138430"/>
            </a:xfrm>
            <a:custGeom>
              <a:rect b="b" l="l" r="r" t="t"/>
              <a:pathLst>
                <a:path extrusionOk="0" h="138430" w="103759">
                  <a:moveTo>
                    <a:pt x="51816" y="138430"/>
                  </a:moveTo>
                  <a:lnTo>
                    <a:pt x="17272" y="138430"/>
                  </a:lnTo>
                  <a:cubicBezTo>
                    <a:pt x="7747" y="138430"/>
                    <a:pt x="0" y="130683"/>
                    <a:pt x="0" y="121158"/>
                  </a:cubicBezTo>
                  <a:lnTo>
                    <a:pt x="7747" y="103886"/>
                  </a:lnTo>
                  <a:lnTo>
                    <a:pt x="51943" y="103886"/>
                  </a:lnTo>
                  <a:cubicBezTo>
                    <a:pt x="61468" y="103886"/>
                    <a:pt x="69215" y="96139"/>
                    <a:pt x="69215" y="86614"/>
                  </a:cubicBezTo>
                  <a:lnTo>
                    <a:pt x="69215" y="17272"/>
                  </a:lnTo>
                  <a:cubicBezTo>
                    <a:pt x="69215" y="7747"/>
                    <a:pt x="76962" y="0"/>
                    <a:pt x="86487" y="0"/>
                  </a:cubicBezTo>
                  <a:lnTo>
                    <a:pt x="103759" y="7747"/>
                  </a:lnTo>
                  <a:lnTo>
                    <a:pt x="103759" y="86487"/>
                  </a:lnTo>
                  <a:cubicBezTo>
                    <a:pt x="103759" y="115062"/>
                    <a:pt x="80518" y="138430"/>
                    <a:pt x="51816" y="138430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16"/>
            <p:cNvSpPr/>
            <p:nvPr/>
          </p:nvSpPr>
          <p:spPr>
            <a:xfrm>
              <a:off x="863092" y="824992"/>
              <a:ext cx="138430" cy="207645"/>
            </a:xfrm>
            <a:custGeom>
              <a:rect b="b" l="l" r="r" t="t"/>
              <a:pathLst>
                <a:path extrusionOk="0" h="207645" w="138430">
                  <a:moveTo>
                    <a:pt x="121031" y="207645"/>
                  </a:moveTo>
                  <a:lnTo>
                    <a:pt x="86487" y="207645"/>
                  </a:lnTo>
                  <a:cubicBezTo>
                    <a:pt x="38735" y="207645"/>
                    <a:pt x="0" y="168783"/>
                    <a:pt x="0" y="121158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34544" y="7747"/>
                  </a:lnTo>
                  <a:lnTo>
                    <a:pt x="34544" y="121158"/>
                  </a:lnTo>
                  <a:cubicBezTo>
                    <a:pt x="34544" y="149860"/>
                    <a:pt x="57785" y="173101"/>
                    <a:pt x="86487" y="173101"/>
                  </a:cubicBezTo>
                  <a:lnTo>
                    <a:pt x="121158" y="173101"/>
                  </a:lnTo>
                  <a:cubicBezTo>
                    <a:pt x="130683" y="173101"/>
                    <a:pt x="138430" y="180848"/>
                    <a:pt x="138430" y="190373"/>
                  </a:cubicBezTo>
                  <a:lnTo>
                    <a:pt x="130683" y="207645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16"/>
            <p:cNvSpPr/>
            <p:nvPr/>
          </p:nvSpPr>
          <p:spPr>
            <a:xfrm>
              <a:off x="932307" y="790448"/>
              <a:ext cx="103759" cy="138430"/>
            </a:xfrm>
            <a:custGeom>
              <a:rect b="b" l="l" r="r" t="t"/>
              <a:pathLst>
                <a:path extrusionOk="0" h="138430" w="103759">
                  <a:moveTo>
                    <a:pt x="86487" y="138430"/>
                  </a:moveTo>
                  <a:lnTo>
                    <a:pt x="51943" y="138430"/>
                  </a:lnTo>
                  <a:cubicBezTo>
                    <a:pt x="23241" y="138430"/>
                    <a:pt x="0" y="115189"/>
                    <a:pt x="0" y="86487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34544" y="7747"/>
                  </a:lnTo>
                  <a:lnTo>
                    <a:pt x="34544" y="86487"/>
                  </a:lnTo>
                  <a:cubicBezTo>
                    <a:pt x="34544" y="96012"/>
                    <a:pt x="42291" y="103759"/>
                    <a:pt x="51816" y="103759"/>
                  </a:cubicBezTo>
                  <a:lnTo>
                    <a:pt x="86487" y="103759"/>
                  </a:lnTo>
                  <a:cubicBezTo>
                    <a:pt x="96012" y="103759"/>
                    <a:pt x="103759" y="111506"/>
                    <a:pt x="103759" y="121031"/>
                  </a:cubicBezTo>
                  <a:lnTo>
                    <a:pt x="96012" y="138303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16"/>
            <p:cNvSpPr/>
            <p:nvPr/>
          </p:nvSpPr>
          <p:spPr>
            <a:xfrm>
              <a:off x="1070737" y="894334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16"/>
            <p:cNvSpPr/>
            <p:nvPr/>
          </p:nvSpPr>
          <p:spPr>
            <a:xfrm>
              <a:off x="1036193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16"/>
            <p:cNvSpPr/>
            <p:nvPr/>
          </p:nvSpPr>
          <p:spPr>
            <a:xfrm>
              <a:off x="63500" y="894334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16"/>
            <p:cNvSpPr/>
            <p:nvPr/>
          </p:nvSpPr>
          <p:spPr>
            <a:xfrm>
              <a:off x="98171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16"/>
            <p:cNvSpPr/>
            <p:nvPr/>
          </p:nvSpPr>
          <p:spPr>
            <a:xfrm>
              <a:off x="652018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16"/>
            <p:cNvSpPr/>
            <p:nvPr/>
          </p:nvSpPr>
          <p:spPr>
            <a:xfrm>
              <a:off x="721233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16"/>
            <p:cNvSpPr/>
            <p:nvPr/>
          </p:nvSpPr>
          <p:spPr>
            <a:xfrm>
              <a:off x="652018" y="790448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16"/>
            <p:cNvSpPr/>
            <p:nvPr/>
          </p:nvSpPr>
          <p:spPr>
            <a:xfrm>
              <a:off x="721233" y="790448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16"/>
            <p:cNvSpPr/>
            <p:nvPr/>
          </p:nvSpPr>
          <p:spPr>
            <a:xfrm>
              <a:off x="652018" y="58280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16"/>
            <p:cNvSpPr/>
            <p:nvPr/>
          </p:nvSpPr>
          <p:spPr>
            <a:xfrm>
              <a:off x="721233" y="58280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16"/>
            <p:cNvSpPr/>
            <p:nvPr/>
          </p:nvSpPr>
          <p:spPr>
            <a:xfrm>
              <a:off x="306395" y="98065"/>
              <a:ext cx="37902" cy="37063"/>
            </a:xfrm>
            <a:custGeom>
              <a:rect b="b" l="l" r="r" t="t"/>
              <a:pathLst>
                <a:path extrusionOk="0" h="37063" w="37902">
                  <a:moveTo>
                    <a:pt x="16693" y="37063"/>
                  </a:moveTo>
                  <a:lnTo>
                    <a:pt x="5898" y="34523"/>
                  </a:lnTo>
                  <a:cubicBezTo>
                    <a:pt x="-2992" y="21950"/>
                    <a:pt x="-1087" y="11155"/>
                    <a:pt x="6660" y="5567"/>
                  </a:cubicBezTo>
                  <a:lnTo>
                    <a:pt x="10089" y="3154"/>
                  </a:lnTo>
                  <a:cubicBezTo>
                    <a:pt x="17963" y="-2307"/>
                    <a:pt x="28758" y="-529"/>
                    <a:pt x="34219" y="7345"/>
                  </a:cubicBezTo>
                  <a:lnTo>
                    <a:pt x="37902" y="25887"/>
                  </a:lnTo>
                  <a:lnTo>
                    <a:pt x="26599" y="33888"/>
                  </a:lnTo>
                  <a:lnTo>
                    <a:pt x="20122" y="37063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3" name="Google Shape;563;p16"/>
          <p:cNvSpPr/>
          <p:nvPr/>
        </p:nvSpPr>
        <p:spPr>
          <a:xfrm>
            <a:off x="209864" y="4715635"/>
            <a:ext cx="743213" cy="804997"/>
          </a:xfrm>
          <a:custGeom>
            <a:rect b="b" l="l" r="r" t="t"/>
            <a:pathLst>
              <a:path extrusionOk="0" h="804997" w="743213">
                <a:moveTo>
                  <a:pt x="0" y="0"/>
                </a:moveTo>
                <a:lnTo>
                  <a:pt x="743213" y="0"/>
                </a:lnTo>
                <a:lnTo>
                  <a:pt x="743213" y="804997"/>
                </a:lnTo>
                <a:lnTo>
                  <a:pt x="0" y="804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11291" l="-16090" r="-16830" t="-11419"/>
            </a:stretch>
          </a:blipFill>
          <a:ln>
            <a:noFill/>
          </a:ln>
        </p:spPr>
      </p:sp>
      <p:sp>
        <p:nvSpPr>
          <p:cNvPr id="564" name="Google Shape;564;p16"/>
          <p:cNvSpPr/>
          <p:nvPr/>
        </p:nvSpPr>
        <p:spPr>
          <a:xfrm>
            <a:off x="5601568" y="9500406"/>
            <a:ext cx="1034028" cy="526062"/>
          </a:xfrm>
          <a:custGeom>
            <a:rect b="b" l="l" r="r" t="t"/>
            <a:pathLst>
              <a:path extrusionOk="0" h="526062" w="1034028">
                <a:moveTo>
                  <a:pt x="0" y="0"/>
                </a:moveTo>
                <a:lnTo>
                  <a:pt x="1034028" y="0"/>
                </a:lnTo>
                <a:lnTo>
                  <a:pt x="1034028" y="526062"/>
                </a:lnTo>
                <a:lnTo>
                  <a:pt x="0" y="526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65" name="Google Shape;565;p16"/>
          <p:cNvSpPr txBox="1"/>
          <p:nvPr/>
        </p:nvSpPr>
        <p:spPr>
          <a:xfrm>
            <a:off x="1592768" y="373145"/>
            <a:ext cx="11169600" cy="12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18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VERSION CONTROL</a:t>
            </a:r>
            <a:endParaRPr/>
          </a:p>
        </p:txBody>
      </p:sp>
      <p:sp>
        <p:nvSpPr>
          <p:cNvPr id="566" name="Google Shape;566;p16"/>
          <p:cNvSpPr txBox="1"/>
          <p:nvPr/>
        </p:nvSpPr>
        <p:spPr>
          <a:xfrm>
            <a:off x="2007797" y="2056171"/>
            <a:ext cx="151701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“Systems that record changes to a/set of file/s over time so that you can recall specific versions later”</a:t>
            </a:r>
            <a:r>
              <a:rPr lang="en-US" sz="3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(Chacon&amp;Straub, Pro Git)</a:t>
            </a:r>
            <a:endParaRPr/>
          </a:p>
        </p:txBody>
      </p:sp>
      <p:sp>
        <p:nvSpPr>
          <p:cNvPr id="567" name="Google Shape;567;p16"/>
          <p:cNvSpPr txBox="1"/>
          <p:nvPr/>
        </p:nvSpPr>
        <p:spPr>
          <a:xfrm>
            <a:off x="1726100" y="3532725"/>
            <a:ext cx="9255000" cy="59412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7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Myth vs. Reality</a:t>
            </a:r>
            <a:endParaRPr b="1" i="1" sz="3799">
              <a:solidFill>
                <a:schemeClr val="dk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3799">
              <a:solidFill>
                <a:srgbClr val="191D0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4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Myth</a:t>
            </a:r>
            <a:r>
              <a:rPr i="1" lang="en-US" sz="2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 </a:t>
            </a:r>
            <a:r>
              <a:rPr i="1" lang="en-US" sz="2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"I can manage versions just fine by renaming my files (e.g., script_v2_final_fixed_DEFINITIVE.py)."</a:t>
            </a:r>
            <a:endParaRPr i="1" sz="2999">
              <a:solidFill>
                <a:srgbClr val="191D0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999">
              <a:solidFill>
                <a:srgbClr val="191D0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4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Reality</a:t>
            </a:r>
            <a:r>
              <a:rPr i="1" lang="en-US" sz="32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</a:t>
            </a:r>
            <a:r>
              <a:rPr i="1" lang="en-US" sz="2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Manual renaming leads to </a:t>
            </a:r>
            <a:r>
              <a:rPr b="1" i="1" lang="en-US" sz="2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accidental overwrites</a:t>
            </a:r>
            <a:r>
              <a:rPr i="1" lang="en-US" sz="2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, and makes it </a:t>
            </a:r>
            <a:r>
              <a:rPr b="1" i="1" lang="en-US" sz="2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impossible to compare changes</a:t>
            </a:r>
            <a:r>
              <a:rPr i="1" lang="en-US" sz="2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or know what actually changed between "final" and "final_v2".</a:t>
            </a:r>
            <a:endParaRPr i="1" sz="2999">
              <a:solidFill>
                <a:srgbClr val="191D0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999">
              <a:solidFill>
                <a:srgbClr val="191D0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3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Value of Version Control (Git)</a:t>
            </a:r>
            <a:r>
              <a:rPr i="1" lang="en-US" sz="2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 Git tracks the content inside the files, not the file names, and </a:t>
            </a:r>
            <a:r>
              <a:rPr b="1" i="1" lang="en-US" sz="2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remembers every single snapshot of its history </a:t>
            </a:r>
            <a:r>
              <a:rPr i="1" lang="en-US" sz="2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behind the scenes.</a:t>
            </a:r>
            <a:endParaRPr i="1" sz="2999">
              <a:solidFill>
                <a:srgbClr val="191D0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cxnSp>
        <p:nvCxnSpPr>
          <p:cNvPr id="568" name="Google Shape;568;p16"/>
          <p:cNvCxnSpPr/>
          <p:nvPr/>
        </p:nvCxnSpPr>
        <p:spPr>
          <a:xfrm>
            <a:off x="12666644" y="6800152"/>
            <a:ext cx="0" cy="2280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69" name="Google Shape;569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235600" y="2660575"/>
            <a:ext cx="5572774" cy="7430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7B9CE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4" name="Google Shape;574;p17"/>
          <p:cNvCxnSpPr/>
          <p:nvPr/>
        </p:nvCxnSpPr>
        <p:spPr>
          <a:xfrm>
            <a:off x="1051792" y="1798524"/>
            <a:ext cx="172593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5" name="Google Shape;575;p17"/>
          <p:cNvCxnSpPr/>
          <p:nvPr/>
        </p:nvCxnSpPr>
        <p:spPr>
          <a:xfrm rot="-5400000">
            <a:off x="-4105275" y="5119688"/>
            <a:ext cx="102870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6" name="Google Shape;576;p17"/>
          <p:cNvSpPr/>
          <p:nvPr/>
        </p:nvSpPr>
        <p:spPr>
          <a:xfrm>
            <a:off x="6873721" y="9529940"/>
            <a:ext cx="1354895" cy="466995"/>
          </a:xfrm>
          <a:custGeom>
            <a:rect b="b" l="l" r="r" t="t"/>
            <a:pathLst>
              <a:path extrusionOk="0" h="466995" w="1354895">
                <a:moveTo>
                  <a:pt x="0" y="0"/>
                </a:moveTo>
                <a:lnTo>
                  <a:pt x="1354895" y="0"/>
                </a:lnTo>
                <a:lnTo>
                  <a:pt x="1354895" y="466994"/>
                </a:lnTo>
                <a:lnTo>
                  <a:pt x="0" y="4669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77" name="Google Shape;577;p17"/>
          <p:cNvSpPr/>
          <p:nvPr/>
        </p:nvSpPr>
        <p:spPr>
          <a:xfrm>
            <a:off x="8462186" y="9587767"/>
            <a:ext cx="1694380" cy="415653"/>
          </a:xfrm>
          <a:custGeom>
            <a:rect b="b" l="l" r="r" t="t"/>
            <a:pathLst>
              <a:path extrusionOk="0" h="415653" w="1694380">
                <a:moveTo>
                  <a:pt x="0" y="0"/>
                </a:moveTo>
                <a:lnTo>
                  <a:pt x="1694380" y="0"/>
                </a:lnTo>
                <a:lnTo>
                  <a:pt x="1694380" y="415652"/>
                </a:lnTo>
                <a:lnTo>
                  <a:pt x="0" y="4156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78" name="Google Shape;578;p17"/>
          <p:cNvSpPr/>
          <p:nvPr/>
        </p:nvSpPr>
        <p:spPr>
          <a:xfrm>
            <a:off x="10317519" y="9477357"/>
            <a:ext cx="2368914" cy="614916"/>
          </a:xfrm>
          <a:custGeom>
            <a:rect b="b" l="l" r="r" t="t"/>
            <a:pathLst>
              <a:path extrusionOk="0" h="614916" w="2368914">
                <a:moveTo>
                  <a:pt x="0" y="0"/>
                </a:moveTo>
                <a:lnTo>
                  <a:pt x="2368913" y="0"/>
                </a:lnTo>
                <a:lnTo>
                  <a:pt x="2368913" y="614917"/>
                </a:lnTo>
                <a:lnTo>
                  <a:pt x="0" y="6149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79" name="Google Shape;579;p17"/>
          <p:cNvGrpSpPr/>
          <p:nvPr/>
        </p:nvGrpSpPr>
        <p:grpSpPr>
          <a:xfrm>
            <a:off x="216606" y="6304895"/>
            <a:ext cx="642914" cy="632256"/>
            <a:chOff x="63500" y="63500"/>
            <a:chExt cx="988187" cy="971804"/>
          </a:xfrm>
        </p:grpSpPr>
        <p:sp>
          <p:nvSpPr>
            <p:cNvPr id="580" name="Google Shape;580;p17"/>
            <p:cNvSpPr/>
            <p:nvPr/>
          </p:nvSpPr>
          <p:spPr>
            <a:xfrm>
              <a:off x="857250" y="840994"/>
              <a:ext cx="129540" cy="129540"/>
            </a:xfrm>
            <a:custGeom>
              <a:rect b="b" l="l" r="r" t="t"/>
              <a:pathLst>
                <a:path extrusionOk="0" h="129540" w="129540">
                  <a:moveTo>
                    <a:pt x="64770" y="32385"/>
                  </a:moveTo>
                  <a:cubicBezTo>
                    <a:pt x="46863" y="32385"/>
                    <a:pt x="32385" y="46990"/>
                    <a:pt x="32385" y="64770"/>
                  </a:cubicBezTo>
                  <a:cubicBezTo>
                    <a:pt x="32385" y="82550"/>
                    <a:pt x="46990" y="97155"/>
                    <a:pt x="64770" y="97155"/>
                  </a:cubicBezTo>
                  <a:cubicBezTo>
                    <a:pt x="82550" y="97155"/>
                    <a:pt x="97155" y="82550"/>
                    <a:pt x="97155" y="64770"/>
                  </a:cubicBezTo>
                  <a:cubicBezTo>
                    <a:pt x="97155" y="46990"/>
                    <a:pt x="82550" y="32385"/>
                    <a:pt x="64770" y="32385"/>
                  </a:cubicBezTo>
                  <a:moveTo>
                    <a:pt x="64770" y="129540"/>
                  </a:moveTo>
                  <a:cubicBezTo>
                    <a:pt x="29083" y="129540"/>
                    <a:pt x="0" y="100457"/>
                    <a:pt x="0" y="64770"/>
                  </a:cubicBezTo>
                  <a:cubicBezTo>
                    <a:pt x="0" y="29083"/>
                    <a:pt x="29083" y="0"/>
                    <a:pt x="64770" y="0"/>
                  </a:cubicBezTo>
                  <a:cubicBezTo>
                    <a:pt x="100457" y="0"/>
                    <a:pt x="129540" y="29083"/>
                    <a:pt x="129540" y="64770"/>
                  </a:cubicBezTo>
                  <a:cubicBezTo>
                    <a:pt x="129540" y="100457"/>
                    <a:pt x="100457" y="129540"/>
                    <a:pt x="64770" y="1295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17"/>
            <p:cNvSpPr/>
            <p:nvPr/>
          </p:nvSpPr>
          <p:spPr>
            <a:xfrm>
              <a:off x="905764" y="225552"/>
              <a:ext cx="32512" cy="647827"/>
            </a:xfrm>
            <a:custGeom>
              <a:rect b="b" l="l" r="r" t="t"/>
              <a:pathLst>
                <a:path extrusionOk="0" h="647827" w="32512">
                  <a:moveTo>
                    <a:pt x="16256" y="647827"/>
                  </a:moveTo>
                  <a:lnTo>
                    <a:pt x="0" y="640588"/>
                  </a:lnTo>
                  <a:lnTo>
                    <a:pt x="0" y="16129"/>
                  </a:lnTo>
                  <a:cubicBezTo>
                    <a:pt x="0" y="7112"/>
                    <a:pt x="7239" y="0"/>
                    <a:pt x="16256" y="0"/>
                  </a:cubicBezTo>
                  <a:lnTo>
                    <a:pt x="32512" y="7239"/>
                  </a:lnTo>
                  <a:lnTo>
                    <a:pt x="32512" y="631698"/>
                  </a:lnTo>
                  <a:cubicBezTo>
                    <a:pt x="32512" y="640588"/>
                    <a:pt x="25273" y="647827"/>
                    <a:pt x="16256" y="64782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17"/>
            <p:cNvSpPr/>
            <p:nvPr/>
          </p:nvSpPr>
          <p:spPr>
            <a:xfrm>
              <a:off x="121679" y="510286"/>
              <a:ext cx="44042" cy="38989"/>
            </a:xfrm>
            <a:custGeom>
              <a:rect b="b" l="l" r="r" t="t"/>
              <a:pathLst>
                <a:path extrusionOk="0" h="38989" w="44042">
                  <a:moveTo>
                    <a:pt x="27927" y="38989"/>
                  </a:moveTo>
                  <a:lnTo>
                    <a:pt x="23990" y="38608"/>
                  </a:lnTo>
                  <a:lnTo>
                    <a:pt x="10401" y="33401"/>
                  </a:lnTo>
                  <a:cubicBezTo>
                    <a:pt x="2019" y="30226"/>
                    <a:pt x="-2172" y="20828"/>
                    <a:pt x="1130" y="12446"/>
                  </a:cubicBezTo>
                  <a:lnTo>
                    <a:pt x="13703" y="0"/>
                  </a:lnTo>
                  <a:lnTo>
                    <a:pt x="33642" y="7620"/>
                  </a:lnTo>
                  <a:cubicBezTo>
                    <a:pt x="42024" y="10795"/>
                    <a:pt x="46215" y="20193"/>
                    <a:pt x="42913" y="28575"/>
                  </a:cubicBezTo>
                  <a:lnTo>
                    <a:pt x="34277" y="3898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17"/>
            <p:cNvSpPr/>
            <p:nvPr/>
          </p:nvSpPr>
          <p:spPr>
            <a:xfrm>
              <a:off x="180213" y="535721"/>
              <a:ext cx="620903" cy="90770"/>
            </a:xfrm>
            <a:custGeom>
              <a:rect b="b" l="l" r="r" t="t"/>
              <a:pathLst>
                <a:path extrusionOk="0" h="90770" w="620903">
                  <a:moveTo>
                    <a:pt x="476758" y="90770"/>
                  </a:moveTo>
                  <a:lnTo>
                    <a:pt x="300863" y="90770"/>
                  </a:lnTo>
                  <a:cubicBezTo>
                    <a:pt x="291211" y="90770"/>
                    <a:pt x="281813" y="88230"/>
                    <a:pt x="273431" y="83531"/>
                  </a:cubicBezTo>
                  <a:lnTo>
                    <a:pt x="193675" y="37938"/>
                  </a:lnTo>
                  <a:cubicBezTo>
                    <a:pt x="190246" y="36033"/>
                    <a:pt x="186309" y="34890"/>
                    <a:pt x="182245" y="34890"/>
                  </a:cubicBezTo>
                  <a:lnTo>
                    <a:pt x="32385" y="34890"/>
                  </a:lnTo>
                  <a:cubicBezTo>
                    <a:pt x="25527" y="34890"/>
                    <a:pt x="18923" y="33620"/>
                    <a:pt x="12446" y="31207"/>
                  </a:cubicBezTo>
                  <a:lnTo>
                    <a:pt x="0" y="18634"/>
                  </a:lnTo>
                  <a:cubicBezTo>
                    <a:pt x="6477" y="1997"/>
                    <a:pt x="15875" y="-2194"/>
                    <a:pt x="24130" y="981"/>
                  </a:cubicBezTo>
                  <a:lnTo>
                    <a:pt x="29464" y="2505"/>
                  </a:lnTo>
                  <a:lnTo>
                    <a:pt x="182372" y="2505"/>
                  </a:lnTo>
                  <a:cubicBezTo>
                    <a:pt x="192024" y="2505"/>
                    <a:pt x="201549" y="5045"/>
                    <a:pt x="209804" y="9744"/>
                  </a:cubicBezTo>
                  <a:lnTo>
                    <a:pt x="289560" y="55337"/>
                  </a:lnTo>
                  <a:cubicBezTo>
                    <a:pt x="292989" y="57242"/>
                    <a:pt x="296926" y="58385"/>
                    <a:pt x="300863" y="58385"/>
                  </a:cubicBezTo>
                  <a:lnTo>
                    <a:pt x="476758" y="58385"/>
                  </a:lnTo>
                  <a:cubicBezTo>
                    <a:pt x="480314" y="58385"/>
                    <a:pt x="483870" y="57496"/>
                    <a:pt x="486918" y="55972"/>
                  </a:cubicBezTo>
                  <a:lnTo>
                    <a:pt x="526288" y="36287"/>
                  </a:lnTo>
                  <a:cubicBezTo>
                    <a:pt x="533908" y="32477"/>
                    <a:pt x="542417" y="30445"/>
                    <a:pt x="551053" y="30445"/>
                  </a:cubicBezTo>
                  <a:lnTo>
                    <a:pt x="604647" y="30445"/>
                  </a:lnTo>
                  <a:cubicBezTo>
                    <a:pt x="613664" y="30445"/>
                    <a:pt x="620903" y="37684"/>
                    <a:pt x="620903" y="46574"/>
                  </a:cubicBezTo>
                  <a:lnTo>
                    <a:pt x="613664" y="62830"/>
                  </a:lnTo>
                  <a:lnTo>
                    <a:pt x="551053" y="62830"/>
                  </a:lnTo>
                  <a:cubicBezTo>
                    <a:pt x="547497" y="62830"/>
                    <a:pt x="543941" y="63719"/>
                    <a:pt x="540893" y="65243"/>
                  </a:cubicBezTo>
                  <a:lnTo>
                    <a:pt x="501523" y="84928"/>
                  </a:lnTo>
                  <a:cubicBezTo>
                    <a:pt x="493903" y="88738"/>
                    <a:pt x="485394" y="90770"/>
                    <a:pt x="476758" y="907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17"/>
            <p:cNvSpPr/>
            <p:nvPr/>
          </p:nvSpPr>
          <p:spPr>
            <a:xfrm>
              <a:off x="378206" y="705739"/>
              <a:ext cx="120232" cy="139192"/>
            </a:xfrm>
            <a:custGeom>
              <a:rect b="b" l="l" r="r" t="t"/>
              <a:pathLst>
                <a:path extrusionOk="0" h="139192" w="120232">
                  <a:moveTo>
                    <a:pt x="89916" y="139192"/>
                  </a:moveTo>
                  <a:lnTo>
                    <a:pt x="78232" y="135890"/>
                  </a:lnTo>
                  <a:cubicBezTo>
                    <a:pt x="65532" y="110490"/>
                    <a:pt x="68326" y="86995"/>
                    <a:pt x="82423" y="70104"/>
                  </a:cubicBezTo>
                  <a:lnTo>
                    <a:pt x="89408" y="53975"/>
                  </a:lnTo>
                  <a:cubicBezTo>
                    <a:pt x="81661" y="37465"/>
                    <a:pt x="73914" y="32512"/>
                    <a:pt x="64770" y="32512"/>
                  </a:cubicBezTo>
                  <a:lnTo>
                    <a:pt x="16256" y="32512"/>
                  </a:lnTo>
                  <a:cubicBezTo>
                    <a:pt x="7239" y="32512"/>
                    <a:pt x="0" y="25273"/>
                    <a:pt x="0" y="16256"/>
                  </a:cubicBezTo>
                  <a:lnTo>
                    <a:pt x="7239" y="0"/>
                  </a:lnTo>
                  <a:lnTo>
                    <a:pt x="64897" y="0"/>
                  </a:lnTo>
                  <a:cubicBezTo>
                    <a:pt x="86614" y="0"/>
                    <a:pt x="105791" y="12192"/>
                    <a:pt x="114935" y="31877"/>
                  </a:cubicBezTo>
                  <a:cubicBezTo>
                    <a:pt x="124079" y="51562"/>
                    <a:pt x="121285" y="74041"/>
                    <a:pt x="107315" y="90805"/>
                  </a:cubicBezTo>
                  <a:lnTo>
                    <a:pt x="100457" y="107569"/>
                  </a:lnTo>
                  <a:cubicBezTo>
                    <a:pt x="108585" y="123698"/>
                    <a:pt x="105283" y="133477"/>
                    <a:pt x="97282" y="137414"/>
                  </a:cubicBezTo>
                  <a:lnTo>
                    <a:pt x="92456" y="13906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17"/>
            <p:cNvSpPr/>
            <p:nvPr/>
          </p:nvSpPr>
          <p:spPr>
            <a:xfrm>
              <a:off x="322072" y="705866"/>
              <a:ext cx="49657" cy="32385"/>
            </a:xfrm>
            <a:custGeom>
              <a:rect b="b" l="l" r="r" t="t"/>
              <a:pathLst>
                <a:path extrusionOk="0" h="32385" w="49657">
                  <a:moveTo>
                    <a:pt x="33401" y="32385"/>
                  </a:moveTo>
                  <a:lnTo>
                    <a:pt x="16256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33401" y="0"/>
                  </a:lnTo>
                  <a:cubicBezTo>
                    <a:pt x="42418" y="0"/>
                    <a:pt x="49657" y="7239"/>
                    <a:pt x="49657" y="16256"/>
                  </a:cubicBezTo>
                  <a:lnTo>
                    <a:pt x="42418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17"/>
            <p:cNvSpPr/>
            <p:nvPr/>
          </p:nvSpPr>
          <p:spPr>
            <a:xfrm>
              <a:off x="247178" y="717997"/>
              <a:ext cx="67401" cy="46670"/>
            </a:xfrm>
            <a:custGeom>
              <a:rect b="b" l="l" r="r" t="t"/>
              <a:pathLst>
                <a:path extrusionOk="0" h="46670" w="67401">
                  <a:moveTo>
                    <a:pt x="15204" y="46670"/>
                  </a:moveTo>
                  <a:lnTo>
                    <a:pt x="2631" y="42733"/>
                  </a:lnTo>
                  <a:cubicBezTo>
                    <a:pt x="-3084" y="27874"/>
                    <a:pt x="1107" y="18603"/>
                    <a:pt x="9489" y="15301"/>
                  </a:cubicBezTo>
                  <a:lnTo>
                    <a:pt x="46446" y="1077"/>
                  </a:lnTo>
                  <a:cubicBezTo>
                    <a:pt x="54828" y="-2098"/>
                    <a:pt x="64226" y="1966"/>
                    <a:pt x="67401" y="10348"/>
                  </a:cubicBezTo>
                  <a:lnTo>
                    <a:pt x="66385" y="28128"/>
                  </a:lnTo>
                  <a:lnTo>
                    <a:pt x="21046" y="45527"/>
                  </a:lnTo>
                  <a:cubicBezTo>
                    <a:pt x="19141" y="46289"/>
                    <a:pt x="17109" y="46670"/>
                    <a:pt x="15204" y="466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17"/>
            <p:cNvSpPr/>
            <p:nvPr/>
          </p:nvSpPr>
          <p:spPr>
            <a:xfrm>
              <a:off x="719420" y="632964"/>
              <a:ext cx="70253" cy="65409"/>
            </a:xfrm>
            <a:custGeom>
              <a:rect b="b" l="l" r="r" t="t"/>
              <a:pathLst>
                <a:path extrusionOk="0" h="65409" w="70253">
                  <a:moveTo>
                    <a:pt x="20609" y="65409"/>
                  </a:moveTo>
                  <a:lnTo>
                    <a:pt x="11084" y="63377"/>
                  </a:lnTo>
                  <a:cubicBezTo>
                    <a:pt x="2321" y="53852"/>
                    <a:pt x="-346" y="45978"/>
                    <a:pt x="35" y="37596"/>
                  </a:cubicBezTo>
                  <a:cubicBezTo>
                    <a:pt x="543" y="27690"/>
                    <a:pt x="5369" y="17911"/>
                    <a:pt x="13243" y="10672"/>
                  </a:cubicBezTo>
                  <a:cubicBezTo>
                    <a:pt x="20101" y="4449"/>
                    <a:pt x="28483" y="766"/>
                    <a:pt x="36992" y="131"/>
                  </a:cubicBezTo>
                  <a:cubicBezTo>
                    <a:pt x="46898" y="-758"/>
                    <a:pt x="56169" y="2925"/>
                    <a:pt x="62519" y="9783"/>
                  </a:cubicBezTo>
                  <a:cubicBezTo>
                    <a:pt x="71409" y="19562"/>
                    <a:pt x="72806" y="34294"/>
                    <a:pt x="65821" y="47375"/>
                  </a:cubicBezTo>
                  <a:lnTo>
                    <a:pt x="51851" y="58297"/>
                  </a:lnTo>
                  <a:cubicBezTo>
                    <a:pt x="36484" y="50169"/>
                    <a:pt x="33309" y="41025"/>
                    <a:pt x="36611" y="33405"/>
                  </a:cubicBezTo>
                  <a:lnTo>
                    <a:pt x="35595" y="34167"/>
                  </a:lnTo>
                  <a:lnTo>
                    <a:pt x="32420" y="38866"/>
                  </a:lnTo>
                  <a:cubicBezTo>
                    <a:pt x="38516" y="45851"/>
                    <a:pt x="37627" y="55376"/>
                    <a:pt x="31023" y="61472"/>
                  </a:cubicBezTo>
                  <a:lnTo>
                    <a:pt x="24419" y="6540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17"/>
            <p:cNvSpPr/>
            <p:nvPr/>
          </p:nvSpPr>
          <p:spPr>
            <a:xfrm>
              <a:off x="580547" y="726757"/>
              <a:ext cx="87425" cy="82106"/>
            </a:xfrm>
            <a:custGeom>
              <a:rect b="b" l="l" r="r" t="t"/>
              <a:pathLst>
                <a:path extrusionOk="0" h="82106" w="87425">
                  <a:moveTo>
                    <a:pt x="30069" y="54801"/>
                  </a:moveTo>
                  <a:lnTo>
                    <a:pt x="30069" y="54801"/>
                  </a:lnTo>
                  <a:lnTo>
                    <a:pt x="30069" y="54801"/>
                  </a:lnTo>
                  <a:moveTo>
                    <a:pt x="18131" y="81852"/>
                  </a:moveTo>
                  <a:lnTo>
                    <a:pt x="9368" y="80074"/>
                  </a:lnTo>
                  <a:cubicBezTo>
                    <a:pt x="-7015" y="62040"/>
                    <a:pt x="-1046" y="37148"/>
                    <a:pt x="20544" y="17590"/>
                  </a:cubicBezTo>
                  <a:lnTo>
                    <a:pt x="48611" y="1461"/>
                  </a:lnTo>
                  <a:cubicBezTo>
                    <a:pt x="61438" y="-1968"/>
                    <a:pt x="73122" y="699"/>
                    <a:pt x="80488" y="8827"/>
                  </a:cubicBezTo>
                  <a:cubicBezTo>
                    <a:pt x="90521" y="19876"/>
                    <a:pt x="89632" y="37275"/>
                    <a:pt x="78075" y="54293"/>
                  </a:cubicBezTo>
                  <a:lnTo>
                    <a:pt x="62962" y="63564"/>
                  </a:lnTo>
                  <a:cubicBezTo>
                    <a:pt x="48230" y="53531"/>
                    <a:pt x="46325" y="43498"/>
                    <a:pt x="51278" y="36005"/>
                  </a:cubicBezTo>
                  <a:lnTo>
                    <a:pt x="51913" y="35116"/>
                  </a:lnTo>
                  <a:lnTo>
                    <a:pt x="45944" y="38291"/>
                  </a:lnTo>
                  <a:cubicBezTo>
                    <a:pt x="35149" y="48197"/>
                    <a:pt x="32355" y="54420"/>
                    <a:pt x="31720" y="57087"/>
                  </a:cubicBezTo>
                  <a:lnTo>
                    <a:pt x="34895" y="72454"/>
                  </a:lnTo>
                  <a:cubicBezTo>
                    <a:pt x="25878" y="80709"/>
                    <a:pt x="21941" y="82106"/>
                    <a:pt x="18131" y="821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17"/>
            <p:cNvSpPr/>
            <p:nvPr/>
          </p:nvSpPr>
          <p:spPr>
            <a:xfrm>
              <a:off x="584327" y="177351"/>
              <a:ext cx="66294" cy="45407"/>
            </a:xfrm>
            <a:custGeom>
              <a:rect b="b" l="l" r="r" t="t"/>
              <a:pathLst>
                <a:path extrusionOk="0" h="45407" w="66294">
                  <a:moveTo>
                    <a:pt x="49657" y="45280"/>
                  </a:moveTo>
                  <a:lnTo>
                    <a:pt x="39751" y="42994"/>
                  </a:lnTo>
                  <a:cubicBezTo>
                    <a:pt x="32258" y="32834"/>
                    <a:pt x="26543" y="31564"/>
                    <a:pt x="25019" y="32580"/>
                  </a:cubicBezTo>
                  <a:lnTo>
                    <a:pt x="7620" y="36390"/>
                  </a:lnTo>
                  <a:cubicBezTo>
                    <a:pt x="-3048" y="22039"/>
                    <a:pt x="-1397" y="11879"/>
                    <a:pt x="5715" y="6545"/>
                  </a:cubicBezTo>
                  <a:cubicBezTo>
                    <a:pt x="22606" y="-5901"/>
                    <a:pt x="48133" y="-59"/>
                    <a:pt x="62484" y="19499"/>
                  </a:cubicBezTo>
                  <a:lnTo>
                    <a:pt x="66294" y="36898"/>
                  </a:lnTo>
                  <a:cubicBezTo>
                    <a:pt x="56261" y="44264"/>
                    <a:pt x="52832" y="45407"/>
                    <a:pt x="49530" y="4540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17"/>
            <p:cNvSpPr/>
            <p:nvPr/>
          </p:nvSpPr>
          <p:spPr>
            <a:xfrm>
              <a:off x="175133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17"/>
            <p:cNvSpPr/>
            <p:nvPr/>
          </p:nvSpPr>
          <p:spPr>
            <a:xfrm>
              <a:off x="175133" y="316230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17"/>
            <p:cNvSpPr/>
            <p:nvPr/>
          </p:nvSpPr>
          <p:spPr>
            <a:xfrm>
              <a:off x="538226" y="372110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17"/>
            <p:cNvSpPr/>
            <p:nvPr/>
          </p:nvSpPr>
          <p:spPr>
            <a:xfrm>
              <a:off x="538226" y="204597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17"/>
            <p:cNvSpPr/>
            <p:nvPr/>
          </p:nvSpPr>
          <p:spPr>
            <a:xfrm>
              <a:off x="566166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17"/>
            <p:cNvSpPr/>
            <p:nvPr/>
          </p:nvSpPr>
          <p:spPr>
            <a:xfrm>
              <a:off x="370586" y="790956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17"/>
            <p:cNvSpPr/>
            <p:nvPr/>
          </p:nvSpPr>
          <p:spPr>
            <a:xfrm>
              <a:off x="398526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17"/>
            <p:cNvSpPr/>
            <p:nvPr/>
          </p:nvSpPr>
          <p:spPr>
            <a:xfrm>
              <a:off x="258953" y="59550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17"/>
            <p:cNvSpPr/>
            <p:nvPr/>
          </p:nvSpPr>
          <p:spPr>
            <a:xfrm>
              <a:off x="337820" y="254635"/>
              <a:ext cx="72771" cy="71882"/>
            </a:xfrm>
            <a:custGeom>
              <a:rect b="b" l="l" r="r" t="t"/>
              <a:pathLst>
                <a:path extrusionOk="0" h="71882" w="72771">
                  <a:moveTo>
                    <a:pt x="17653" y="71882"/>
                  </a:moveTo>
                  <a:lnTo>
                    <a:pt x="15621" y="71755"/>
                  </a:lnTo>
                  <a:lnTo>
                    <a:pt x="0" y="61341"/>
                  </a:lnTo>
                  <a:cubicBezTo>
                    <a:pt x="5969" y="30734"/>
                    <a:pt x="25781" y="0"/>
                    <a:pt x="56515" y="0"/>
                  </a:cubicBezTo>
                  <a:lnTo>
                    <a:pt x="72771" y="7239"/>
                  </a:lnTo>
                  <a:cubicBezTo>
                    <a:pt x="72771" y="25146"/>
                    <a:pt x="65532" y="32385"/>
                    <a:pt x="56515" y="32385"/>
                  </a:cubicBezTo>
                  <a:cubicBezTo>
                    <a:pt x="45720" y="32385"/>
                    <a:pt x="35560" y="48260"/>
                    <a:pt x="33528" y="58674"/>
                  </a:cubicBezTo>
                  <a:lnTo>
                    <a:pt x="25273" y="7175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17"/>
            <p:cNvSpPr/>
            <p:nvPr/>
          </p:nvSpPr>
          <p:spPr>
            <a:xfrm>
              <a:off x="406940" y="77309"/>
              <a:ext cx="195675" cy="104428"/>
            </a:xfrm>
            <a:custGeom>
              <a:rect b="b" l="l" r="r" t="t"/>
              <a:pathLst>
                <a:path extrusionOk="0" h="104428" w="195675">
                  <a:moveTo>
                    <a:pt x="15208" y="104428"/>
                  </a:moveTo>
                  <a:lnTo>
                    <a:pt x="2127" y="100110"/>
                  </a:lnTo>
                  <a:cubicBezTo>
                    <a:pt x="-2953" y="84870"/>
                    <a:pt x="1619" y="75726"/>
                    <a:pt x="10001" y="72805"/>
                  </a:cubicBezTo>
                  <a:lnTo>
                    <a:pt x="49117" y="57565"/>
                  </a:lnTo>
                  <a:lnTo>
                    <a:pt x="174339" y="1431"/>
                  </a:lnTo>
                  <a:cubicBezTo>
                    <a:pt x="182467" y="-2252"/>
                    <a:pt x="192119" y="1431"/>
                    <a:pt x="195675" y="9559"/>
                  </a:cubicBezTo>
                  <a:lnTo>
                    <a:pt x="195675" y="27339"/>
                  </a:lnTo>
                  <a:lnTo>
                    <a:pt x="62452" y="87029"/>
                  </a:lnTo>
                  <a:cubicBezTo>
                    <a:pt x="48736" y="93125"/>
                    <a:pt x="34512" y="98713"/>
                    <a:pt x="20288" y="103539"/>
                  </a:cubicBezTo>
                  <a:lnTo>
                    <a:pt x="16859" y="10442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17"/>
            <p:cNvSpPr/>
            <p:nvPr/>
          </p:nvSpPr>
          <p:spPr>
            <a:xfrm>
              <a:off x="331397" y="164918"/>
              <a:ext cx="51127" cy="35107"/>
            </a:xfrm>
            <a:custGeom>
              <a:rect b="b" l="l" r="r" t="t"/>
              <a:pathLst>
                <a:path extrusionOk="0" h="35107" w="51127">
                  <a:moveTo>
                    <a:pt x="15313" y="34980"/>
                  </a:moveTo>
                  <a:lnTo>
                    <a:pt x="581" y="29265"/>
                  </a:lnTo>
                  <a:cubicBezTo>
                    <a:pt x="-1959" y="12374"/>
                    <a:pt x="4137" y="4119"/>
                    <a:pt x="12900" y="2849"/>
                  </a:cubicBezTo>
                  <a:lnTo>
                    <a:pt x="25727" y="817"/>
                  </a:lnTo>
                  <a:cubicBezTo>
                    <a:pt x="40840" y="-2231"/>
                    <a:pt x="49476" y="3611"/>
                    <a:pt x="51127" y="12374"/>
                  </a:cubicBezTo>
                  <a:lnTo>
                    <a:pt x="47063" y="29646"/>
                  </a:lnTo>
                  <a:cubicBezTo>
                    <a:pt x="31442" y="32694"/>
                    <a:pt x="24584" y="33837"/>
                    <a:pt x="17726" y="34853"/>
                  </a:cubicBezTo>
                  <a:lnTo>
                    <a:pt x="16075" y="35107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17"/>
            <p:cNvSpPr/>
            <p:nvPr/>
          </p:nvSpPr>
          <p:spPr>
            <a:xfrm>
              <a:off x="264287" y="174137"/>
              <a:ext cx="43688" cy="34016"/>
            </a:xfrm>
            <a:custGeom>
              <a:rect b="b" l="l" r="r" t="t"/>
              <a:pathLst>
                <a:path extrusionOk="0" h="34016" w="43688">
                  <a:moveTo>
                    <a:pt x="15494" y="34016"/>
                  </a:moveTo>
                  <a:lnTo>
                    <a:pt x="381" y="27920"/>
                  </a:lnTo>
                  <a:cubicBezTo>
                    <a:pt x="-1651" y="10775"/>
                    <a:pt x="4699" y="2774"/>
                    <a:pt x="13589" y="1631"/>
                  </a:cubicBezTo>
                  <a:lnTo>
                    <a:pt x="25654" y="107"/>
                  </a:lnTo>
                  <a:cubicBezTo>
                    <a:pt x="34544" y="-909"/>
                    <a:pt x="42545" y="5441"/>
                    <a:pt x="43688" y="14331"/>
                  </a:cubicBezTo>
                  <a:lnTo>
                    <a:pt x="38354" y="31222"/>
                  </a:lnTo>
                  <a:lnTo>
                    <a:pt x="17399" y="33762"/>
                  </a:lnTo>
                  <a:lnTo>
                    <a:pt x="16129" y="3388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7"/>
            <p:cNvSpPr/>
            <p:nvPr/>
          </p:nvSpPr>
          <p:spPr>
            <a:xfrm>
              <a:off x="63500" y="63500"/>
              <a:ext cx="746506" cy="842391"/>
            </a:xfrm>
            <a:custGeom>
              <a:rect b="b" l="l" r="r" t="t"/>
              <a:pathLst>
                <a:path extrusionOk="0" h="842391" w="746506">
                  <a:moveTo>
                    <a:pt x="421132" y="842264"/>
                  </a:moveTo>
                  <a:cubicBezTo>
                    <a:pt x="188976" y="842264"/>
                    <a:pt x="0" y="653415"/>
                    <a:pt x="0" y="421132"/>
                  </a:cubicBezTo>
                  <a:cubicBezTo>
                    <a:pt x="0" y="188849"/>
                    <a:pt x="188976" y="0"/>
                    <a:pt x="421132" y="0"/>
                  </a:cubicBezTo>
                  <a:cubicBezTo>
                    <a:pt x="544449" y="0"/>
                    <a:pt x="661162" y="53975"/>
                    <a:pt x="741553" y="148082"/>
                  </a:cubicBezTo>
                  <a:lnTo>
                    <a:pt x="746506" y="165100"/>
                  </a:lnTo>
                  <a:cubicBezTo>
                    <a:pt x="732917" y="176657"/>
                    <a:pt x="722630" y="175895"/>
                    <a:pt x="716915" y="169164"/>
                  </a:cubicBezTo>
                  <a:cubicBezTo>
                    <a:pt x="642747" y="82169"/>
                    <a:pt x="534924" y="32385"/>
                    <a:pt x="421132" y="32385"/>
                  </a:cubicBezTo>
                  <a:cubicBezTo>
                    <a:pt x="206756" y="32385"/>
                    <a:pt x="32385" y="206756"/>
                    <a:pt x="32385" y="421132"/>
                  </a:cubicBezTo>
                  <a:cubicBezTo>
                    <a:pt x="32385" y="635508"/>
                    <a:pt x="206756" y="809879"/>
                    <a:pt x="421132" y="809879"/>
                  </a:cubicBezTo>
                  <a:cubicBezTo>
                    <a:pt x="531749" y="809879"/>
                    <a:pt x="637540" y="762381"/>
                    <a:pt x="711327" y="679577"/>
                  </a:cubicBezTo>
                  <a:lnTo>
                    <a:pt x="727583" y="672338"/>
                  </a:lnTo>
                  <a:cubicBezTo>
                    <a:pt x="740918" y="684276"/>
                    <a:pt x="741553" y="694436"/>
                    <a:pt x="735584" y="701167"/>
                  </a:cubicBezTo>
                  <a:cubicBezTo>
                    <a:pt x="655574" y="790956"/>
                    <a:pt x="541020" y="842391"/>
                    <a:pt x="421259" y="84239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17"/>
            <p:cNvSpPr/>
            <p:nvPr/>
          </p:nvSpPr>
          <p:spPr>
            <a:xfrm>
              <a:off x="792480" y="63500"/>
              <a:ext cx="259207" cy="971804"/>
            </a:xfrm>
            <a:custGeom>
              <a:rect b="b" l="l" r="r" t="t"/>
              <a:pathLst>
                <a:path extrusionOk="0" h="971804" w="259207">
                  <a:moveTo>
                    <a:pt x="129540" y="32385"/>
                  </a:moveTo>
                  <a:cubicBezTo>
                    <a:pt x="102743" y="32385"/>
                    <a:pt x="80899" y="54229"/>
                    <a:pt x="80899" y="81026"/>
                  </a:cubicBezTo>
                  <a:lnTo>
                    <a:pt x="80899" y="749300"/>
                  </a:lnTo>
                  <a:cubicBezTo>
                    <a:pt x="80899" y="754507"/>
                    <a:pt x="78359" y="759460"/>
                    <a:pt x="74041" y="762508"/>
                  </a:cubicBezTo>
                  <a:cubicBezTo>
                    <a:pt x="47498" y="781177"/>
                    <a:pt x="32385" y="810260"/>
                    <a:pt x="32385" y="842264"/>
                  </a:cubicBezTo>
                  <a:cubicBezTo>
                    <a:pt x="32385" y="895858"/>
                    <a:pt x="75946" y="939419"/>
                    <a:pt x="129540" y="939419"/>
                  </a:cubicBezTo>
                  <a:cubicBezTo>
                    <a:pt x="183134" y="939419"/>
                    <a:pt x="226695" y="895858"/>
                    <a:pt x="226695" y="842264"/>
                  </a:cubicBezTo>
                  <a:cubicBezTo>
                    <a:pt x="226695" y="810260"/>
                    <a:pt x="211455" y="781177"/>
                    <a:pt x="185039" y="762508"/>
                  </a:cubicBezTo>
                  <a:lnTo>
                    <a:pt x="178181" y="754507"/>
                  </a:lnTo>
                  <a:lnTo>
                    <a:pt x="178181" y="81026"/>
                  </a:lnTo>
                  <a:cubicBezTo>
                    <a:pt x="178181" y="54229"/>
                    <a:pt x="156337" y="32385"/>
                    <a:pt x="129540" y="32385"/>
                  </a:cubicBezTo>
                  <a:moveTo>
                    <a:pt x="129540" y="971804"/>
                  </a:moveTo>
                  <a:cubicBezTo>
                    <a:pt x="58039" y="971804"/>
                    <a:pt x="0" y="913638"/>
                    <a:pt x="0" y="842264"/>
                  </a:cubicBezTo>
                  <a:cubicBezTo>
                    <a:pt x="0" y="802386"/>
                    <a:pt x="17653" y="766064"/>
                    <a:pt x="48641" y="741172"/>
                  </a:cubicBezTo>
                  <a:lnTo>
                    <a:pt x="48641" y="81026"/>
                  </a:lnTo>
                  <a:cubicBezTo>
                    <a:pt x="48514" y="36322"/>
                    <a:pt x="84836" y="0"/>
                    <a:pt x="129540" y="0"/>
                  </a:cubicBezTo>
                  <a:cubicBezTo>
                    <a:pt x="174244" y="0"/>
                    <a:pt x="210566" y="36322"/>
                    <a:pt x="210566" y="81026"/>
                  </a:cubicBezTo>
                  <a:lnTo>
                    <a:pt x="210566" y="741172"/>
                  </a:lnTo>
                  <a:cubicBezTo>
                    <a:pt x="241554" y="766064"/>
                    <a:pt x="259207" y="802386"/>
                    <a:pt x="259207" y="842264"/>
                  </a:cubicBezTo>
                  <a:cubicBezTo>
                    <a:pt x="259207" y="913765"/>
                    <a:pt x="201041" y="971804"/>
                    <a:pt x="129667" y="97180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17"/>
            <p:cNvSpPr/>
            <p:nvPr/>
          </p:nvSpPr>
          <p:spPr>
            <a:xfrm>
              <a:off x="938276" y="355092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17"/>
            <p:cNvSpPr/>
            <p:nvPr/>
          </p:nvSpPr>
          <p:spPr>
            <a:xfrm>
              <a:off x="938276" y="257937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17"/>
            <p:cNvSpPr/>
            <p:nvPr/>
          </p:nvSpPr>
          <p:spPr>
            <a:xfrm>
              <a:off x="938276" y="549402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17"/>
            <p:cNvSpPr/>
            <p:nvPr/>
          </p:nvSpPr>
          <p:spPr>
            <a:xfrm>
              <a:off x="938276" y="452247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17"/>
            <p:cNvSpPr/>
            <p:nvPr/>
          </p:nvSpPr>
          <p:spPr>
            <a:xfrm>
              <a:off x="938276" y="743839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17"/>
            <p:cNvSpPr/>
            <p:nvPr/>
          </p:nvSpPr>
          <p:spPr>
            <a:xfrm>
              <a:off x="938276" y="646684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0" name="Google Shape;610;p17"/>
          <p:cNvSpPr/>
          <p:nvPr/>
        </p:nvSpPr>
        <p:spPr>
          <a:xfrm>
            <a:off x="233877" y="502191"/>
            <a:ext cx="608364" cy="610534"/>
          </a:xfrm>
          <a:custGeom>
            <a:rect b="b" l="l" r="r" t="t"/>
            <a:pathLst>
              <a:path extrusionOk="0" h="939283" w="935944">
                <a:moveTo>
                  <a:pt x="594308" y="304156"/>
                </a:moveTo>
                <a:cubicBezTo>
                  <a:pt x="562304" y="328794"/>
                  <a:pt x="536650" y="358512"/>
                  <a:pt x="515060" y="395850"/>
                </a:cubicBezTo>
                <a:lnTo>
                  <a:pt x="522934" y="395596"/>
                </a:lnTo>
                <a:cubicBezTo>
                  <a:pt x="536523" y="387976"/>
                  <a:pt x="547953" y="381118"/>
                  <a:pt x="559256" y="374387"/>
                </a:cubicBezTo>
                <a:lnTo>
                  <a:pt x="562177" y="372355"/>
                </a:lnTo>
                <a:cubicBezTo>
                  <a:pt x="576147" y="350003"/>
                  <a:pt x="587069" y="328032"/>
                  <a:pt x="594308" y="304156"/>
                </a:cubicBezTo>
                <a:moveTo>
                  <a:pt x="385774" y="620259"/>
                </a:moveTo>
                <a:cubicBezTo>
                  <a:pt x="338784" y="635118"/>
                  <a:pt x="293826" y="676901"/>
                  <a:pt x="284682" y="713477"/>
                </a:cubicBezTo>
                <a:cubicBezTo>
                  <a:pt x="324560" y="689474"/>
                  <a:pt x="357834" y="659121"/>
                  <a:pt x="385774" y="620259"/>
                </a:cubicBezTo>
                <a:moveTo>
                  <a:pt x="626312" y="347209"/>
                </a:moveTo>
                <a:cubicBezTo>
                  <a:pt x="636218" y="344034"/>
                  <a:pt x="646632" y="342891"/>
                  <a:pt x="655522" y="335017"/>
                </a:cubicBezTo>
                <a:cubicBezTo>
                  <a:pt x="675715" y="317110"/>
                  <a:pt x="694257" y="297806"/>
                  <a:pt x="709243" y="275454"/>
                </a:cubicBezTo>
                <a:lnTo>
                  <a:pt x="730452" y="240910"/>
                </a:lnTo>
                <a:cubicBezTo>
                  <a:pt x="729690" y="239894"/>
                  <a:pt x="728928" y="238878"/>
                  <a:pt x="728166" y="237862"/>
                </a:cubicBezTo>
                <a:lnTo>
                  <a:pt x="664031" y="260341"/>
                </a:lnTo>
                <a:cubicBezTo>
                  <a:pt x="654379" y="263643"/>
                  <a:pt x="649934" y="269485"/>
                  <a:pt x="647394" y="279518"/>
                </a:cubicBezTo>
                <a:lnTo>
                  <a:pt x="626312" y="347209"/>
                </a:lnTo>
                <a:moveTo>
                  <a:pt x="325322" y="574666"/>
                </a:moveTo>
                <a:lnTo>
                  <a:pt x="243661" y="575428"/>
                </a:lnTo>
                <a:cubicBezTo>
                  <a:pt x="176605" y="571745"/>
                  <a:pt x="155142" y="570094"/>
                  <a:pt x="98627" y="534026"/>
                </a:cubicBezTo>
                <a:cubicBezTo>
                  <a:pt x="87451" y="526914"/>
                  <a:pt x="84530" y="514341"/>
                  <a:pt x="91007" y="503927"/>
                </a:cubicBezTo>
                <a:cubicBezTo>
                  <a:pt x="97611" y="493386"/>
                  <a:pt x="110311" y="490465"/>
                  <a:pt x="121995" y="497831"/>
                </a:cubicBezTo>
                <a:cubicBezTo>
                  <a:pt x="161238" y="522469"/>
                  <a:pt x="163397" y="519929"/>
                  <a:pt x="209117" y="528057"/>
                </a:cubicBezTo>
                <a:cubicBezTo>
                  <a:pt x="251916" y="535677"/>
                  <a:pt x="294715" y="535042"/>
                  <a:pt x="337387" y="526787"/>
                </a:cubicBezTo>
                <a:lnTo>
                  <a:pt x="340562" y="525771"/>
                </a:lnTo>
                <a:lnTo>
                  <a:pt x="340308" y="518786"/>
                </a:lnTo>
                <a:cubicBezTo>
                  <a:pt x="285444" y="459985"/>
                  <a:pt x="221055" y="423790"/>
                  <a:pt x="144855" y="409820"/>
                </a:cubicBezTo>
                <a:cubicBezTo>
                  <a:pt x="122249" y="405756"/>
                  <a:pt x="45668" y="401819"/>
                  <a:pt x="22681" y="400168"/>
                </a:cubicBezTo>
                <a:lnTo>
                  <a:pt x="5790" y="396485"/>
                </a:lnTo>
                <a:cubicBezTo>
                  <a:pt x="-1957" y="379975"/>
                  <a:pt x="-1195" y="372482"/>
                  <a:pt x="3758" y="365624"/>
                </a:cubicBezTo>
                <a:lnTo>
                  <a:pt x="15569" y="356988"/>
                </a:lnTo>
                <a:cubicBezTo>
                  <a:pt x="86943" y="356353"/>
                  <a:pt x="200354" y="373879"/>
                  <a:pt x="257123" y="402200"/>
                </a:cubicBezTo>
                <a:cubicBezTo>
                  <a:pt x="286968" y="417059"/>
                  <a:pt x="314400" y="435474"/>
                  <a:pt x="339546" y="457445"/>
                </a:cubicBezTo>
                <a:lnTo>
                  <a:pt x="343483" y="460493"/>
                </a:lnTo>
                <a:lnTo>
                  <a:pt x="353135" y="448936"/>
                </a:lnTo>
                <a:cubicBezTo>
                  <a:pt x="331037" y="426203"/>
                  <a:pt x="318083" y="415408"/>
                  <a:pt x="302335" y="407153"/>
                </a:cubicBezTo>
                <a:lnTo>
                  <a:pt x="253440" y="376165"/>
                </a:lnTo>
                <a:cubicBezTo>
                  <a:pt x="234263" y="366513"/>
                  <a:pt x="214070" y="357750"/>
                  <a:pt x="193369" y="353051"/>
                </a:cubicBezTo>
                <a:lnTo>
                  <a:pt x="115518" y="343399"/>
                </a:lnTo>
                <a:cubicBezTo>
                  <a:pt x="101421" y="342002"/>
                  <a:pt x="92150" y="335525"/>
                  <a:pt x="91134" y="323714"/>
                </a:cubicBezTo>
                <a:cubicBezTo>
                  <a:pt x="89864" y="310633"/>
                  <a:pt x="99008" y="299584"/>
                  <a:pt x="112724" y="300219"/>
                </a:cubicBezTo>
                <a:lnTo>
                  <a:pt x="176478" y="304791"/>
                </a:lnTo>
                <a:cubicBezTo>
                  <a:pt x="179018" y="304918"/>
                  <a:pt x="181558" y="305426"/>
                  <a:pt x="185495" y="305807"/>
                </a:cubicBezTo>
                <a:lnTo>
                  <a:pt x="183082" y="301235"/>
                </a:lnTo>
                <a:cubicBezTo>
                  <a:pt x="171144" y="279264"/>
                  <a:pt x="136219" y="207890"/>
                  <a:pt x="125932" y="187316"/>
                </a:cubicBezTo>
                <a:cubicBezTo>
                  <a:pt x="118566" y="172457"/>
                  <a:pt x="123011" y="159630"/>
                  <a:pt x="135584" y="154550"/>
                </a:cubicBezTo>
                <a:cubicBezTo>
                  <a:pt x="147903" y="149597"/>
                  <a:pt x="159079" y="155312"/>
                  <a:pt x="165429" y="170171"/>
                </a:cubicBezTo>
                <a:cubicBezTo>
                  <a:pt x="178383" y="200397"/>
                  <a:pt x="218769" y="279391"/>
                  <a:pt x="240613" y="304029"/>
                </a:cubicBezTo>
                <a:cubicBezTo>
                  <a:pt x="254837" y="320031"/>
                  <a:pt x="269950" y="334509"/>
                  <a:pt x="289762" y="344161"/>
                </a:cubicBezTo>
                <a:lnTo>
                  <a:pt x="331164" y="370704"/>
                </a:lnTo>
                <a:cubicBezTo>
                  <a:pt x="350468" y="385436"/>
                  <a:pt x="373074" y="390897"/>
                  <a:pt x="395680" y="396358"/>
                </a:cubicBezTo>
                <a:lnTo>
                  <a:pt x="406983" y="391786"/>
                </a:lnTo>
                <a:cubicBezTo>
                  <a:pt x="420445" y="388230"/>
                  <a:pt x="421715" y="383277"/>
                  <a:pt x="422985" y="376546"/>
                </a:cubicBezTo>
                <a:cubicBezTo>
                  <a:pt x="425271" y="364608"/>
                  <a:pt x="423620" y="353813"/>
                  <a:pt x="420064" y="342129"/>
                </a:cubicBezTo>
                <a:lnTo>
                  <a:pt x="401522" y="266818"/>
                </a:lnTo>
                <a:cubicBezTo>
                  <a:pt x="400633" y="263008"/>
                  <a:pt x="399490" y="258944"/>
                  <a:pt x="397458" y="255642"/>
                </a:cubicBezTo>
                <a:cubicBezTo>
                  <a:pt x="373709" y="217034"/>
                  <a:pt x="343229" y="184649"/>
                  <a:pt x="306526" y="158233"/>
                </a:cubicBezTo>
                <a:lnTo>
                  <a:pt x="297509" y="150740"/>
                </a:lnTo>
                <a:cubicBezTo>
                  <a:pt x="290143" y="137659"/>
                  <a:pt x="293064" y="127118"/>
                  <a:pt x="300430" y="120895"/>
                </a:cubicBezTo>
                <a:cubicBezTo>
                  <a:pt x="307796" y="114672"/>
                  <a:pt x="318591" y="113402"/>
                  <a:pt x="326846" y="120006"/>
                </a:cubicBezTo>
                <a:lnTo>
                  <a:pt x="387298" y="171568"/>
                </a:lnTo>
                <a:cubicBezTo>
                  <a:pt x="391997" y="175632"/>
                  <a:pt x="395934" y="180712"/>
                  <a:pt x="400887" y="186173"/>
                </a:cubicBezTo>
                <a:lnTo>
                  <a:pt x="408380" y="148200"/>
                </a:lnTo>
                <a:cubicBezTo>
                  <a:pt x="412317" y="133214"/>
                  <a:pt x="446099" y="30217"/>
                  <a:pt x="451306" y="15612"/>
                </a:cubicBezTo>
                <a:cubicBezTo>
                  <a:pt x="455751" y="2658"/>
                  <a:pt x="467562" y="-2803"/>
                  <a:pt x="479373" y="1388"/>
                </a:cubicBezTo>
                <a:cubicBezTo>
                  <a:pt x="490930" y="5579"/>
                  <a:pt x="496264" y="17644"/>
                  <a:pt x="491438" y="30725"/>
                </a:cubicBezTo>
                <a:cubicBezTo>
                  <a:pt x="478484" y="66285"/>
                  <a:pt x="442543" y="190872"/>
                  <a:pt x="442416" y="228845"/>
                </a:cubicBezTo>
                <a:cubicBezTo>
                  <a:pt x="442289" y="243069"/>
                  <a:pt x="445337" y="255515"/>
                  <a:pt x="454354" y="267580"/>
                </a:cubicBezTo>
                <a:lnTo>
                  <a:pt x="457148" y="262119"/>
                </a:lnTo>
                <a:cubicBezTo>
                  <a:pt x="486104" y="203064"/>
                  <a:pt x="491565" y="184903"/>
                  <a:pt x="541730" y="147057"/>
                </a:cubicBezTo>
                <a:lnTo>
                  <a:pt x="557224" y="139437"/>
                </a:lnTo>
                <a:cubicBezTo>
                  <a:pt x="573480" y="147057"/>
                  <a:pt x="577544" y="153153"/>
                  <a:pt x="578179" y="161154"/>
                </a:cubicBezTo>
                <a:lnTo>
                  <a:pt x="574242" y="176902"/>
                </a:lnTo>
                <a:cubicBezTo>
                  <a:pt x="534364" y="206747"/>
                  <a:pt x="540587" y="207255"/>
                  <a:pt x="518362" y="241418"/>
                </a:cubicBezTo>
                <a:cubicBezTo>
                  <a:pt x="502741" y="265421"/>
                  <a:pt x="490422" y="291075"/>
                  <a:pt x="480770" y="318126"/>
                </a:cubicBezTo>
                <a:lnTo>
                  <a:pt x="477214" y="334128"/>
                </a:lnTo>
                <a:cubicBezTo>
                  <a:pt x="481786" y="348352"/>
                  <a:pt x="482802" y="354448"/>
                  <a:pt x="484326" y="361052"/>
                </a:cubicBezTo>
                <a:lnTo>
                  <a:pt x="514679" y="321047"/>
                </a:lnTo>
                <a:cubicBezTo>
                  <a:pt x="540333" y="289805"/>
                  <a:pt x="570686" y="263643"/>
                  <a:pt x="605357" y="242815"/>
                </a:cubicBezTo>
                <a:lnTo>
                  <a:pt x="613104" y="236719"/>
                </a:lnTo>
                <a:cubicBezTo>
                  <a:pt x="613485" y="207128"/>
                  <a:pt x="614247" y="139564"/>
                  <a:pt x="614882" y="116069"/>
                </a:cubicBezTo>
                <a:lnTo>
                  <a:pt x="614501" y="111497"/>
                </a:lnTo>
                <a:cubicBezTo>
                  <a:pt x="614120" y="95622"/>
                  <a:pt x="622756" y="85716"/>
                  <a:pt x="635075" y="85208"/>
                </a:cubicBezTo>
                <a:cubicBezTo>
                  <a:pt x="647013" y="84700"/>
                  <a:pt x="656919" y="93590"/>
                  <a:pt x="657554" y="106671"/>
                </a:cubicBezTo>
                <a:cubicBezTo>
                  <a:pt x="658316" y="126483"/>
                  <a:pt x="658316" y="190237"/>
                  <a:pt x="658570" y="210176"/>
                </a:cubicBezTo>
                <a:lnTo>
                  <a:pt x="658570" y="212970"/>
                </a:lnTo>
                <a:lnTo>
                  <a:pt x="666952" y="212462"/>
                </a:lnTo>
                <a:cubicBezTo>
                  <a:pt x="687780" y="206366"/>
                  <a:pt x="704544" y="201159"/>
                  <a:pt x="721689" y="196968"/>
                </a:cubicBezTo>
                <a:cubicBezTo>
                  <a:pt x="743406" y="191761"/>
                  <a:pt x="755725" y="204842"/>
                  <a:pt x="750391" y="227194"/>
                </a:cubicBezTo>
                <a:lnTo>
                  <a:pt x="754201" y="228210"/>
                </a:lnTo>
                <a:cubicBezTo>
                  <a:pt x="770330" y="233544"/>
                  <a:pt x="776553" y="247133"/>
                  <a:pt x="768679" y="260595"/>
                </a:cubicBezTo>
                <a:lnTo>
                  <a:pt x="730452" y="320158"/>
                </a:lnTo>
                <a:cubicBezTo>
                  <a:pt x="728166" y="323714"/>
                  <a:pt x="725118" y="326889"/>
                  <a:pt x="721308" y="331461"/>
                </a:cubicBezTo>
                <a:lnTo>
                  <a:pt x="727912" y="331842"/>
                </a:lnTo>
                <a:cubicBezTo>
                  <a:pt x="760043" y="331969"/>
                  <a:pt x="757757" y="329810"/>
                  <a:pt x="786586" y="336668"/>
                </a:cubicBezTo>
                <a:cubicBezTo>
                  <a:pt x="800683" y="339970"/>
                  <a:pt x="808049" y="350511"/>
                  <a:pt x="805255" y="362957"/>
                </a:cubicBezTo>
                <a:cubicBezTo>
                  <a:pt x="802461" y="375403"/>
                  <a:pt x="791412" y="382007"/>
                  <a:pt x="777188" y="378832"/>
                </a:cubicBezTo>
                <a:cubicBezTo>
                  <a:pt x="731595" y="368672"/>
                  <a:pt x="717244" y="372101"/>
                  <a:pt x="671270" y="381245"/>
                </a:cubicBezTo>
                <a:lnTo>
                  <a:pt x="663142" y="384039"/>
                </a:lnTo>
                <a:cubicBezTo>
                  <a:pt x="635329" y="403089"/>
                  <a:pt x="609421" y="416678"/>
                  <a:pt x="581735" y="427092"/>
                </a:cubicBezTo>
                <a:lnTo>
                  <a:pt x="572591" y="432807"/>
                </a:lnTo>
                <a:lnTo>
                  <a:pt x="567257" y="442840"/>
                </a:lnTo>
                <a:cubicBezTo>
                  <a:pt x="570051" y="451857"/>
                  <a:pt x="574242" y="457572"/>
                  <a:pt x="575131" y="463922"/>
                </a:cubicBezTo>
                <a:cubicBezTo>
                  <a:pt x="576782" y="474463"/>
                  <a:pt x="583513" y="479416"/>
                  <a:pt x="591895" y="483988"/>
                </a:cubicBezTo>
                <a:cubicBezTo>
                  <a:pt x="670254" y="527549"/>
                  <a:pt x="815161" y="520691"/>
                  <a:pt x="900378" y="493132"/>
                </a:cubicBezTo>
                <a:lnTo>
                  <a:pt x="904696" y="491608"/>
                </a:lnTo>
                <a:cubicBezTo>
                  <a:pt x="919428" y="487290"/>
                  <a:pt x="930985" y="492878"/>
                  <a:pt x="934795" y="504435"/>
                </a:cubicBezTo>
                <a:cubicBezTo>
                  <a:pt x="938478" y="515611"/>
                  <a:pt x="933144" y="527549"/>
                  <a:pt x="921079" y="531359"/>
                </a:cubicBezTo>
                <a:lnTo>
                  <a:pt x="865326" y="546599"/>
                </a:lnTo>
                <a:cubicBezTo>
                  <a:pt x="855293" y="549012"/>
                  <a:pt x="782014" y="564633"/>
                  <a:pt x="770203" y="566411"/>
                </a:cubicBezTo>
                <a:lnTo>
                  <a:pt x="775410" y="570602"/>
                </a:lnTo>
                <a:cubicBezTo>
                  <a:pt x="794206" y="587747"/>
                  <a:pt x="811351" y="602733"/>
                  <a:pt x="827607" y="618735"/>
                </a:cubicBezTo>
                <a:cubicBezTo>
                  <a:pt x="839037" y="630038"/>
                  <a:pt x="838910" y="643246"/>
                  <a:pt x="829131" y="652263"/>
                </a:cubicBezTo>
                <a:cubicBezTo>
                  <a:pt x="819352" y="661280"/>
                  <a:pt x="806525" y="659756"/>
                  <a:pt x="795730" y="647818"/>
                </a:cubicBezTo>
                <a:cubicBezTo>
                  <a:pt x="747470" y="594859"/>
                  <a:pt x="688161" y="561712"/>
                  <a:pt x="617676" y="548631"/>
                </a:cubicBezTo>
                <a:lnTo>
                  <a:pt x="580846" y="544186"/>
                </a:lnTo>
                <a:cubicBezTo>
                  <a:pt x="573988" y="543297"/>
                  <a:pt x="570559" y="545710"/>
                  <a:pt x="569924" y="552949"/>
                </a:cubicBezTo>
                <a:lnTo>
                  <a:pt x="616787" y="563109"/>
                </a:lnTo>
                <a:cubicBezTo>
                  <a:pt x="694003" y="583175"/>
                  <a:pt x="813383" y="677663"/>
                  <a:pt x="866596" y="736972"/>
                </a:cubicBezTo>
                <a:cubicBezTo>
                  <a:pt x="876121" y="747513"/>
                  <a:pt x="875994" y="760848"/>
                  <a:pt x="866596" y="769357"/>
                </a:cubicBezTo>
                <a:cubicBezTo>
                  <a:pt x="857071" y="777993"/>
                  <a:pt x="844371" y="776977"/>
                  <a:pt x="834465" y="765928"/>
                </a:cubicBezTo>
                <a:cubicBezTo>
                  <a:pt x="795984" y="723002"/>
                  <a:pt x="695781" y="637023"/>
                  <a:pt x="641933" y="616449"/>
                </a:cubicBezTo>
                <a:cubicBezTo>
                  <a:pt x="611580" y="604892"/>
                  <a:pt x="580084" y="598034"/>
                  <a:pt x="547826" y="594732"/>
                </a:cubicBezTo>
                <a:lnTo>
                  <a:pt x="533856" y="594732"/>
                </a:lnTo>
                <a:cubicBezTo>
                  <a:pt x="523442" y="603622"/>
                  <a:pt x="518108" y="606035"/>
                  <a:pt x="512901" y="609210"/>
                </a:cubicBezTo>
                <a:cubicBezTo>
                  <a:pt x="533348" y="642865"/>
                  <a:pt x="558494" y="671948"/>
                  <a:pt x="588593" y="696713"/>
                </a:cubicBezTo>
                <a:cubicBezTo>
                  <a:pt x="626820" y="728082"/>
                  <a:pt x="654633" y="741163"/>
                  <a:pt x="702131" y="754752"/>
                </a:cubicBezTo>
                <a:cubicBezTo>
                  <a:pt x="716736" y="758943"/>
                  <a:pt x="723594" y="770246"/>
                  <a:pt x="719657" y="782565"/>
                </a:cubicBezTo>
                <a:cubicBezTo>
                  <a:pt x="715720" y="794884"/>
                  <a:pt x="704417" y="800218"/>
                  <a:pt x="690320" y="796281"/>
                </a:cubicBezTo>
                <a:cubicBezTo>
                  <a:pt x="654887" y="786375"/>
                  <a:pt x="636599" y="780914"/>
                  <a:pt x="605103" y="761610"/>
                </a:cubicBezTo>
                <a:cubicBezTo>
                  <a:pt x="562304" y="735321"/>
                  <a:pt x="525982" y="701920"/>
                  <a:pt x="496010" y="661661"/>
                </a:cubicBezTo>
                <a:lnTo>
                  <a:pt x="493851" y="658994"/>
                </a:lnTo>
                <a:lnTo>
                  <a:pt x="496518" y="672837"/>
                </a:lnTo>
                <a:cubicBezTo>
                  <a:pt x="528141" y="745227"/>
                  <a:pt x="623264" y="846065"/>
                  <a:pt x="684732" y="882006"/>
                </a:cubicBezTo>
                <a:lnTo>
                  <a:pt x="686764" y="883149"/>
                </a:lnTo>
                <a:cubicBezTo>
                  <a:pt x="700353" y="891277"/>
                  <a:pt x="704290" y="903215"/>
                  <a:pt x="697940" y="914391"/>
                </a:cubicBezTo>
                <a:cubicBezTo>
                  <a:pt x="691590" y="925567"/>
                  <a:pt x="678763" y="929123"/>
                  <a:pt x="666444" y="921249"/>
                </a:cubicBezTo>
                <a:lnTo>
                  <a:pt x="611707" y="883403"/>
                </a:lnTo>
                <a:cubicBezTo>
                  <a:pt x="577544" y="856098"/>
                  <a:pt x="500201" y="772405"/>
                  <a:pt x="478357" y="734559"/>
                </a:cubicBezTo>
                <a:lnTo>
                  <a:pt x="476325" y="731384"/>
                </a:lnTo>
                <a:cubicBezTo>
                  <a:pt x="474166" y="742306"/>
                  <a:pt x="474420" y="754498"/>
                  <a:pt x="474039" y="766817"/>
                </a:cubicBezTo>
                <a:cubicBezTo>
                  <a:pt x="472769" y="811394"/>
                  <a:pt x="463752" y="854320"/>
                  <a:pt x="447623" y="895849"/>
                </a:cubicBezTo>
                <a:cubicBezTo>
                  <a:pt x="442670" y="908549"/>
                  <a:pt x="430478" y="913883"/>
                  <a:pt x="418921" y="909311"/>
                </a:cubicBezTo>
                <a:cubicBezTo>
                  <a:pt x="407872" y="904866"/>
                  <a:pt x="403046" y="893055"/>
                  <a:pt x="407237" y="880482"/>
                </a:cubicBezTo>
                <a:lnTo>
                  <a:pt x="410031" y="872862"/>
                </a:lnTo>
                <a:cubicBezTo>
                  <a:pt x="412571" y="865242"/>
                  <a:pt x="413714" y="861432"/>
                  <a:pt x="415746" y="855209"/>
                </a:cubicBezTo>
                <a:cubicBezTo>
                  <a:pt x="404697" y="869179"/>
                  <a:pt x="359485" y="916804"/>
                  <a:pt x="349833" y="928742"/>
                </a:cubicBezTo>
                <a:lnTo>
                  <a:pt x="337514" y="939283"/>
                </a:lnTo>
                <a:cubicBezTo>
                  <a:pt x="311479" y="934965"/>
                  <a:pt x="305256" y="916423"/>
                  <a:pt x="315797" y="901818"/>
                </a:cubicBezTo>
                <a:cubicBezTo>
                  <a:pt x="329894" y="882514"/>
                  <a:pt x="380186" y="827777"/>
                  <a:pt x="392505" y="807457"/>
                </a:cubicBezTo>
                <a:cubicBezTo>
                  <a:pt x="410158" y="777993"/>
                  <a:pt x="421842" y="745735"/>
                  <a:pt x="425906" y="711699"/>
                </a:cubicBezTo>
                <a:cubicBezTo>
                  <a:pt x="427684" y="696586"/>
                  <a:pt x="422096" y="680584"/>
                  <a:pt x="419556" y="664963"/>
                </a:cubicBezTo>
                <a:lnTo>
                  <a:pt x="417397" y="657851"/>
                </a:lnTo>
                <a:lnTo>
                  <a:pt x="412190" y="657343"/>
                </a:lnTo>
                <a:cubicBezTo>
                  <a:pt x="371931" y="708397"/>
                  <a:pt x="323925" y="745989"/>
                  <a:pt x="266648" y="771389"/>
                </a:cubicBezTo>
                <a:lnTo>
                  <a:pt x="257758" y="776596"/>
                </a:lnTo>
                <a:cubicBezTo>
                  <a:pt x="254583" y="797424"/>
                  <a:pt x="251789" y="811902"/>
                  <a:pt x="248868" y="826253"/>
                </a:cubicBezTo>
                <a:cubicBezTo>
                  <a:pt x="246328" y="838699"/>
                  <a:pt x="234898" y="846192"/>
                  <a:pt x="223214" y="843525"/>
                </a:cubicBezTo>
                <a:cubicBezTo>
                  <a:pt x="212546" y="841112"/>
                  <a:pt x="205688" y="831968"/>
                  <a:pt x="206577" y="820411"/>
                </a:cubicBezTo>
                <a:lnTo>
                  <a:pt x="210260" y="791201"/>
                </a:lnTo>
                <a:cubicBezTo>
                  <a:pt x="204926" y="793106"/>
                  <a:pt x="200100" y="794249"/>
                  <a:pt x="195782" y="796535"/>
                </a:cubicBezTo>
                <a:cubicBezTo>
                  <a:pt x="184225" y="802377"/>
                  <a:pt x="172668" y="799583"/>
                  <a:pt x="164667" y="788407"/>
                </a:cubicBezTo>
                <a:cubicBezTo>
                  <a:pt x="157936" y="779136"/>
                  <a:pt x="159206" y="767960"/>
                  <a:pt x="167715" y="759451"/>
                </a:cubicBezTo>
                <a:lnTo>
                  <a:pt x="172160" y="754879"/>
                </a:lnTo>
                <a:cubicBezTo>
                  <a:pt x="196163" y="712334"/>
                  <a:pt x="224357" y="677282"/>
                  <a:pt x="259028" y="647310"/>
                </a:cubicBezTo>
                <a:lnTo>
                  <a:pt x="261695" y="646167"/>
                </a:lnTo>
                <a:lnTo>
                  <a:pt x="261314" y="643373"/>
                </a:lnTo>
                <a:lnTo>
                  <a:pt x="219023" y="648961"/>
                </a:lnTo>
                <a:cubicBezTo>
                  <a:pt x="167207" y="653914"/>
                  <a:pt x="85292" y="648326"/>
                  <a:pt x="35889" y="631435"/>
                </a:cubicBezTo>
                <a:cubicBezTo>
                  <a:pt x="23189" y="627117"/>
                  <a:pt x="17093" y="615941"/>
                  <a:pt x="20649" y="604511"/>
                </a:cubicBezTo>
                <a:cubicBezTo>
                  <a:pt x="24459" y="592192"/>
                  <a:pt x="36270" y="586350"/>
                  <a:pt x="49859" y="590795"/>
                </a:cubicBezTo>
                <a:cubicBezTo>
                  <a:pt x="90118" y="604130"/>
                  <a:pt x="162508" y="609464"/>
                  <a:pt x="204799" y="606924"/>
                </a:cubicBezTo>
                <a:cubicBezTo>
                  <a:pt x="246201" y="604384"/>
                  <a:pt x="285444" y="593970"/>
                  <a:pt x="322909" y="576190"/>
                </a:cubicBezTo>
                <a:lnTo>
                  <a:pt x="325703" y="574412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1" name="Google Shape;611;p17"/>
          <p:cNvGrpSpPr/>
          <p:nvPr/>
        </p:nvGrpSpPr>
        <p:grpSpPr>
          <a:xfrm>
            <a:off x="178004" y="7762777"/>
            <a:ext cx="720087" cy="727028"/>
            <a:chOff x="63500" y="63500"/>
            <a:chExt cx="1106805" cy="1117473"/>
          </a:xfrm>
        </p:grpSpPr>
        <p:sp>
          <p:nvSpPr>
            <p:cNvPr id="612" name="Google Shape;612;p17"/>
            <p:cNvSpPr/>
            <p:nvPr/>
          </p:nvSpPr>
          <p:spPr>
            <a:xfrm>
              <a:off x="452417" y="519747"/>
              <a:ext cx="530803" cy="322500"/>
            </a:xfrm>
            <a:custGeom>
              <a:rect b="b" l="l" r="r" t="t"/>
              <a:pathLst>
                <a:path extrusionOk="0" h="322500" w="530803">
                  <a:moveTo>
                    <a:pt x="300693" y="277051"/>
                  </a:moveTo>
                  <a:cubicBezTo>
                    <a:pt x="338031" y="274765"/>
                    <a:pt x="374099" y="269558"/>
                    <a:pt x="406738" y="250635"/>
                  </a:cubicBezTo>
                  <a:cubicBezTo>
                    <a:pt x="451950" y="224473"/>
                    <a:pt x="478747" y="185357"/>
                    <a:pt x="487637" y="133922"/>
                  </a:cubicBezTo>
                  <a:lnTo>
                    <a:pt x="488653" y="127064"/>
                  </a:lnTo>
                  <a:cubicBezTo>
                    <a:pt x="491828" y="110046"/>
                    <a:pt x="500845" y="103061"/>
                    <a:pt x="513418" y="104839"/>
                  </a:cubicBezTo>
                  <a:cubicBezTo>
                    <a:pt x="526372" y="106617"/>
                    <a:pt x="532087" y="114999"/>
                    <a:pt x="530563" y="129731"/>
                  </a:cubicBezTo>
                  <a:cubicBezTo>
                    <a:pt x="520657" y="223330"/>
                    <a:pt x="456014" y="297117"/>
                    <a:pt x="363304" y="316167"/>
                  </a:cubicBezTo>
                  <a:cubicBezTo>
                    <a:pt x="285961" y="332169"/>
                    <a:pt x="212555" y="317183"/>
                    <a:pt x="144229" y="278702"/>
                  </a:cubicBezTo>
                  <a:cubicBezTo>
                    <a:pt x="94191" y="250508"/>
                    <a:pt x="51138" y="214186"/>
                    <a:pt x="22817" y="162878"/>
                  </a:cubicBezTo>
                  <a:cubicBezTo>
                    <a:pt x="11768" y="142812"/>
                    <a:pt x="1608" y="121984"/>
                    <a:pt x="211" y="98489"/>
                  </a:cubicBezTo>
                  <a:cubicBezTo>
                    <a:pt x="-1948" y="59881"/>
                    <a:pt x="12403" y="29020"/>
                    <a:pt x="47455" y="10732"/>
                  </a:cubicBezTo>
                  <a:cubicBezTo>
                    <a:pt x="82634" y="-7683"/>
                    <a:pt x="115781" y="-1587"/>
                    <a:pt x="146134" y="22797"/>
                  </a:cubicBezTo>
                  <a:lnTo>
                    <a:pt x="170391" y="44260"/>
                  </a:lnTo>
                  <a:cubicBezTo>
                    <a:pt x="180932" y="55055"/>
                    <a:pt x="179789" y="65469"/>
                    <a:pt x="167978" y="76518"/>
                  </a:cubicBezTo>
                  <a:cubicBezTo>
                    <a:pt x="158072" y="85789"/>
                    <a:pt x="149817" y="85281"/>
                    <a:pt x="139149" y="74359"/>
                  </a:cubicBezTo>
                  <a:lnTo>
                    <a:pt x="120734" y="55055"/>
                  </a:lnTo>
                  <a:cubicBezTo>
                    <a:pt x="104097" y="40577"/>
                    <a:pt x="85301" y="37783"/>
                    <a:pt x="69807" y="46673"/>
                  </a:cubicBezTo>
                  <a:cubicBezTo>
                    <a:pt x="50503" y="57722"/>
                    <a:pt x="41232" y="77407"/>
                    <a:pt x="45042" y="99124"/>
                  </a:cubicBezTo>
                  <a:cubicBezTo>
                    <a:pt x="49487" y="123635"/>
                    <a:pt x="61044" y="144717"/>
                    <a:pt x="77046" y="163132"/>
                  </a:cubicBezTo>
                  <a:cubicBezTo>
                    <a:pt x="119972" y="212789"/>
                    <a:pt x="170391" y="251651"/>
                    <a:pt x="235542" y="267145"/>
                  </a:cubicBezTo>
                  <a:lnTo>
                    <a:pt x="300439" y="27705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17"/>
            <p:cNvSpPr/>
            <p:nvPr/>
          </p:nvSpPr>
          <p:spPr>
            <a:xfrm>
              <a:off x="277098" y="401210"/>
              <a:ext cx="478944" cy="315717"/>
            </a:xfrm>
            <a:custGeom>
              <a:rect b="b" l="l" r="r" t="t"/>
              <a:pathLst>
                <a:path extrusionOk="0" h="315717" w="478944">
                  <a:moveTo>
                    <a:pt x="178959" y="42020"/>
                  </a:moveTo>
                  <a:cubicBezTo>
                    <a:pt x="134890" y="42147"/>
                    <a:pt x="93996" y="51418"/>
                    <a:pt x="58817" y="79104"/>
                  </a:cubicBezTo>
                  <a:lnTo>
                    <a:pt x="38370" y="97773"/>
                  </a:lnTo>
                  <a:cubicBezTo>
                    <a:pt x="26813" y="108314"/>
                    <a:pt x="16780" y="108695"/>
                    <a:pt x="7382" y="99297"/>
                  </a:cubicBezTo>
                  <a:cubicBezTo>
                    <a:pt x="-2397" y="89518"/>
                    <a:pt x="-2651" y="79485"/>
                    <a:pt x="7763" y="68182"/>
                  </a:cubicBezTo>
                  <a:cubicBezTo>
                    <a:pt x="43196" y="30082"/>
                    <a:pt x="86757" y="6333"/>
                    <a:pt x="138446" y="1634"/>
                  </a:cubicBezTo>
                  <a:cubicBezTo>
                    <a:pt x="257191" y="-9161"/>
                    <a:pt x="354600" y="33765"/>
                    <a:pt x="431816" y="123554"/>
                  </a:cubicBezTo>
                  <a:cubicBezTo>
                    <a:pt x="452009" y="147049"/>
                    <a:pt x="469281" y="172322"/>
                    <a:pt x="476520" y="203564"/>
                  </a:cubicBezTo>
                  <a:cubicBezTo>
                    <a:pt x="485283" y="241410"/>
                    <a:pt x="469662" y="285352"/>
                    <a:pt x="439690" y="303894"/>
                  </a:cubicBezTo>
                  <a:cubicBezTo>
                    <a:pt x="408702" y="323071"/>
                    <a:pt x="361204" y="318499"/>
                    <a:pt x="331486" y="293226"/>
                  </a:cubicBezTo>
                  <a:lnTo>
                    <a:pt x="310404" y="272652"/>
                  </a:lnTo>
                  <a:cubicBezTo>
                    <a:pt x="299355" y="259444"/>
                    <a:pt x="304308" y="242680"/>
                    <a:pt x="320564" y="236330"/>
                  </a:cubicBezTo>
                  <a:lnTo>
                    <a:pt x="334788" y="236711"/>
                  </a:lnTo>
                  <a:cubicBezTo>
                    <a:pt x="348250" y="249411"/>
                    <a:pt x="355489" y="257539"/>
                    <a:pt x="363998" y="264016"/>
                  </a:cubicBezTo>
                  <a:cubicBezTo>
                    <a:pt x="378349" y="274938"/>
                    <a:pt x="394224" y="278494"/>
                    <a:pt x="411369" y="269985"/>
                  </a:cubicBezTo>
                  <a:cubicBezTo>
                    <a:pt x="428768" y="261349"/>
                    <a:pt x="435245" y="246871"/>
                    <a:pt x="436134" y="228075"/>
                  </a:cubicBezTo>
                  <a:cubicBezTo>
                    <a:pt x="436896" y="212073"/>
                    <a:pt x="433086" y="197595"/>
                    <a:pt x="424577" y="184514"/>
                  </a:cubicBezTo>
                  <a:cubicBezTo>
                    <a:pt x="366538" y="95995"/>
                    <a:pt x="286528" y="45068"/>
                    <a:pt x="179086" y="417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17"/>
            <p:cNvSpPr/>
            <p:nvPr/>
          </p:nvSpPr>
          <p:spPr>
            <a:xfrm>
              <a:off x="325981" y="253551"/>
              <a:ext cx="447026" cy="241876"/>
            </a:xfrm>
            <a:custGeom>
              <a:rect b="b" l="l" r="r" t="t"/>
              <a:pathLst>
                <a:path extrusionOk="0" h="241876" w="447026">
                  <a:moveTo>
                    <a:pt x="98072" y="40962"/>
                  </a:moveTo>
                  <a:lnTo>
                    <a:pt x="39652" y="52138"/>
                  </a:lnTo>
                  <a:cubicBezTo>
                    <a:pt x="34953" y="53027"/>
                    <a:pt x="30508" y="54932"/>
                    <a:pt x="25936" y="55948"/>
                  </a:cubicBezTo>
                  <a:cubicBezTo>
                    <a:pt x="13236" y="58615"/>
                    <a:pt x="5743" y="54551"/>
                    <a:pt x="1806" y="43375"/>
                  </a:cubicBezTo>
                  <a:cubicBezTo>
                    <a:pt x="-2385" y="31564"/>
                    <a:pt x="536" y="21277"/>
                    <a:pt x="12474" y="17594"/>
                  </a:cubicBezTo>
                  <a:lnTo>
                    <a:pt x="77117" y="2227"/>
                  </a:lnTo>
                  <a:cubicBezTo>
                    <a:pt x="140236" y="-6663"/>
                    <a:pt x="198021" y="12133"/>
                    <a:pt x="253647" y="39692"/>
                  </a:cubicBezTo>
                  <a:cubicBezTo>
                    <a:pt x="327053" y="76014"/>
                    <a:pt x="390045" y="125036"/>
                    <a:pt x="436019" y="193870"/>
                  </a:cubicBezTo>
                  <a:lnTo>
                    <a:pt x="443766" y="206316"/>
                  </a:lnTo>
                  <a:cubicBezTo>
                    <a:pt x="449735" y="221683"/>
                    <a:pt x="447068" y="229303"/>
                    <a:pt x="439321" y="234764"/>
                  </a:cubicBezTo>
                  <a:lnTo>
                    <a:pt x="423192" y="241876"/>
                  </a:lnTo>
                  <a:cubicBezTo>
                    <a:pt x="410111" y="230954"/>
                    <a:pt x="405412" y="225112"/>
                    <a:pt x="401348" y="219143"/>
                  </a:cubicBezTo>
                  <a:cubicBezTo>
                    <a:pt x="340769" y="129862"/>
                    <a:pt x="256187" y="75379"/>
                    <a:pt x="152809" y="48963"/>
                  </a:cubicBezTo>
                  <a:lnTo>
                    <a:pt x="98072" y="4096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17"/>
            <p:cNvSpPr/>
            <p:nvPr/>
          </p:nvSpPr>
          <p:spPr>
            <a:xfrm>
              <a:off x="432969" y="743106"/>
              <a:ext cx="446193" cy="239366"/>
            </a:xfrm>
            <a:custGeom>
              <a:rect b="b" l="l" r="r" t="t"/>
              <a:pathLst>
                <a:path extrusionOk="0" h="239366" w="446193">
                  <a:moveTo>
                    <a:pt x="348081" y="239366"/>
                  </a:moveTo>
                  <a:cubicBezTo>
                    <a:pt x="272389" y="237842"/>
                    <a:pt x="205206" y="214601"/>
                    <a:pt x="143738" y="174342"/>
                  </a:cubicBezTo>
                  <a:cubicBezTo>
                    <a:pt x="90525" y="139544"/>
                    <a:pt x="43281" y="98269"/>
                    <a:pt x="9118" y="43659"/>
                  </a:cubicBezTo>
                  <a:lnTo>
                    <a:pt x="3530" y="34261"/>
                  </a:lnTo>
                  <a:cubicBezTo>
                    <a:pt x="-3074" y="17497"/>
                    <a:pt x="-153" y="8988"/>
                    <a:pt x="10134" y="3400"/>
                  </a:cubicBezTo>
                  <a:cubicBezTo>
                    <a:pt x="20675" y="-2442"/>
                    <a:pt x="29057" y="-918"/>
                    <a:pt x="36804" y="9242"/>
                  </a:cubicBezTo>
                  <a:lnTo>
                    <a:pt x="79349" y="65503"/>
                  </a:lnTo>
                  <a:cubicBezTo>
                    <a:pt x="139928" y="131289"/>
                    <a:pt x="213080" y="176755"/>
                    <a:pt x="301472" y="195170"/>
                  </a:cubicBezTo>
                  <a:cubicBezTo>
                    <a:pt x="330301" y="201139"/>
                    <a:pt x="359003" y="198853"/>
                    <a:pt x="387705" y="193392"/>
                  </a:cubicBezTo>
                  <a:lnTo>
                    <a:pt x="422630" y="188820"/>
                  </a:lnTo>
                  <a:cubicBezTo>
                    <a:pt x="436473" y="188312"/>
                    <a:pt x="444474" y="194281"/>
                    <a:pt x="445871" y="203806"/>
                  </a:cubicBezTo>
                  <a:cubicBezTo>
                    <a:pt x="447649" y="214601"/>
                    <a:pt x="442061" y="224888"/>
                    <a:pt x="429107" y="228190"/>
                  </a:cubicBezTo>
                  <a:lnTo>
                    <a:pt x="374751" y="237588"/>
                  </a:lnTo>
                  <a:cubicBezTo>
                    <a:pt x="365353" y="238985"/>
                    <a:pt x="355701" y="238731"/>
                    <a:pt x="347700" y="23923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17"/>
            <p:cNvSpPr/>
            <p:nvPr/>
          </p:nvSpPr>
          <p:spPr>
            <a:xfrm>
              <a:off x="323596" y="590075"/>
              <a:ext cx="131850" cy="329767"/>
            </a:xfrm>
            <a:custGeom>
              <a:rect b="b" l="l" r="r" t="t"/>
              <a:pathLst>
                <a:path extrusionOk="0" h="329767" w="131850">
                  <a:moveTo>
                    <a:pt x="127" y="115156"/>
                  </a:moveTo>
                  <a:cubicBezTo>
                    <a:pt x="4318" y="74643"/>
                    <a:pt x="11938" y="39210"/>
                    <a:pt x="36830" y="10000"/>
                  </a:cubicBezTo>
                  <a:cubicBezTo>
                    <a:pt x="47117" y="-2065"/>
                    <a:pt x="57277" y="-2954"/>
                    <a:pt x="68326" y="5936"/>
                  </a:cubicBezTo>
                  <a:lnTo>
                    <a:pt x="77724" y="19271"/>
                  </a:lnTo>
                  <a:cubicBezTo>
                    <a:pt x="73152" y="30701"/>
                    <a:pt x="71882" y="33368"/>
                    <a:pt x="70104" y="35527"/>
                  </a:cubicBezTo>
                  <a:cubicBezTo>
                    <a:pt x="44958" y="67023"/>
                    <a:pt x="42545" y="102837"/>
                    <a:pt x="50038" y="140556"/>
                  </a:cubicBezTo>
                  <a:cubicBezTo>
                    <a:pt x="60325" y="191737"/>
                    <a:pt x="83820" y="236822"/>
                    <a:pt x="114427" y="278605"/>
                  </a:cubicBezTo>
                  <a:lnTo>
                    <a:pt x="122936" y="288892"/>
                  </a:lnTo>
                  <a:cubicBezTo>
                    <a:pt x="135509" y="306164"/>
                    <a:pt x="134112" y="316451"/>
                    <a:pt x="122936" y="325087"/>
                  </a:cubicBezTo>
                  <a:cubicBezTo>
                    <a:pt x="112776" y="332834"/>
                    <a:pt x="103632" y="330929"/>
                    <a:pt x="94234" y="319626"/>
                  </a:cubicBezTo>
                  <a:cubicBezTo>
                    <a:pt x="56134" y="273906"/>
                    <a:pt x="26289" y="223487"/>
                    <a:pt x="9906" y="166083"/>
                  </a:cubicBezTo>
                  <a:lnTo>
                    <a:pt x="0" y="11515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17"/>
            <p:cNvSpPr/>
            <p:nvPr/>
          </p:nvSpPr>
          <p:spPr>
            <a:xfrm>
              <a:off x="747631" y="315829"/>
              <a:ext cx="131971" cy="331109"/>
            </a:xfrm>
            <a:custGeom>
              <a:rect b="b" l="l" r="r" t="t"/>
              <a:pathLst>
                <a:path extrusionOk="0" h="331109" w="131971">
                  <a:moveTo>
                    <a:pt x="131844" y="224556"/>
                  </a:moveTo>
                  <a:cubicBezTo>
                    <a:pt x="133114" y="259862"/>
                    <a:pt x="121557" y="290596"/>
                    <a:pt x="101745" y="318663"/>
                  </a:cubicBezTo>
                  <a:lnTo>
                    <a:pt x="88918" y="331109"/>
                  </a:lnTo>
                  <a:cubicBezTo>
                    <a:pt x="61867" y="324251"/>
                    <a:pt x="56152" y="310281"/>
                    <a:pt x="65931" y="295930"/>
                  </a:cubicBezTo>
                  <a:cubicBezTo>
                    <a:pt x="87648" y="263926"/>
                    <a:pt x="94252" y="228747"/>
                    <a:pt x="86759" y="191155"/>
                  </a:cubicBezTo>
                  <a:cubicBezTo>
                    <a:pt x="79647" y="155595"/>
                    <a:pt x="66566" y="122067"/>
                    <a:pt x="47135" y="91460"/>
                  </a:cubicBezTo>
                  <a:lnTo>
                    <a:pt x="6749" y="37104"/>
                  </a:lnTo>
                  <a:cubicBezTo>
                    <a:pt x="-2014" y="25547"/>
                    <a:pt x="-2395" y="16276"/>
                    <a:pt x="6495" y="7259"/>
                  </a:cubicBezTo>
                  <a:cubicBezTo>
                    <a:pt x="15766" y="-2012"/>
                    <a:pt x="27069" y="-2774"/>
                    <a:pt x="35832" y="7132"/>
                  </a:cubicBezTo>
                  <a:cubicBezTo>
                    <a:pt x="90823" y="69616"/>
                    <a:pt x="129939" y="139212"/>
                    <a:pt x="131971" y="22455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17"/>
            <p:cNvSpPr/>
            <p:nvPr/>
          </p:nvSpPr>
          <p:spPr>
            <a:xfrm>
              <a:off x="63500" y="289687"/>
              <a:ext cx="167132" cy="166624"/>
            </a:xfrm>
            <a:custGeom>
              <a:rect b="b" l="l" r="r" t="t"/>
              <a:pathLst>
                <a:path extrusionOk="0" h="166624" w="167132">
                  <a:moveTo>
                    <a:pt x="167132" y="98171"/>
                  </a:moveTo>
                  <a:lnTo>
                    <a:pt x="117856" y="115062"/>
                  </a:lnTo>
                  <a:cubicBezTo>
                    <a:pt x="111760" y="117475"/>
                    <a:pt x="105791" y="121793"/>
                    <a:pt x="101346" y="126746"/>
                  </a:cubicBezTo>
                  <a:lnTo>
                    <a:pt x="68961" y="166624"/>
                  </a:lnTo>
                  <a:cubicBezTo>
                    <a:pt x="64135" y="152908"/>
                    <a:pt x="58928" y="140843"/>
                    <a:pt x="55880" y="128270"/>
                  </a:cubicBezTo>
                  <a:cubicBezTo>
                    <a:pt x="52324" y="113538"/>
                    <a:pt x="44577" y="102743"/>
                    <a:pt x="32258" y="94107"/>
                  </a:cubicBezTo>
                  <a:lnTo>
                    <a:pt x="0" y="68707"/>
                  </a:lnTo>
                  <a:cubicBezTo>
                    <a:pt x="16637" y="63119"/>
                    <a:pt x="31369" y="57658"/>
                    <a:pt x="46355" y="53213"/>
                  </a:cubicBezTo>
                  <a:cubicBezTo>
                    <a:pt x="55372" y="50546"/>
                    <a:pt x="62103" y="45974"/>
                    <a:pt x="67564" y="38481"/>
                  </a:cubicBezTo>
                  <a:lnTo>
                    <a:pt x="98171" y="0"/>
                  </a:lnTo>
                  <a:cubicBezTo>
                    <a:pt x="103759" y="16383"/>
                    <a:pt x="109474" y="31242"/>
                    <a:pt x="113792" y="46355"/>
                  </a:cubicBezTo>
                  <a:cubicBezTo>
                    <a:pt x="116459" y="55753"/>
                    <a:pt x="121666" y="62484"/>
                    <a:pt x="129413" y="68199"/>
                  </a:cubicBezTo>
                  <a:lnTo>
                    <a:pt x="167132" y="9817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17"/>
            <p:cNvSpPr/>
            <p:nvPr/>
          </p:nvSpPr>
          <p:spPr>
            <a:xfrm>
              <a:off x="551434" y="1033653"/>
              <a:ext cx="146939" cy="147320"/>
            </a:xfrm>
            <a:custGeom>
              <a:rect b="b" l="l" r="r" t="t"/>
              <a:pathLst>
                <a:path extrusionOk="0" h="147320" w="146939">
                  <a:moveTo>
                    <a:pt x="60452" y="147320"/>
                  </a:moveTo>
                  <a:lnTo>
                    <a:pt x="46990" y="107188"/>
                  </a:lnTo>
                  <a:cubicBezTo>
                    <a:pt x="44450" y="98933"/>
                    <a:pt x="40386" y="92583"/>
                    <a:pt x="33401" y="87376"/>
                  </a:cubicBezTo>
                  <a:lnTo>
                    <a:pt x="0" y="60706"/>
                  </a:lnTo>
                  <a:cubicBezTo>
                    <a:pt x="15875" y="55245"/>
                    <a:pt x="30226" y="50673"/>
                    <a:pt x="44323" y="45212"/>
                  </a:cubicBezTo>
                  <a:lnTo>
                    <a:pt x="53721" y="40132"/>
                  </a:lnTo>
                  <a:cubicBezTo>
                    <a:pt x="66802" y="25019"/>
                    <a:pt x="75819" y="13208"/>
                    <a:pt x="86360" y="0"/>
                  </a:cubicBezTo>
                  <a:lnTo>
                    <a:pt x="101346" y="43180"/>
                  </a:lnTo>
                  <a:cubicBezTo>
                    <a:pt x="103378" y="48514"/>
                    <a:pt x="106934" y="53721"/>
                    <a:pt x="111252" y="57531"/>
                  </a:cubicBezTo>
                  <a:lnTo>
                    <a:pt x="146939" y="86487"/>
                  </a:lnTo>
                  <a:cubicBezTo>
                    <a:pt x="130683" y="92075"/>
                    <a:pt x="115951" y="96901"/>
                    <a:pt x="101346" y="102235"/>
                  </a:cubicBezTo>
                  <a:lnTo>
                    <a:pt x="93472" y="106426"/>
                  </a:lnTo>
                  <a:cubicBezTo>
                    <a:pt x="80772" y="121412"/>
                    <a:pt x="71247" y="133604"/>
                    <a:pt x="60325" y="1470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17"/>
            <p:cNvSpPr/>
            <p:nvPr/>
          </p:nvSpPr>
          <p:spPr>
            <a:xfrm>
              <a:off x="922147" y="305181"/>
              <a:ext cx="122174" cy="121793"/>
            </a:xfrm>
            <a:custGeom>
              <a:rect b="b" l="l" r="r" t="t"/>
              <a:pathLst>
                <a:path extrusionOk="0" h="121793" w="122174">
                  <a:moveTo>
                    <a:pt x="71882" y="0"/>
                  </a:moveTo>
                  <a:cubicBezTo>
                    <a:pt x="77343" y="32258"/>
                    <a:pt x="94361" y="55118"/>
                    <a:pt x="122174" y="71628"/>
                  </a:cubicBezTo>
                  <a:cubicBezTo>
                    <a:pt x="89916" y="77216"/>
                    <a:pt x="66548" y="93345"/>
                    <a:pt x="50546" y="121793"/>
                  </a:cubicBezTo>
                  <a:cubicBezTo>
                    <a:pt x="44704" y="89408"/>
                    <a:pt x="28448" y="66167"/>
                    <a:pt x="0" y="50038"/>
                  </a:cubicBezTo>
                  <a:cubicBezTo>
                    <a:pt x="31877" y="44069"/>
                    <a:pt x="55499" y="28448"/>
                    <a:pt x="7200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17"/>
            <p:cNvSpPr/>
            <p:nvPr/>
          </p:nvSpPr>
          <p:spPr>
            <a:xfrm>
              <a:off x="1059053" y="717042"/>
              <a:ext cx="111252" cy="108712"/>
            </a:xfrm>
            <a:custGeom>
              <a:rect b="b" l="l" r="r" t="t"/>
              <a:pathLst>
                <a:path extrusionOk="0" h="108712" w="111252">
                  <a:moveTo>
                    <a:pt x="111125" y="46482"/>
                  </a:moveTo>
                  <a:lnTo>
                    <a:pt x="85598" y="66802"/>
                  </a:lnTo>
                  <a:cubicBezTo>
                    <a:pt x="83185" y="68961"/>
                    <a:pt x="81280" y="73025"/>
                    <a:pt x="81280" y="76200"/>
                  </a:cubicBezTo>
                  <a:lnTo>
                    <a:pt x="82550" y="108712"/>
                  </a:lnTo>
                  <a:cubicBezTo>
                    <a:pt x="75184" y="103886"/>
                    <a:pt x="68326" y="100457"/>
                    <a:pt x="62992" y="95631"/>
                  </a:cubicBezTo>
                  <a:cubicBezTo>
                    <a:pt x="54483" y="88011"/>
                    <a:pt x="46101" y="87503"/>
                    <a:pt x="36195" y="92710"/>
                  </a:cubicBezTo>
                  <a:lnTo>
                    <a:pt x="22987" y="98044"/>
                  </a:lnTo>
                  <a:cubicBezTo>
                    <a:pt x="17653" y="89789"/>
                    <a:pt x="20955" y="80645"/>
                    <a:pt x="22733" y="71120"/>
                  </a:cubicBezTo>
                  <a:lnTo>
                    <a:pt x="22352" y="61849"/>
                  </a:lnTo>
                  <a:cubicBezTo>
                    <a:pt x="14732" y="50419"/>
                    <a:pt x="8128" y="43180"/>
                    <a:pt x="0" y="33020"/>
                  </a:cubicBezTo>
                  <a:lnTo>
                    <a:pt x="31877" y="32766"/>
                  </a:lnTo>
                  <a:cubicBezTo>
                    <a:pt x="35814" y="32385"/>
                    <a:pt x="40640" y="29591"/>
                    <a:pt x="43180" y="26416"/>
                  </a:cubicBezTo>
                  <a:lnTo>
                    <a:pt x="60579" y="0"/>
                  </a:lnTo>
                  <a:cubicBezTo>
                    <a:pt x="64643" y="11176"/>
                    <a:pt x="68326" y="20066"/>
                    <a:pt x="71120" y="29337"/>
                  </a:cubicBezTo>
                  <a:lnTo>
                    <a:pt x="76073" y="37465"/>
                  </a:lnTo>
                  <a:cubicBezTo>
                    <a:pt x="90805" y="40767"/>
                    <a:pt x="99949" y="43561"/>
                    <a:pt x="111252" y="4660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17"/>
            <p:cNvSpPr/>
            <p:nvPr/>
          </p:nvSpPr>
          <p:spPr>
            <a:xfrm>
              <a:off x="174625" y="738378"/>
              <a:ext cx="111125" cy="109093"/>
            </a:xfrm>
            <a:custGeom>
              <a:rect b="b" l="l" r="r" t="t"/>
              <a:pathLst>
                <a:path extrusionOk="0" h="109093" w="111125">
                  <a:moveTo>
                    <a:pt x="60452" y="0"/>
                  </a:moveTo>
                  <a:lnTo>
                    <a:pt x="70358" y="27686"/>
                  </a:lnTo>
                  <a:cubicBezTo>
                    <a:pt x="72263" y="34163"/>
                    <a:pt x="75565" y="37719"/>
                    <a:pt x="82550" y="38989"/>
                  </a:cubicBezTo>
                  <a:lnTo>
                    <a:pt x="111125" y="46609"/>
                  </a:lnTo>
                  <a:cubicBezTo>
                    <a:pt x="101854" y="53848"/>
                    <a:pt x="93726" y="59309"/>
                    <a:pt x="86741" y="65913"/>
                  </a:cubicBezTo>
                  <a:lnTo>
                    <a:pt x="81534" y="73660"/>
                  </a:lnTo>
                  <a:cubicBezTo>
                    <a:pt x="80899" y="87376"/>
                    <a:pt x="81915" y="97155"/>
                    <a:pt x="82550" y="109093"/>
                  </a:cubicBezTo>
                  <a:lnTo>
                    <a:pt x="56134" y="91567"/>
                  </a:lnTo>
                  <a:cubicBezTo>
                    <a:pt x="52832" y="89662"/>
                    <a:pt x="47752" y="89154"/>
                    <a:pt x="44196" y="90297"/>
                  </a:cubicBezTo>
                  <a:lnTo>
                    <a:pt x="14605" y="101346"/>
                  </a:lnTo>
                  <a:cubicBezTo>
                    <a:pt x="17653" y="90170"/>
                    <a:pt x="20955" y="80772"/>
                    <a:pt x="22733" y="71120"/>
                  </a:cubicBezTo>
                  <a:lnTo>
                    <a:pt x="22479" y="61849"/>
                  </a:lnTo>
                  <a:cubicBezTo>
                    <a:pt x="14859" y="50419"/>
                    <a:pt x="8255" y="43180"/>
                    <a:pt x="0" y="33020"/>
                  </a:cubicBezTo>
                  <a:lnTo>
                    <a:pt x="32004" y="32766"/>
                  </a:lnTo>
                  <a:cubicBezTo>
                    <a:pt x="35941" y="32385"/>
                    <a:pt x="40767" y="29718"/>
                    <a:pt x="43180" y="26543"/>
                  </a:cubicBezTo>
                  <a:lnTo>
                    <a:pt x="60452" y="25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17"/>
            <p:cNvSpPr/>
            <p:nvPr/>
          </p:nvSpPr>
          <p:spPr>
            <a:xfrm>
              <a:off x="456438" y="63500"/>
              <a:ext cx="108331" cy="109093"/>
            </a:xfrm>
            <a:custGeom>
              <a:rect b="b" l="l" r="r" t="t"/>
              <a:pathLst>
                <a:path extrusionOk="0" h="109093" w="108331">
                  <a:moveTo>
                    <a:pt x="11557" y="101092"/>
                  </a:moveTo>
                  <a:lnTo>
                    <a:pt x="20320" y="70358"/>
                  </a:lnTo>
                  <a:cubicBezTo>
                    <a:pt x="21082" y="66675"/>
                    <a:pt x="19939" y="61595"/>
                    <a:pt x="17780" y="58547"/>
                  </a:cubicBezTo>
                  <a:lnTo>
                    <a:pt x="0" y="32893"/>
                  </a:lnTo>
                  <a:cubicBezTo>
                    <a:pt x="9652" y="32893"/>
                    <a:pt x="19304" y="33528"/>
                    <a:pt x="28702" y="32639"/>
                  </a:cubicBezTo>
                  <a:lnTo>
                    <a:pt x="37973" y="29337"/>
                  </a:lnTo>
                  <a:cubicBezTo>
                    <a:pt x="46736" y="18288"/>
                    <a:pt x="51562" y="9779"/>
                    <a:pt x="57912" y="0"/>
                  </a:cubicBezTo>
                  <a:lnTo>
                    <a:pt x="68834" y="29210"/>
                  </a:lnTo>
                  <a:cubicBezTo>
                    <a:pt x="70612" y="32893"/>
                    <a:pt x="74549" y="36576"/>
                    <a:pt x="78232" y="37973"/>
                  </a:cubicBezTo>
                  <a:lnTo>
                    <a:pt x="108331" y="46355"/>
                  </a:lnTo>
                  <a:cubicBezTo>
                    <a:pt x="99314" y="53467"/>
                    <a:pt x="91948" y="59817"/>
                    <a:pt x="84074" y="65405"/>
                  </a:cubicBezTo>
                  <a:lnTo>
                    <a:pt x="77724" y="72517"/>
                  </a:lnTo>
                  <a:cubicBezTo>
                    <a:pt x="79121" y="87630"/>
                    <a:pt x="79375" y="97155"/>
                    <a:pt x="80010" y="109093"/>
                  </a:cubicBezTo>
                  <a:lnTo>
                    <a:pt x="53848" y="91567"/>
                  </a:lnTo>
                  <a:cubicBezTo>
                    <a:pt x="50292" y="89662"/>
                    <a:pt x="44958" y="89027"/>
                    <a:pt x="41021" y="90170"/>
                  </a:cubicBezTo>
                  <a:lnTo>
                    <a:pt x="11684" y="10109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17"/>
            <p:cNvSpPr/>
            <p:nvPr/>
          </p:nvSpPr>
          <p:spPr>
            <a:xfrm>
              <a:off x="901227" y="881375"/>
              <a:ext cx="94960" cy="67696"/>
            </a:xfrm>
            <a:custGeom>
              <a:rect b="b" l="l" r="r" t="t"/>
              <a:pathLst>
                <a:path extrusionOk="0" h="67696" w="94960">
                  <a:moveTo>
                    <a:pt x="23587" y="67696"/>
                  </a:moveTo>
                  <a:cubicBezTo>
                    <a:pt x="11268" y="67442"/>
                    <a:pt x="3267" y="61346"/>
                    <a:pt x="854" y="52456"/>
                  </a:cubicBezTo>
                  <a:cubicBezTo>
                    <a:pt x="-1813" y="43058"/>
                    <a:pt x="1870" y="33279"/>
                    <a:pt x="10506" y="28707"/>
                  </a:cubicBezTo>
                  <a:lnTo>
                    <a:pt x="63338" y="2418"/>
                  </a:lnTo>
                  <a:cubicBezTo>
                    <a:pt x="72863" y="-2154"/>
                    <a:pt x="80356" y="-122"/>
                    <a:pt x="86325" y="7498"/>
                  </a:cubicBezTo>
                  <a:lnTo>
                    <a:pt x="94961" y="25532"/>
                  </a:lnTo>
                  <a:cubicBezTo>
                    <a:pt x="70450" y="51694"/>
                    <a:pt x="45558" y="59949"/>
                    <a:pt x="23587" y="675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17"/>
            <p:cNvSpPr/>
            <p:nvPr/>
          </p:nvSpPr>
          <p:spPr>
            <a:xfrm>
              <a:off x="641537" y="236171"/>
              <a:ext cx="88654" cy="73780"/>
            </a:xfrm>
            <a:custGeom>
              <a:rect b="b" l="l" r="r" t="t"/>
              <a:pathLst>
                <a:path extrusionOk="0" h="73780" w="88654">
                  <a:moveTo>
                    <a:pt x="23943" y="49"/>
                  </a:moveTo>
                  <a:lnTo>
                    <a:pt x="30547" y="1446"/>
                  </a:lnTo>
                  <a:cubicBezTo>
                    <a:pt x="50105" y="14781"/>
                    <a:pt x="66234" y="25449"/>
                    <a:pt x="81347" y="37514"/>
                  </a:cubicBezTo>
                  <a:cubicBezTo>
                    <a:pt x="90745" y="44880"/>
                    <a:pt x="90745" y="58088"/>
                    <a:pt x="83252" y="66597"/>
                  </a:cubicBezTo>
                  <a:cubicBezTo>
                    <a:pt x="75886" y="74979"/>
                    <a:pt x="64329" y="76122"/>
                    <a:pt x="54804" y="69518"/>
                  </a:cubicBezTo>
                  <a:lnTo>
                    <a:pt x="9592" y="37768"/>
                  </a:lnTo>
                  <a:cubicBezTo>
                    <a:pt x="1972" y="32307"/>
                    <a:pt x="-2219" y="25322"/>
                    <a:pt x="1210" y="15543"/>
                  </a:cubicBezTo>
                  <a:cubicBezTo>
                    <a:pt x="4893" y="5002"/>
                    <a:pt x="12005" y="-586"/>
                    <a:pt x="23943" y="4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17"/>
            <p:cNvSpPr/>
            <p:nvPr/>
          </p:nvSpPr>
          <p:spPr>
            <a:xfrm>
              <a:off x="464561" y="919978"/>
              <a:ext cx="45217" cy="45095"/>
            </a:xfrm>
            <a:custGeom>
              <a:rect b="b" l="l" r="r" t="t"/>
              <a:pathLst>
                <a:path extrusionOk="0" h="45095" w="45217">
                  <a:moveTo>
                    <a:pt x="5" y="22870"/>
                  </a:moveTo>
                  <a:cubicBezTo>
                    <a:pt x="-249" y="10551"/>
                    <a:pt x="9657" y="264"/>
                    <a:pt x="21976" y="10"/>
                  </a:cubicBezTo>
                  <a:cubicBezTo>
                    <a:pt x="34803" y="-371"/>
                    <a:pt x="45217" y="9789"/>
                    <a:pt x="45217" y="22616"/>
                  </a:cubicBezTo>
                  <a:cubicBezTo>
                    <a:pt x="45217" y="34808"/>
                    <a:pt x="34930" y="45095"/>
                    <a:pt x="22738" y="45095"/>
                  </a:cubicBezTo>
                  <a:cubicBezTo>
                    <a:pt x="10546" y="45095"/>
                    <a:pt x="259" y="35189"/>
                    <a:pt x="5" y="228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17"/>
            <p:cNvSpPr/>
            <p:nvPr/>
          </p:nvSpPr>
          <p:spPr>
            <a:xfrm>
              <a:off x="231892" y="520055"/>
              <a:ext cx="45224" cy="45097"/>
            </a:xfrm>
            <a:custGeom>
              <a:rect b="b" l="l" r="r" t="t"/>
              <a:pathLst>
                <a:path extrusionOk="0" h="45097" w="45224">
                  <a:moveTo>
                    <a:pt x="45222" y="22997"/>
                  </a:moveTo>
                  <a:cubicBezTo>
                    <a:pt x="44968" y="35570"/>
                    <a:pt x="35189" y="45222"/>
                    <a:pt x="22616" y="45095"/>
                  </a:cubicBezTo>
                  <a:cubicBezTo>
                    <a:pt x="9789" y="44968"/>
                    <a:pt x="-371" y="34554"/>
                    <a:pt x="10" y="21727"/>
                  </a:cubicBezTo>
                  <a:cubicBezTo>
                    <a:pt x="391" y="9662"/>
                    <a:pt x="11059" y="-371"/>
                    <a:pt x="23251" y="10"/>
                  </a:cubicBezTo>
                  <a:cubicBezTo>
                    <a:pt x="35697" y="391"/>
                    <a:pt x="45349" y="10551"/>
                    <a:pt x="45222" y="229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17"/>
            <p:cNvSpPr/>
            <p:nvPr/>
          </p:nvSpPr>
          <p:spPr>
            <a:xfrm>
              <a:off x="943355" y="559180"/>
              <a:ext cx="44959" cy="45224"/>
            </a:xfrm>
            <a:custGeom>
              <a:rect b="b" l="l" r="r" t="t"/>
              <a:pathLst>
                <a:path extrusionOk="0" h="45224" w="44959">
                  <a:moveTo>
                    <a:pt x="1" y="22099"/>
                  </a:moveTo>
                  <a:cubicBezTo>
                    <a:pt x="128" y="9653"/>
                    <a:pt x="10161" y="-126"/>
                    <a:pt x="22607" y="1"/>
                  </a:cubicBezTo>
                  <a:cubicBezTo>
                    <a:pt x="35053" y="128"/>
                    <a:pt x="44959" y="10034"/>
                    <a:pt x="44959" y="22480"/>
                  </a:cubicBezTo>
                  <a:cubicBezTo>
                    <a:pt x="44959" y="35434"/>
                    <a:pt x="34545" y="45594"/>
                    <a:pt x="21845" y="45213"/>
                  </a:cubicBezTo>
                  <a:cubicBezTo>
                    <a:pt x="9526" y="44832"/>
                    <a:pt x="-126" y="34672"/>
                    <a:pt x="1" y="222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17"/>
            <p:cNvSpPr/>
            <p:nvPr/>
          </p:nvSpPr>
          <p:spPr>
            <a:xfrm>
              <a:off x="773684" y="687705"/>
              <a:ext cx="60071" cy="58801"/>
            </a:xfrm>
            <a:custGeom>
              <a:rect b="b" l="l" r="r" t="t"/>
              <a:pathLst>
                <a:path extrusionOk="0" h="58801" w="60071">
                  <a:moveTo>
                    <a:pt x="7366" y="54737"/>
                  </a:moveTo>
                  <a:cubicBezTo>
                    <a:pt x="13589" y="40132"/>
                    <a:pt x="12065" y="28702"/>
                    <a:pt x="0" y="18796"/>
                  </a:cubicBezTo>
                  <a:cubicBezTo>
                    <a:pt x="14224" y="18796"/>
                    <a:pt x="26416" y="16891"/>
                    <a:pt x="30861" y="0"/>
                  </a:cubicBezTo>
                  <a:cubicBezTo>
                    <a:pt x="35052" y="14859"/>
                    <a:pt x="42164" y="24511"/>
                    <a:pt x="60071" y="23622"/>
                  </a:cubicBezTo>
                  <a:lnTo>
                    <a:pt x="46482" y="32893"/>
                  </a:lnTo>
                  <a:cubicBezTo>
                    <a:pt x="41783" y="43180"/>
                    <a:pt x="43688" y="50292"/>
                    <a:pt x="43688" y="58801"/>
                  </a:cubicBezTo>
                  <a:cubicBezTo>
                    <a:pt x="32258" y="49149"/>
                    <a:pt x="20955" y="43815"/>
                    <a:pt x="7366" y="547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17"/>
            <p:cNvSpPr/>
            <p:nvPr/>
          </p:nvSpPr>
          <p:spPr>
            <a:xfrm>
              <a:off x="622681" y="843280"/>
              <a:ext cx="37719" cy="37338"/>
            </a:xfrm>
            <a:custGeom>
              <a:rect b="b" l="l" r="r" t="t"/>
              <a:pathLst>
                <a:path extrusionOk="0" h="37338" w="37719">
                  <a:moveTo>
                    <a:pt x="37719" y="18669"/>
                  </a:moveTo>
                  <a:cubicBezTo>
                    <a:pt x="37719" y="28956"/>
                    <a:pt x="29210" y="37338"/>
                    <a:pt x="18796" y="37338"/>
                  </a:cubicBezTo>
                  <a:cubicBezTo>
                    <a:pt x="8255" y="37338"/>
                    <a:pt x="0" y="29083"/>
                    <a:pt x="0" y="18669"/>
                  </a:cubicBezTo>
                  <a:cubicBezTo>
                    <a:pt x="0" y="8255"/>
                    <a:pt x="8255" y="0"/>
                    <a:pt x="18796" y="0"/>
                  </a:cubicBezTo>
                  <a:cubicBezTo>
                    <a:pt x="29337" y="0"/>
                    <a:pt x="37719" y="8509"/>
                    <a:pt x="37719" y="186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17"/>
            <p:cNvSpPr/>
            <p:nvPr/>
          </p:nvSpPr>
          <p:spPr>
            <a:xfrm>
              <a:off x="449453" y="334264"/>
              <a:ext cx="42291" cy="42164"/>
            </a:xfrm>
            <a:custGeom>
              <a:rect b="b" l="l" r="r" t="t"/>
              <a:pathLst>
                <a:path extrusionOk="0" h="42164" w="42291">
                  <a:moveTo>
                    <a:pt x="24765" y="127"/>
                  </a:moveTo>
                  <a:lnTo>
                    <a:pt x="42291" y="24638"/>
                  </a:lnTo>
                  <a:cubicBezTo>
                    <a:pt x="34290" y="30226"/>
                    <a:pt x="25273" y="36576"/>
                    <a:pt x="17399" y="42164"/>
                  </a:cubicBezTo>
                  <a:lnTo>
                    <a:pt x="0" y="17145"/>
                  </a:lnTo>
                  <a:cubicBezTo>
                    <a:pt x="7620" y="11938"/>
                    <a:pt x="16510" y="5715"/>
                    <a:pt x="2476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2" name="Google Shape;632;p17"/>
          <p:cNvSpPr/>
          <p:nvPr/>
        </p:nvSpPr>
        <p:spPr>
          <a:xfrm>
            <a:off x="235748" y="1856293"/>
            <a:ext cx="605965" cy="614645"/>
          </a:xfrm>
          <a:custGeom>
            <a:rect b="b" l="l" r="r" t="t"/>
            <a:pathLst>
              <a:path extrusionOk="0" h="945607" w="932254">
                <a:moveTo>
                  <a:pt x="514905" y="852495"/>
                </a:moveTo>
                <a:cubicBezTo>
                  <a:pt x="497125" y="852622"/>
                  <a:pt x="483028" y="866592"/>
                  <a:pt x="483282" y="883991"/>
                </a:cubicBezTo>
                <a:cubicBezTo>
                  <a:pt x="483536" y="901390"/>
                  <a:pt x="498268" y="915614"/>
                  <a:pt x="515540" y="915360"/>
                </a:cubicBezTo>
                <a:cubicBezTo>
                  <a:pt x="532177" y="914979"/>
                  <a:pt x="546528" y="900120"/>
                  <a:pt x="546274" y="883483"/>
                </a:cubicBezTo>
                <a:cubicBezTo>
                  <a:pt x="546020" y="866211"/>
                  <a:pt x="532050" y="852495"/>
                  <a:pt x="514905" y="852622"/>
                </a:cubicBezTo>
                <a:moveTo>
                  <a:pt x="129714" y="852622"/>
                </a:moveTo>
                <a:cubicBezTo>
                  <a:pt x="111934" y="852622"/>
                  <a:pt x="97583" y="866465"/>
                  <a:pt x="97456" y="883737"/>
                </a:cubicBezTo>
                <a:cubicBezTo>
                  <a:pt x="97456" y="900501"/>
                  <a:pt x="112696" y="915614"/>
                  <a:pt x="129587" y="915487"/>
                </a:cubicBezTo>
                <a:cubicBezTo>
                  <a:pt x="146732" y="915360"/>
                  <a:pt x="160321" y="901390"/>
                  <a:pt x="160321" y="883864"/>
                </a:cubicBezTo>
                <a:cubicBezTo>
                  <a:pt x="160321" y="866084"/>
                  <a:pt x="147113" y="852622"/>
                  <a:pt x="129714" y="852622"/>
                </a:cubicBezTo>
                <a:moveTo>
                  <a:pt x="112188" y="562173"/>
                </a:moveTo>
                <a:cubicBezTo>
                  <a:pt x="112315" y="544901"/>
                  <a:pt x="98599" y="530931"/>
                  <a:pt x="81327" y="530677"/>
                </a:cubicBezTo>
                <a:cubicBezTo>
                  <a:pt x="64436" y="530423"/>
                  <a:pt x="49450" y="545282"/>
                  <a:pt x="49323" y="562427"/>
                </a:cubicBezTo>
                <a:cubicBezTo>
                  <a:pt x="49196" y="579191"/>
                  <a:pt x="63547" y="593288"/>
                  <a:pt x="80692" y="593415"/>
                </a:cubicBezTo>
                <a:cubicBezTo>
                  <a:pt x="98853" y="593542"/>
                  <a:pt x="112061" y="580334"/>
                  <a:pt x="112188" y="562046"/>
                </a:cubicBezTo>
                <a:moveTo>
                  <a:pt x="787066" y="95448"/>
                </a:moveTo>
                <a:cubicBezTo>
                  <a:pt x="805354" y="95448"/>
                  <a:pt x="818943" y="82367"/>
                  <a:pt x="819070" y="64460"/>
                </a:cubicBezTo>
                <a:cubicBezTo>
                  <a:pt x="819070" y="47315"/>
                  <a:pt x="805354" y="32837"/>
                  <a:pt x="788463" y="32583"/>
                </a:cubicBezTo>
                <a:cubicBezTo>
                  <a:pt x="771318" y="32329"/>
                  <a:pt x="756332" y="46934"/>
                  <a:pt x="756205" y="64079"/>
                </a:cubicBezTo>
                <a:cubicBezTo>
                  <a:pt x="756078" y="81224"/>
                  <a:pt x="770048" y="95448"/>
                  <a:pt x="787066" y="95448"/>
                </a:cubicBezTo>
                <a:moveTo>
                  <a:pt x="386254" y="95448"/>
                </a:moveTo>
                <a:cubicBezTo>
                  <a:pt x="403653" y="95448"/>
                  <a:pt x="417369" y="81986"/>
                  <a:pt x="417496" y="64714"/>
                </a:cubicBezTo>
                <a:cubicBezTo>
                  <a:pt x="417623" y="47061"/>
                  <a:pt x="403526" y="32710"/>
                  <a:pt x="386254" y="32710"/>
                </a:cubicBezTo>
                <a:cubicBezTo>
                  <a:pt x="369490" y="32710"/>
                  <a:pt x="355012" y="47061"/>
                  <a:pt x="354758" y="63825"/>
                </a:cubicBezTo>
                <a:cubicBezTo>
                  <a:pt x="354504" y="81351"/>
                  <a:pt x="368474" y="95448"/>
                  <a:pt x="386254" y="95448"/>
                </a:cubicBezTo>
                <a:moveTo>
                  <a:pt x="321865" y="691586"/>
                </a:moveTo>
                <a:cubicBezTo>
                  <a:pt x="304593" y="691713"/>
                  <a:pt x="289734" y="706699"/>
                  <a:pt x="290242" y="723590"/>
                </a:cubicBezTo>
                <a:cubicBezTo>
                  <a:pt x="290750" y="740481"/>
                  <a:pt x="305228" y="754578"/>
                  <a:pt x="321992" y="754451"/>
                </a:cubicBezTo>
                <a:cubicBezTo>
                  <a:pt x="339772" y="754324"/>
                  <a:pt x="353361" y="740354"/>
                  <a:pt x="353107" y="722574"/>
                </a:cubicBezTo>
                <a:cubicBezTo>
                  <a:pt x="352853" y="705302"/>
                  <a:pt x="338883" y="691459"/>
                  <a:pt x="321865" y="691713"/>
                </a:cubicBezTo>
                <a:moveTo>
                  <a:pt x="594026" y="545282"/>
                </a:moveTo>
                <a:cubicBezTo>
                  <a:pt x="612314" y="545409"/>
                  <a:pt x="626284" y="532201"/>
                  <a:pt x="626538" y="514675"/>
                </a:cubicBezTo>
                <a:cubicBezTo>
                  <a:pt x="626792" y="497530"/>
                  <a:pt x="612314" y="482671"/>
                  <a:pt x="595169" y="482544"/>
                </a:cubicBezTo>
                <a:cubicBezTo>
                  <a:pt x="578278" y="482290"/>
                  <a:pt x="563927" y="496514"/>
                  <a:pt x="563800" y="513532"/>
                </a:cubicBezTo>
                <a:cubicBezTo>
                  <a:pt x="563546" y="531185"/>
                  <a:pt x="576881" y="545155"/>
                  <a:pt x="594026" y="545282"/>
                </a:cubicBezTo>
                <a:moveTo>
                  <a:pt x="321992" y="402661"/>
                </a:moveTo>
                <a:cubicBezTo>
                  <a:pt x="295068" y="402407"/>
                  <a:pt x="275129" y="421965"/>
                  <a:pt x="274748" y="448635"/>
                </a:cubicBezTo>
                <a:cubicBezTo>
                  <a:pt x="274494" y="476829"/>
                  <a:pt x="293671" y="496768"/>
                  <a:pt x="321484" y="497022"/>
                </a:cubicBezTo>
                <a:cubicBezTo>
                  <a:pt x="348281" y="497276"/>
                  <a:pt x="369109" y="477464"/>
                  <a:pt x="369363" y="451429"/>
                </a:cubicBezTo>
                <a:cubicBezTo>
                  <a:pt x="369617" y="422854"/>
                  <a:pt x="350186" y="402788"/>
                  <a:pt x="321992" y="402534"/>
                </a:cubicBezTo>
                <a:moveTo>
                  <a:pt x="804465" y="674822"/>
                </a:moveTo>
                <a:cubicBezTo>
                  <a:pt x="804338" y="701238"/>
                  <a:pt x="825293" y="722320"/>
                  <a:pt x="851836" y="722574"/>
                </a:cubicBezTo>
                <a:cubicBezTo>
                  <a:pt x="878379" y="722828"/>
                  <a:pt x="899080" y="702254"/>
                  <a:pt x="899588" y="675203"/>
                </a:cubicBezTo>
                <a:cubicBezTo>
                  <a:pt x="900096" y="648914"/>
                  <a:pt x="879141" y="627324"/>
                  <a:pt x="852725" y="626943"/>
                </a:cubicBezTo>
                <a:cubicBezTo>
                  <a:pt x="825928" y="626562"/>
                  <a:pt x="804592" y="647771"/>
                  <a:pt x="804592" y="674822"/>
                </a:cubicBezTo>
                <a:moveTo>
                  <a:pt x="80819" y="240101"/>
                </a:moveTo>
                <a:cubicBezTo>
                  <a:pt x="108251" y="240101"/>
                  <a:pt x="128571" y="219781"/>
                  <a:pt x="128571" y="192222"/>
                </a:cubicBezTo>
                <a:cubicBezTo>
                  <a:pt x="128571" y="166060"/>
                  <a:pt x="107997" y="145486"/>
                  <a:pt x="81581" y="145486"/>
                </a:cubicBezTo>
                <a:cubicBezTo>
                  <a:pt x="53895" y="145359"/>
                  <a:pt x="33702" y="165171"/>
                  <a:pt x="33448" y="192857"/>
                </a:cubicBezTo>
                <a:cubicBezTo>
                  <a:pt x="33194" y="219527"/>
                  <a:pt x="53768" y="240101"/>
                  <a:pt x="80819" y="240101"/>
                </a:cubicBezTo>
                <a:moveTo>
                  <a:pt x="547290" y="224734"/>
                </a:moveTo>
                <a:cubicBezTo>
                  <a:pt x="547163" y="251150"/>
                  <a:pt x="568245" y="272613"/>
                  <a:pt x="594534" y="272613"/>
                </a:cubicBezTo>
                <a:cubicBezTo>
                  <a:pt x="621204" y="272740"/>
                  <a:pt x="643048" y="251023"/>
                  <a:pt x="642794" y="224480"/>
                </a:cubicBezTo>
                <a:cubicBezTo>
                  <a:pt x="642540" y="198572"/>
                  <a:pt x="621585" y="177363"/>
                  <a:pt x="595804" y="176982"/>
                </a:cubicBezTo>
                <a:cubicBezTo>
                  <a:pt x="569134" y="176601"/>
                  <a:pt x="547417" y="197937"/>
                  <a:pt x="547290" y="224607"/>
                </a:cubicBezTo>
                <a:moveTo>
                  <a:pt x="279574" y="772231"/>
                </a:moveTo>
                <a:lnTo>
                  <a:pt x="189785" y="849701"/>
                </a:lnTo>
                <a:cubicBezTo>
                  <a:pt x="188134" y="851098"/>
                  <a:pt x="188261" y="856178"/>
                  <a:pt x="189277" y="858972"/>
                </a:cubicBezTo>
                <a:cubicBezTo>
                  <a:pt x="201469" y="890468"/>
                  <a:pt x="189150" y="924631"/>
                  <a:pt x="160194" y="941014"/>
                </a:cubicBezTo>
                <a:cubicBezTo>
                  <a:pt x="148510" y="947618"/>
                  <a:pt x="136191" y="945078"/>
                  <a:pt x="124126" y="945332"/>
                </a:cubicBezTo>
                <a:cubicBezTo>
                  <a:pt x="95678" y="945713"/>
                  <a:pt x="71802" y="926536"/>
                  <a:pt x="66087" y="898850"/>
                </a:cubicBezTo>
                <a:cubicBezTo>
                  <a:pt x="60753" y="873196"/>
                  <a:pt x="67738" y="850971"/>
                  <a:pt x="88058" y="834207"/>
                </a:cubicBezTo>
                <a:cubicBezTo>
                  <a:pt x="109013" y="816935"/>
                  <a:pt x="132508" y="814776"/>
                  <a:pt x="157273" y="825444"/>
                </a:cubicBezTo>
                <a:lnTo>
                  <a:pt x="160575" y="827095"/>
                </a:lnTo>
                <a:cubicBezTo>
                  <a:pt x="179117" y="814522"/>
                  <a:pt x="195500" y="800679"/>
                  <a:pt x="211756" y="786709"/>
                </a:cubicBezTo>
                <a:lnTo>
                  <a:pt x="255317" y="749371"/>
                </a:lnTo>
                <a:cubicBezTo>
                  <a:pt x="259381" y="745942"/>
                  <a:pt x="260016" y="743021"/>
                  <a:pt x="258873" y="737687"/>
                </a:cubicBezTo>
                <a:cubicBezTo>
                  <a:pt x="252015" y="705556"/>
                  <a:pt x="268144" y="675838"/>
                  <a:pt x="298497" y="662630"/>
                </a:cubicBezTo>
                <a:lnTo>
                  <a:pt x="304847" y="657931"/>
                </a:lnTo>
                <a:cubicBezTo>
                  <a:pt x="305228" y="613862"/>
                  <a:pt x="305101" y="572206"/>
                  <a:pt x="305101" y="531439"/>
                </a:cubicBezTo>
                <a:lnTo>
                  <a:pt x="273732" y="515056"/>
                </a:lnTo>
                <a:cubicBezTo>
                  <a:pt x="264588" y="508198"/>
                  <a:pt x="257476" y="498673"/>
                  <a:pt x="248713" y="489529"/>
                </a:cubicBezTo>
                <a:lnTo>
                  <a:pt x="157146" y="535376"/>
                </a:lnTo>
                <a:cubicBezTo>
                  <a:pt x="154352" y="536773"/>
                  <a:pt x="151812" y="538551"/>
                  <a:pt x="148891" y="539440"/>
                </a:cubicBezTo>
                <a:lnTo>
                  <a:pt x="143176" y="543631"/>
                </a:lnTo>
                <a:cubicBezTo>
                  <a:pt x="151558" y="584398"/>
                  <a:pt x="130857" y="617037"/>
                  <a:pt x="95424" y="625673"/>
                </a:cubicBezTo>
                <a:cubicBezTo>
                  <a:pt x="61769" y="633928"/>
                  <a:pt x="26082" y="612084"/>
                  <a:pt x="17954" y="578175"/>
                </a:cubicBezTo>
                <a:cubicBezTo>
                  <a:pt x="9572" y="542742"/>
                  <a:pt x="32051" y="506547"/>
                  <a:pt x="66976" y="499181"/>
                </a:cubicBezTo>
                <a:cubicBezTo>
                  <a:pt x="86280" y="495117"/>
                  <a:pt x="103425" y="499435"/>
                  <a:pt x="119554" y="510230"/>
                </a:cubicBezTo>
                <a:lnTo>
                  <a:pt x="127047" y="512516"/>
                </a:lnTo>
                <a:cubicBezTo>
                  <a:pt x="165020" y="493974"/>
                  <a:pt x="200072" y="476067"/>
                  <a:pt x="235378" y="458668"/>
                </a:cubicBezTo>
                <a:lnTo>
                  <a:pt x="241601" y="454985"/>
                </a:lnTo>
                <a:cubicBezTo>
                  <a:pt x="240585" y="434157"/>
                  <a:pt x="245538" y="419679"/>
                  <a:pt x="254047" y="405201"/>
                </a:cubicBezTo>
                <a:lnTo>
                  <a:pt x="229282" y="377134"/>
                </a:lnTo>
                <a:cubicBezTo>
                  <a:pt x="196516" y="340685"/>
                  <a:pt x="163623" y="304236"/>
                  <a:pt x="131111" y="267660"/>
                </a:cubicBezTo>
                <a:lnTo>
                  <a:pt x="123364" y="262453"/>
                </a:lnTo>
                <a:cubicBezTo>
                  <a:pt x="87423" y="278836"/>
                  <a:pt x="58467" y="277058"/>
                  <a:pt x="31797" y="257246"/>
                </a:cubicBezTo>
                <a:cubicBezTo>
                  <a:pt x="5127" y="237434"/>
                  <a:pt x="-4017" y="209494"/>
                  <a:pt x="1571" y="177871"/>
                </a:cubicBezTo>
                <a:cubicBezTo>
                  <a:pt x="7286" y="145486"/>
                  <a:pt x="27352" y="124023"/>
                  <a:pt x="59356" y="114752"/>
                </a:cubicBezTo>
                <a:cubicBezTo>
                  <a:pt x="90217" y="105862"/>
                  <a:pt x="124761" y="117038"/>
                  <a:pt x="144192" y="141676"/>
                </a:cubicBezTo>
                <a:cubicBezTo>
                  <a:pt x="164639" y="167584"/>
                  <a:pt x="167814" y="203398"/>
                  <a:pt x="152193" y="231973"/>
                </a:cubicBezTo>
                <a:lnTo>
                  <a:pt x="150034" y="235656"/>
                </a:lnTo>
                <a:cubicBezTo>
                  <a:pt x="191817" y="285694"/>
                  <a:pt x="234743" y="333319"/>
                  <a:pt x="275256" y="378404"/>
                </a:cubicBezTo>
                <a:cubicBezTo>
                  <a:pt x="292782" y="375102"/>
                  <a:pt x="307895" y="370022"/>
                  <a:pt x="323135" y="369641"/>
                </a:cubicBezTo>
                <a:cubicBezTo>
                  <a:pt x="360854" y="368752"/>
                  <a:pt x="391969" y="394152"/>
                  <a:pt x="400605" y="430982"/>
                </a:cubicBezTo>
                <a:lnTo>
                  <a:pt x="403653" y="437459"/>
                </a:lnTo>
                <a:cubicBezTo>
                  <a:pt x="451278" y="450286"/>
                  <a:pt x="494458" y="462351"/>
                  <a:pt x="537765" y="473908"/>
                </a:cubicBezTo>
                <a:lnTo>
                  <a:pt x="543861" y="472892"/>
                </a:lnTo>
                <a:cubicBezTo>
                  <a:pt x="555291" y="465526"/>
                  <a:pt x="564054" y="459557"/>
                  <a:pt x="572690" y="453207"/>
                </a:cubicBezTo>
                <a:lnTo>
                  <a:pt x="578151" y="448127"/>
                </a:lnTo>
                <a:cubicBezTo>
                  <a:pt x="578532" y="400502"/>
                  <a:pt x="578532" y="355417"/>
                  <a:pt x="578151" y="310332"/>
                </a:cubicBezTo>
                <a:lnTo>
                  <a:pt x="574849" y="303728"/>
                </a:lnTo>
                <a:cubicBezTo>
                  <a:pt x="535606" y="293187"/>
                  <a:pt x="507031" y="253944"/>
                  <a:pt x="515540" y="210637"/>
                </a:cubicBezTo>
                <a:lnTo>
                  <a:pt x="515286" y="201112"/>
                </a:lnTo>
                <a:cubicBezTo>
                  <a:pt x="495474" y="184729"/>
                  <a:pt x="480615" y="171902"/>
                  <a:pt x="465629" y="158948"/>
                </a:cubicBezTo>
                <a:lnTo>
                  <a:pt x="420163" y="119959"/>
                </a:lnTo>
                <a:cubicBezTo>
                  <a:pt x="402383" y="129484"/>
                  <a:pt x="383841" y="132151"/>
                  <a:pt x="364410" y="125293"/>
                </a:cubicBezTo>
                <a:cubicBezTo>
                  <a:pt x="349932" y="120086"/>
                  <a:pt x="338756" y="110815"/>
                  <a:pt x="330755" y="97861"/>
                </a:cubicBezTo>
                <a:cubicBezTo>
                  <a:pt x="315134" y="72842"/>
                  <a:pt x="319452" y="40965"/>
                  <a:pt x="339899" y="18740"/>
                </a:cubicBezTo>
                <a:cubicBezTo>
                  <a:pt x="359457" y="-2469"/>
                  <a:pt x="399208" y="-3993"/>
                  <a:pt x="419401" y="8580"/>
                </a:cubicBezTo>
                <a:cubicBezTo>
                  <a:pt x="448865" y="26868"/>
                  <a:pt x="457247" y="55697"/>
                  <a:pt x="443785" y="96210"/>
                </a:cubicBezTo>
                <a:lnTo>
                  <a:pt x="532812" y="172537"/>
                </a:lnTo>
                <a:cubicBezTo>
                  <a:pt x="548179" y="155265"/>
                  <a:pt x="567229" y="145486"/>
                  <a:pt x="589835" y="144216"/>
                </a:cubicBezTo>
                <a:cubicBezTo>
                  <a:pt x="612187" y="142946"/>
                  <a:pt x="632380" y="149677"/>
                  <a:pt x="649906" y="165044"/>
                </a:cubicBezTo>
                <a:lnTo>
                  <a:pt x="715311" y="109545"/>
                </a:lnTo>
                <a:cubicBezTo>
                  <a:pt x="725852" y="101163"/>
                  <a:pt x="729916" y="94686"/>
                  <a:pt x="725344" y="79700"/>
                </a:cubicBezTo>
                <a:cubicBezTo>
                  <a:pt x="715692" y="48077"/>
                  <a:pt x="733218" y="15184"/>
                  <a:pt x="764079" y="4389"/>
                </a:cubicBezTo>
                <a:cubicBezTo>
                  <a:pt x="788336" y="-4120"/>
                  <a:pt x="814752" y="-691"/>
                  <a:pt x="833421" y="18486"/>
                </a:cubicBezTo>
                <a:cubicBezTo>
                  <a:pt x="852090" y="37663"/>
                  <a:pt x="857678" y="64968"/>
                  <a:pt x="847391" y="89225"/>
                </a:cubicBezTo>
                <a:cubicBezTo>
                  <a:pt x="837104" y="113482"/>
                  <a:pt x="813863" y="129738"/>
                  <a:pt x="788209" y="128722"/>
                </a:cubicBezTo>
                <a:lnTo>
                  <a:pt x="758745" y="122626"/>
                </a:lnTo>
                <a:cubicBezTo>
                  <a:pt x="755951" y="122118"/>
                  <a:pt x="751887" y="121991"/>
                  <a:pt x="749982" y="123515"/>
                </a:cubicBezTo>
                <a:lnTo>
                  <a:pt x="669337" y="192222"/>
                </a:lnTo>
                <a:cubicBezTo>
                  <a:pt x="677973" y="215717"/>
                  <a:pt x="678481" y="239212"/>
                  <a:pt x="667051" y="261818"/>
                </a:cubicBezTo>
                <a:cubicBezTo>
                  <a:pt x="655621" y="284678"/>
                  <a:pt x="636444" y="298267"/>
                  <a:pt x="611552" y="304617"/>
                </a:cubicBezTo>
                <a:lnTo>
                  <a:pt x="611298" y="426156"/>
                </a:lnTo>
                <a:cubicBezTo>
                  <a:pt x="611044" y="441396"/>
                  <a:pt x="611806" y="452318"/>
                  <a:pt x="629078" y="460319"/>
                </a:cubicBezTo>
                <a:cubicBezTo>
                  <a:pt x="649906" y="469844"/>
                  <a:pt x="658669" y="490545"/>
                  <a:pt x="659685" y="513659"/>
                </a:cubicBezTo>
                <a:lnTo>
                  <a:pt x="661082" y="521406"/>
                </a:lnTo>
                <a:cubicBezTo>
                  <a:pt x="710485" y="551378"/>
                  <a:pt x="757729" y="579699"/>
                  <a:pt x="804719" y="607893"/>
                </a:cubicBezTo>
                <a:cubicBezTo>
                  <a:pt x="845613" y="582239"/>
                  <a:pt x="891206" y="593796"/>
                  <a:pt x="915463" y="624657"/>
                </a:cubicBezTo>
                <a:cubicBezTo>
                  <a:pt x="939085" y="654629"/>
                  <a:pt x="937561" y="700984"/>
                  <a:pt x="912288" y="728670"/>
                </a:cubicBezTo>
                <a:cubicBezTo>
                  <a:pt x="884348" y="759277"/>
                  <a:pt x="840152" y="764865"/>
                  <a:pt x="805735" y="741878"/>
                </a:cubicBezTo>
                <a:cubicBezTo>
                  <a:pt x="775890" y="721939"/>
                  <a:pt x="757729" y="678251"/>
                  <a:pt x="781478" y="632912"/>
                </a:cubicBezTo>
                <a:lnTo>
                  <a:pt x="648001" y="552648"/>
                </a:lnTo>
                <a:cubicBezTo>
                  <a:pt x="626665" y="576905"/>
                  <a:pt x="600757" y="586430"/>
                  <a:pt x="570277" y="573857"/>
                </a:cubicBezTo>
                <a:cubicBezTo>
                  <a:pt x="541448" y="561919"/>
                  <a:pt x="529256" y="538297"/>
                  <a:pt x="530018" y="506674"/>
                </a:cubicBezTo>
                <a:lnTo>
                  <a:pt x="403399" y="472003"/>
                </a:lnTo>
                <a:cubicBezTo>
                  <a:pt x="394382" y="484957"/>
                  <a:pt x="387524" y="498800"/>
                  <a:pt x="376983" y="508833"/>
                </a:cubicBezTo>
                <a:cubicBezTo>
                  <a:pt x="366696" y="518612"/>
                  <a:pt x="352599" y="524454"/>
                  <a:pt x="338248" y="533217"/>
                </a:cubicBezTo>
                <a:lnTo>
                  <a:pt x="338248" y="619577"/>
                </a:lnTo>
                <a:cubicBezTo>
                  <a:pt x="338248" y="630372"/>
                  <a:pt x="338502" y="641167"/>
                  <a:pt x="338121" y="651962"/>
                </a:cubicBezTo>
                <a:lnTo>
                  <a:pt x="339264" y="660344"/>
                </a:lnTo>
                <a:cubicBezTo>
                  <a:pt x="376602" y="675330"/>
                  <a:pt x="391842" y="705683"/>
                  <a:pt x="384730" y="739084"/>
                </a:cubicBezTo>
                <a:lnTo>
                  <a:pt x="385746" y="746323"/>
                </a:lnTo>
                <a:cubicBezTo>
                  <a:pt x="416480" y="773120"/>
                  <a:pt x="445309" y="797758"/>
                  <a:pt x="474011" y="822523"/>
                </a:cubicBezTo>
                <a:lnTo>
                  <a:pt x="482266" y="827476"/>
                </a:lnTo>
                <a:cubicBezTo>
                  <a:pt x="520874" y="809823"/>
                  <a:pt x="558974" y="824555"/>
                  <a:pt x="573706" y="857067"/>
                </a:cubicBezTo>
                <a:cubicBezTo>
                  <a:pt x="588311" y="889198"/>
                  <a:pt x="574468" y="927298"/>
                  <a:pt x="542083" y="941903"/>
                </a:cubicBezTo>
                <a:lnTo>
                  <a:pt x="525954" y="944443"/>
                </a:lnTo>
                <a:cubicBezTo>
                  <a:pt x="499284" y="946983"/>
                  <a:pt x="482647" y="944189"/>
                  <a:pt x="468804" y="929838"/>
                </a:cubicBezTo>
                <a:cubicBezTo>
                  <a:pt x="452802" y="913201"/>
                  <a:pt x="442261" y="885388"/>
                  <a:pt x="457374" y="852114"/>
                </a:cubicBezTo>
                <a:lnTo>
                  <a:pt x="364537" y="772485"/>
                </a:lnTo>
                <a:cubicBezTo>
                  <a:pt x="351837" y="781375"/>
                  <a:pt x="338248" y="788106"/>
                  <a:pt x="322246" y="787979"/>
                </a:cubicBezTo>
                <a:cubicBezTo>
                  <a:pt x="306244" y="787852"/>
                  <a:pt x="292147" y="782518"/>
                  <a:pt x="279447" y="772231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3" name="Google Shape;633;p17"/>
          <p:cNvGrpSpPr/>
          <p:nvPr/>
        </p:nvGrpSpPr>
        <p:grpSpPr>
          <a:xfrm>
            <a:off x="138506" y="9307774"/>
            <a:ext cx="801318" cy="443295"/>
            <a:chOff x="63500" y="63500"/>
            <a:chExt cx="1508506" cy="834517"/>
          </a:xfrm>
        </p:grpSpPr>
        <p:sp>
          <p:nvSpPr>
            <p:cNvPr id="634" name="Google Shape;634;p17"/>
            <p:cNvSpPr/>
            <p:nvPr/>
          </p:nvSpPr>
          <p:spPr>
            <a:xfrm>
              <a:off x="63500" y="63500"/>
              <a:ext cx="1508506" cy="834517"/>
            </a:xfrm>
            <a:custGeom>
              <a:rect b="b" l="l" r="r" t="t"/>
              <a:pathLst>
                <a:path extrusionOk="0" h="834517" w="1508506">
                  <a:moveTo>
                    <a:pt x="754253" y="30988"/>
                  </a:moveTo>
                  <a:cubicBezTo>
                    <a:pt x="355473" y="30988"/>
                    <a:pt x="30988" y="204216"/>
                    <a:pt x="30988" y="417195"/>
                  </a:cubicBezTo>
                  <a:cubicBezTo>
                    <a:pt x="30988" y="630174"/>
                    <a:pt x="355473" y="803402"/>
                    <a:pt x="754253" y="803402"/>
                  </a:cubicBezTo>
                  <a:cubicBezTo>
                    <a:pt x="1153033" y="803402"/>
                    <a:pt x="1477518" y="630174"/>
                    <a:pt x="1477518" y="417195"/>
                  </a:cubicBezTo>
                  <a:cubicBezTo>
                    <a:pt x="1477518" y="204216"/>
                    <a:pt x="1153033" y="30988"/>
                    <a:pt x="754253" y="30988"/>
                  </a:cubicBezTo>
                  <a:moveTo>
                    <a:pt x="754253" y="834390"/>
                  </a:moveTo>
                  <a:cubicBezTo>
                    <a:pt x="338328" y="834517"/>
                    <a:pt x="0" y="647319"/>
                    <a:pt x="0" y="417195"/>
                  </a:cubicBezTo>
                  <a:cubicBezTo>
                    <a:pt x="0" y="187071"/>
                    <a:pt x="338328" y="0"/>
                    <a:pt x="754253" y="0"/>
                  </a:cubicBezTo>
                  <a:cubicBezTo>
                    <a:pt x="1170178" y="0"/>
                    <a:pt x="1508506" y="187198"/>
                    <a:pt x="1508506" y="417195"/>
                  </a:cubicBezTo>
                  <a:cubicBezTo>
                    <a:pt x="1508506" y="647192"/>
                    <a:pt x="1170178" y="834517"/>
                    <a:pt x="754253" y="8345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17"/>
            <p:cNvSpPr/>
            <p:nvPr/>
          </p:nvSpPr>
          <p:spPr>
            <a:xfrm>
              <a:off x="309372" y="287274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17"/>
            <p:cNvSpPr/>
            <p:nvPr/>
          </p:nvSpPr>
          <p:spPr>
            <a:xfrm>
              <a:off x="515239" y="642112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17"/>
            <p:cNvSpPr/>
            <p:nvPr/>
          </p:nvSpPr>
          <p:spPr>
            <a:xfrm>
              <a:off x="372745" y="561467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17"/>
            <p:cNvSpPr/>
            <p:nvPr/>
          </p:nvSpPr>
          <p:spPr>
            <a:xfrm>
              <a:off x="453390" y="39331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17"/>
            <p:cNvSpPr/>
            <p:nvPr/>
          </p:nvSpPr>
          <p:spPr>
            <a:xfrm>
              <a:off x="957580" y="325755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17"/>
            <p:cNvSpPr/>
            <p:nvPr/>
          </p:nvSpPr>
          <p:spPr>
            <a:xfrm>
              <a:off x="850392" y="727202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17"/>
            <p:cNvSpPr/>
            <p:nvPr/>
          </p:nvSpPr>
          <p:spPr>
            <a:xfrm>
              <a:off x="217170" y="451358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17"/>
            <p:cNvSpPr/>
            <p:nvPr/>
          </p:nvSpPr>
          <p:spPr>
            <a:xfrm>
              <a:off x="618490" y="302006"/>
              <a:ext cx="35052" cy="34798"/>
            </a:xfrm>
            <a:custGeom>
              <a:rect b="b" l="l" r="r" t="t"/>
              <a:pathLst>
                <a:path extrusionOk="0" h="34798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747"/>
                  </a:lnTo>
                  <a:cubicBezTo>
                    <a:pt x="0" y="27051"/>
                    <a:pt x="7874" y="34798"/>
                    <a:pt x="17526" y="34798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17"/>
            <p:cNvSpPr/>
            <p:nvPr/>
          </p:nvSpPr>
          <p:spPr>
            <a:xfrm>
              <a:off x="1103122" y="708914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17"/>
            <p:cNvSpPr/>
            <p:nvPr/>
          </p:nvSpPr>
          <p:spPr>
            <a:xfrm>
              <a:off x="845947" y="435483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127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17"/>
            <p:cNvSpPr/>
            <p:nvPr/>
          </p:nvSpPr>
          <p:spPr>
            <a:xfrm>
              <a:off x="1069594" y="284734"/>
              <a:ext cx="35052" cy="34798"/>
            </a:xfrm>
            <a:custGeom>
              <a:rect b="b" l="l" r="r" t="t"/>
              <a:pathLst>
                <a:path extrusionOk="0" h="34798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747"/>
                  </a:lnTo>
                  <a:cubicBezTo>
                    <a:pt x="0" y="27051"/>
                    <a:pt x="7874" y="34798"/>
                    <a:pt x="17526" y="34798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17"/>
            <p:cNvSpPr/>
            <p:nvPr/>
          </p:nvSpPr>
          <p:spPr>
            <a:xfrm>
              <a:off x="615950" y="758190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17"/>
            <p:cNvSpPr/>
            <p:nvPr/>
          </p:nvSpPr>
          <p:spPr>
            <a:xfrm>
              <a:off x="930148" y="19392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17"/>
            <p:cNvSpPr/>
            <p:nvPr/>
          </p:nvSpPr>
          <p:spPr>
            <a:xfrm>
              <a:off x="1380236" y="346964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17"/>
            <p:cNvSpPr/>
            <p:nvPr/>
          </p:nvSpPr>
          <p:spPr>
            <a:xfrm>
              <a:off x="1293622" y="603377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17"/>
            <p:cNvSpPr/>
            <p:nvPr/>
          </p:nvSpPr>
          <p:spPr>
            <a:xfrm>
              <a:off x="691261" y="174498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17"/>
            <p:cNvSpPr/>
            <p:nvPr/>
          </p:nvSpPr>
          <p:spPr>
            <a:xfrm>
              <a:off x="1224153" y="416433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17"/>
            <p:cNvSpPr/>
            <p:nvPr/>
          </p:nvSpPr>
          <p:spPr>
            <a:xfrm>
              <a:off x="276733" y="615696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17"/>
            <p:cNvSpPr/>
            <p:nvPr/>
          </p:nvSpPr>
          <p:spPr>
            <a:xfrm>
              <a:off x="995299" y="455295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17"/>
            <p:cNvSpPr/>
            <p:nvPr/>
          </p:nvSpPr>
          <p:spPr>
            <a:xfrm>
              <a:off x="701421" y="568579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17"/>
            <p:cNvSpPr/>
            <p:nvPr/>
          </p:nvSpPr>
          <p:spPr>
            <a:xfrm>
              <a:off x="740029" y="366141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17"/>
            <p:cNvSpPr/>
            <p:nvPr/>
          </p:nvSpPr>
          <p:spPr>
            <a:xfrm>
              <a:off x="517525" y="16979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17"/>
            <p:cNvSpPr/>
            <p:nvPr/>
          </p:nvSpPr>
          <p:spPr>
            <a:xfrm>
              <a:off x="600075" y="435991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17"/>
            <p:cNvSpPr/>
            <p:nvPr/>
          </p:nvSpPr>
          <p:spPr>
            <a:xfrm>
              <a:off x="884809" y="609981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17"/>
            <p:cNvSpPr/>
            <p:nvPr/>
          </p:nvSpPr>
          <p:spPr>
            <a:xfrm>
              <a:off x="1108710" y="605028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17"/>
            <p:cNvSpPr/>
            <p:nvPr/>
          </p:nvSpPr>
          <p:spPr>
            <a:xfrm>
              <a:off x="1383157" y="511048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17"/>
            <p:cNvSpPr/>
            <p:nvPr/>
          </p:nvSpPr>
          <p:spPr>
            <a:xfrm>
              <a:off x="1134237" y="508381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17"/>
            <p:cNvSpPr/>
            <p:nvPr/>
          </p:nvSpPr>
          <p:spPr>
            <a:xfrm>
              <a:off x="1224407" y="237744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3" name="Google Shape;663;p17"/>
          <p:cNvGrpSpPr/>
          <p:nvPr/>
        </p:nvGrpSpPr>
        <p:grpSpPr>
          <a:xfrm>
            <a:off x="198554" y="3255792"/>
            <a:ext cx="678939" cy="675634"/>
            <a:chOff x="63500" y="63500"/>
            <a:chExt cx="1043559" cy="1038479"/>
          </a:xfrm>
        </p:grpSpPr>
        <p:sp>
          <p:nvSpPr>
            <p:cNvPr id="664" name="Google Shape;664;p17"/>
            <p:cNvSpPr/>
            <p:nvPr/>
          </p:nvSpPr>
          <p:spPr>
            <a:xfrm>
              <a:off x="66929" y="144399"/>
              <a:ext cx="242316" cy="611378"/>
            </a:xfrm>
            <a:custGeom>
              <a:rect b="b" l="l" r="r" t="t"/>
              <a:pathLst>
                <a:path extrusionOk="0" h="611378" w="242316">
                  <a:moveTo>
                    <a:pt x="225044" y="611378"/>
                  </a:moveTo>
                  <a:lnTo>
                    <a:pt x="178308" y="611378"/>
                  </a:lnTo>
                  <a:cubicBezTo>
                    <a:pt x="78359" y="611378"/>
                    <a:pt x="0" y="535305"/>
                    <a:pt x="0" y="438277"/>
                  </a:cubicBezTo>
                  <a:cubicBezTo>
                    <a:pt x="0" y="350520"/>
                    <a:pt x="63246" y="276733"/>
                    <a:pt x="148717" y="262509"/>
                  </a:cubicBezTo>
                  <a:cubicBezTo>
                    <a:pt x="138049" y="234061"/>
                    <a:pt x="132588" y="203962"/>
                    <a:pt x="132588" y="173101"/>
                  </a:cubicBezTo>
                  <a:cubicBezTo>
                    <a:pt x="132588" y="112649"/>
                    <a:pt x="154305" y="53975"/>
                    <a:pt x="193675" y="8001"/>
                  </a:cubicBezTo>
                  <a:lnTo>
                    <a:pt x="210820" y="0"/>
                  </a:lnTo>
                  <a:cubicBezTo>
                    <a:pt x="225298" y="12446"/>
                    <a:pt x="226187" y="23241"/>
                    <a:pt x="219964" y="30607"/>
                  </a:cubicBezTo>
                  <a:cubicBezTo>
                    <a:pt x="185928" y="70358"/>
                    <a:pt x="167259" y="121031"/>
                    <a:pt x="167259" y="173228"/>
                  </a:cubicBezTo>
                  <a:cubicBezTo>
                    <a:pt x="167259" y="202819"/>
                    <a:pt x="172974" y="231521"/>
                    <a:pt x="184404" y="258572"/>
                  </a:cubicBezTo>
                  <a:lnTo>
                    <a:pt x="189357" y="270256"/>
                  </a:lnTo>
                  <a:cubicBezTo>
                    <a:pt x="191516" y="275336"/>
                    <a:pt x="191135" y="281051"/>
                    <a:pt x="188341" y="285750"/>
                  </a:cubicBezTo>
                  <a:lnTo>
                    <a:pt x="180721" y="293624"/>
                  </a:lnTo>
                  <a:lnTo>
                    <a:pt x="162687" y="295656"/>
                  </a:lnTo>
                  <a:cubicBezTo>
                    <a:pt x="89662" y="303403"/>
                    <a:pt x="34671" y="364871"/>
                    <a:pt x="34671" y="438277"/>
                  </a:cubicBezTo>
                  <a:cubicBezTo>
                    <a:pt x="34671" y="515874"/>
                    <a:pt x="97790" y="576707"/>
                    <a:pt x="178308" y="576707"/>
                  </a:cubicBezTo>
                  <a:lnTo>
                    <a:pt x="225044" y="576707"/>
                  </a:lnTo>
                  <a:cubicBezTo>
                    <a:pt x="234569" y="576707"/>
                    <a:pt x="242316" y="584454"/>
                    <a:pt x="242316" y="593979"/>
                  </a:cubicBezTo>
                  <a:lnTo>
                    <a:pt x="234569" y="611251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17"/>
            <p:cNvSpPr/>
            <p:nvPr/>
          </p:nvSpPr>
          <p:spPr>
            <a:xfrm>
              <a:off x="370797" y="63500"/>
              <a:ext cx="734484" cy="692277"/>
            </a:xfrm>
            <a:custGeom>
              <a:rect b="b" l="l" r="r" t="t"/>
              <a:pathLst>
                <a:path extrusionOk="0" h="692277" w="734484">
                  <a:moveTo>
                    <a:pt x="594149" y="692277"/>
                  </a:moveTo>
                  <a:lnTo>
                    <a:pt x="509567" y="692277"/>
                  </a:lnTo>
                  <a:cubicBezTo>
                    <a:pt x="500042" y="692277"/>
                    <a:pt x="492295" y="684530"/>
                    <a:pt x="492295" y="675005"/>
                  </a:cubicBezTo>
                  <a:lnTo>
                    <a:pt x="500042" y="657733"/>
                  </a:lnTo>
                  <a:lnTo>
                    <a:pt x="594149" y="657733"/>
                  </a:lnTo>
                  <a:cubicBezTo>
                    <a:pt x="654474" y="657733"/>
                    <a:pt x="699940" y="614426"/>
                    <a:pt x="699940" y="557149"/>
                  </a:cubicBezTo>
                  <a:cubicBezTo>
                    <a:pt x="699940" y="499872"/>
                    <a:pt x="654982" y="453517"/>
                    <a:pt x="597705" y="451612"/>
                  </a:cubicBezTo>
                  <a:lnTo>
                    <a:pt x="584370" y="451231"/>
                  </a:lnTo>
                  <a:cubicBezTo>
                    <a:pt x="578782" y="451104"/>
                    <a:pt x="573575" y="448183"/>
                    <a:pt x="570527" y="443484"/>
                  </a:cubicBezTo>
                  <a:lnTo>
                    <a:pt x="566844" y="432816"/>
                  </a:lnTo>
                  <a:lnTo>
                    <a:pt x="573829" y="415036"/>
                  </a:lnTo>
                  <a:cubicBezTo>
                    <a:pt x="582211" y="393700"/>
                    <a:pt x="586402" y="371348"/>
                    <a:pt x="586402" y="348869"/>
                  </a:cubicBezTo>
                  <a:cubicBezTo>
                    <a:pt x="586402" y="248793"/>
                    <a:pt x="504868" y="167259"/>
                    <a:pt x="404792" y="167259"/>
                  </a:cubicBezTo>
                  <a:cubicBezTo>
                    <a:pt x="376471" y="167259"/>
                    <a:pt x="349039" y="173736"/>
                    <a:pt x="323385" y="186690"/>
                  </a:cubicBezTo>
                  <a:lnTo>
                    <a:pt x="314368" y="191262"/>
                  </a:lnTo>
                  <a:lnTo>
                    <a:pt x="304970" y="193675"/>
                  </a:lnTo>
                  <a:cubicBezTo>
                    <a:pt x="295953" y="190246"/>
                    <a:pt x="292270" y="186690"/>
                    <a:pt x="290492" y="182245"/>
                  </a:cubicBezTo>
                  <a:lnTo>
                    <a:pt x="286682" y="172593"/>
                  </a:lnTo>
                  <a:cubicBezTo>
                    <a:pt x="252900" y="88773"/>
                    <a:pt x="172890" y="34671"/>
                    <a:pt x="82720" y="34671"/>
                  </a:cubicBezTo>
                  <a:cubicBezTo>
                    <a:pt x="61638" y="34671"/>
                    <a:pt x="40937" y="37592"/>
                    <a:pt x="20998" y="43434"/>
                  </a:cubicBezTo>
                  <a:lnTo>
                    <a:pt x="2202" y="40894"/>
                  </a:lnTo>
                  <a:cubicBezTo>
                    <a:pt x="-3259" y="22606"/>
                    <a:pt x="2075" y="12954"/>
                    <a:pt x="11219" y="10287"/>
                  </a:cubicBezTo>
                  <a:cubicBezTo>
                    <a:pt x="34333" y="3429"/>
                    <a:pt x="58336" y="0"/>
                    <a:pt x="82720" y="0"/>
                  </a:cubicBezTo>
                  <a:cubicBezTo>
                    <a:pt x="184320" y="0"/>
                    <a:pt x="274744" y="59436"/>
                    <a:pt x="315257" y="152019"/>
                  </a:cubicBezTo>
                  <a:cubicBezTo>
                    <a:pt x="343705" y="139065"/>
                    <a:pt x="373677" y="132461"/>
                    <a:pt x="404665" y="132461"/>
                  </a:cubicBezTo>
                  <a:cubicBezTo>
                    <a:pt x="523918" y="132461"/>
                    <a:pt x="620819" y="229489"/>
                    <a:pt x="620819" y="348615"/>
                  </a:cubicBezTo>
                  <a:cubicBezTo>
                    <a:pt x="620819" y="371983"/>
                    <a:pt x="617009" y="395097"/>
                    <a:pt x="609389" y="417449"/>
                  </a:cubicBezTo>
                  <a:cubicBezTo>
                    <a:pt x="680382" y="425069"/>
                    <a:pt x="734484" y="484378"/>
                    <a:pt x="734484" y="556895"/>
                  </a:cubicBezTo>
                  <a:cubicBezTo>
                    <a:pt x="734484" y="632714"/>
                    <a:pt x="672762" y="692150"/>
                    <a:pt x="594022" y="692150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17"/>
            <p:cNvSpPr/>
            <p:nvPr/>
          </p:nvSpPr>
          <p:spPr>
            <a:xfrm>
              <a:off x="414528" y="998093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17"/>
            <p:cNvSpPr/>
            <p:nvPr/>
          </p:nvSpPr>
          <p:spPr>
            <a:xfrm>
              <a:off x="414528" y="790448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17"/>
            <p:cNvSpPr/>
            <p:nvPr/>
          </p:nvSpPr>
          <p:spPr>
            <a:xfrm>
              <a:off x="414528" y="582803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17"/>
            <p:cNvSpPr/>
            <p:nvPr/>
          </p:nvSpPr>
          <p:spPr>
            <a:xfrm>
              <a:off x="343916" y="928878"/>
              <a:ext cx="484505" cy="173101"/>
            </a:xfrm>
            <a:custGeom>
              <a:rect b="b" l="l" r="r" t="t"/>
              <a:pathLst>
                <a:path extrusionOk="0" h="173101" w="484505">
                  <a:moveTo>
                    <a:pt x="34544" y="138430"/>
                  </a:moveTo>
                  <a:lnTo>
                    <a:pt x="449834" y="138430"/>
                  </a:lnTo>
                  <a:lnTo>
                    <a:pt x="449834" y="34544"/>
                  </a:lnTo>
                  <a:lnTo>
                    <a:pt x="34544" y="34544"/>
                  </a:lnTo>
                  <a:close/>
                  <a:moveTo>
                    <a:pt x="467233" y="173101"/>
                  </a:moveTo>
                  <a:lnTo>
                    <a:pt x="17272" y="173101"/>
                  </a:lnTo>
                  <a:cubicBezTo>
                    <a:pt x="7747" y="173101"/>
                    <a:pt x="0" y="165354"/>
                    <a:pt x="0" y="155829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17"/>
            <p:cNvSpPr/>
            <p:nvPr/>
          </p:nvSpPr>
          <p:spPr>
            <a:xfrm>
              <a:off x="343916" y="721233"/>
              <a:ext cx="484505" cy="172974"/>
            </a:xfrm>
            <a:custGeom>
              <a:rect b="b" l="l" r="r" t="t"/>
              <a:pathLst>
                <a:path extrusionOk="0" h="172974" w="484505">
                  <a:moveTo>
                    <a:pt x="34544" y="138303"/>
                  </a:moveTo>
                  <a:lnTo>
                    <a:pt x="449834" y="138303"/>
                  </a:lnTo>
                  <a:lnTo>
                    <a:pt x="449834" y="34544"/>
                  </a:lnTo>
                  <a:lnTo>
                    <a:pt x="34544" y="34544"/>
                  </a:lnTo>
                  <a:close/>
                  <a:moveTo>
                    <a:pt x="467233" y="172974"/>
                  </a:moveTo>
                  <a:lnTo>
                    <a:pt x="17272" y="172974"/>
                  </a:lnTo>
                  <a:cubicBezTo>
                    <a:pt x="7747" y="172974"/>
                    <a:pt x="0" y="165227"/>
                    <a:pt x="0" y="155702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17"/>
            <p:cNvSpPr/>
            <p:nvPr/>
          </p:nvSpPr>
          <p:spPr>
            <a:xfrm>
              <a:off x="343916" y="513461"/>
              <a:ext cx="484505" cy="173101"/>
            </a:xfrm>
            <a:custGeom>
              <a:rect b="b" l="l" r="r" t="t"/>
              <a:pathLst>
                <a:path extrusionOk="0" h="173101" w="484505">
                  <a:moveTo>
                    <a:pt x="34544" y="138430"/>
                  </a:moveTo>
                  <a:lnTo>
                    <a:pt x="449834" y="138430"/>
                  </a:lnTo>
                  <a:lnTo>
                    <a:pt x="449834" y="34671"/>
                  </a:lnTo>
                  <a:lnTo>
                    <a:pt x="34544" y="34671"/>
                  </a:lnTo>
                  <a:close/>
                  <a:moveTo>
                    <a:pt x="467233" y="173101"/>
                  </a:moveTo>
                  <a:lnTo>
                    <a:pt x="17272" y="173101"/>
                  </a:lnTo>
                  <a:cubicBezTo>
                    <a:pt x="7747" y="173101"/>
                    <a:pt x="0" y="165354"/>
                    <a:pt x="0" y="155829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17"/>
            <p:cNvSpPr/>
            <p:nvPr/>
          </p:nvSpPr>
          <p:spPr>
            <a:xfrm>
              <a:off x="170815" y="824992"/>
              <a:ext cx="138430" cy="207645"/>
            </a:xfrm>
            <a:custGeom>
              <a:rect b="b" l="l" r="r" t="t"/>
              <a:pathLst>
                <a:path extrusionOk="0" h="207645" w="138430">
                  <a:moveTo>
                    <a:pt x="51943" y="207645"/>
                  </a:moveTo>
                  <a:lnTo>
                    <a:pt x="17272" y="207645"/>
                  </a:lnTo>
                  <a:cubicBezTo>
                    <a:pt x="7747" y="207645"/>
                    <a:pt x="0" y="199898"/>
                    <a:pt x="0" y="190373"/>
                  </a:cubicBezTo>
                  <a:lnTo>
                    <a:pt x="7747" y="173101"/>
                  </a:lnTo>
                  <a:lnTo>
                    <a:pt x="51943" y="173101"/>
                  </a:lnTo>
                  <a:cubicBezTo>
                    <a:pt x="80518" y="173101"/>
                    <a:pt x="103886" y="149860"/>
                    <a:pt x="103886" y="121158"/>
                  </a:cubicBezTo>
                  <a:lnTo>
                    <a:pt x="103886" y="17272"/>
                  </a:lnTo>
                  <a:cubicBezTo>
                    <a:pt x="103886" y="7747"/>
                    <a:pt x="111633" y="0"/>
                    <a:pt x="121158" y="0"/>
                  </a:cubicBezTo>
                  <a:lnTo>
                    <a:pt x="138430" y="7747"/>
                  </a:lnTo>
                  <a:lnTo>
                    <a:pt x="138430" y="121158"/>
                  </a:lnTo>
                  <a:cubicBezTo>
                    <a:pt x="138430" y="168910"/>
                    <a:pt x="99568" y="207645"/>
                    <a:pt x="51943" y="207645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17"/>
            <p:cNvSpPr/>
            <p:nvPr/>
          </p:nvSpPr>
          <p:spPr>
            <a:xfrm>
              <a:off x="136271" y="790448"/>
              <a:ext cx="103759" cy="138430"/>
            </a:xfrm>
            <a:custGeom>
              <a:rect b="b" l="l" r="r" t="t"/>
              <a:pathLst>
                <a:path extrusionOk="0" h="138430" w="103759">
                  <a:moveTo>
                    <a:pt x="51816" y="138430"/>
                  </a:moveTo>
                  <a:lnTo>
                    <a:pt x="17272" y="138430"/>
                  </a:lnTo>
                  <a:cubicBezTo>
                    <a:pt x="7747" y="138430"/>
                    <a:pt x="0" y="130683"/>
                    <a:pt x="0" y="121158"/>
                  </a:cubicBezTo>
                  <a:lnTo>
                    <a:pt x="7747" y="103886"/>
                  </a:lnTo>
                  <a:lnTo>
                    <a:pt x="51943" y="103886"/>
                  </a:lnTo>
                  <a:cubicBezTo>
                    <a:pt x="61468" y="103886"/>
                    <a:pt x="69215" y="96139"/>
                    <a:pt x="69215" y="86614"/>
                  </a:cubicBezTo>
                  <a:lnTo>
                    <a:pt x="69215" y="17272"/>
                  </a:lnTo>
                  <a:cubicBezTo>
                    <a:pt x="69215" y="7747"/>
                    <a:pt x="76962" y="0"/>
                    <a:pt x="86487" y="0"/>
                  </a:cubicBezTo>
                  <a:lnTo>
                    <a:pt x="103759" y="7747"/>
                  </a:lnTo>
                  <a:lnTo>
                    <a:pt x="103759" y="86487"/>
                  </a:lnTo>
                  <a:cubicBezTo>
                    <a:pt x="103759" y="115062"/>
                    <a:pt x="80518" y="138430"/>
                    <a:pt x="51816" y="138430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17"/>
            <p:cNvSpPr/>
            <p:nvPr/>
          </p:nvSpPr>
          <p:spPr>
            <a:xfrm>
              <a:off x="863092" y="824992"/>
              <a:ext cx="138430" cy="207645"/>
            </a:xfrm>
            <a:custGeom>
              <a:rect b="b" l="l" r="r" t="t"/>
              <a:pathLst>
                <a:path extrusionOk="0" h="207645" w="138430">
                  <a:moveTo>
                    <a:pt x="121031" y="207645"/>
                  </a:moveTo>
                  <a:lnTo>
                    <a:pt x="86487" y="207645"/>
                  </a:lnTo>
                  <a:cubicBezTo>
                    <a:pt x="38735" y="207645"/>
                    <a:pt x="0" y="168783"/>
                    <a:pt x="0" y="121158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34544" y="7747"/>
                  </a:lnTo>
                  <a:lnTo>
                    <a:pt x="34544" y="121158"/>
                  </a:lnTo>
                  <a:cubicBezTo>
                    <a:pt x="34544" y="149860"/>
                    <a:pt x="57785" y="173101"/>
                    <a:pt x="86487" y="173101"/>
                  </a:cubicBezTo>
                  <a:lnTo>
                    <a:pt x="121158" y="173101"/>
                  </a:lnTo>
                  <a:cubicBezTo>
                    <a:pt x="130683" y="173101"/>
                    <a:pt x="138430" y="180848"/>
                    <a:pt x="138430" y="190373"/>
                  </a:cubicBezTo>
                  <a:lnTo>
                    <a:pt x="130683" y="207645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17"/>
            <p:cNvSpPr/>
            <p:nvPr/>
          </p:nvSpPr>
          <p:spPr>
            <a:xfrm>
              <a:off x="932307" y="790448"/>
              <a:ext cx="103759" cy="138430"/>
            </a:xfrm>
            <a:custGeom>
              <a:rect b="b" l="l" r="r" t="t"/>
              <a:pathLst>
                <a:path extrusionOk="0" h="138430" w="103759">
                  <a:moveTo>
                    <a:pt x="86487" y="138430"/>
                  </a:moveTo>
                  <a:lnTo>
                    <a:pt x="51943" y="138430"/>
                  </a:lnTo>
                  <a:cubicBezTo>
                    <a:pt x="23241" y="138430"/>
                    <a:pt x="0" y="115189"/>
                    <a:pt x="0" y="86487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34544" y="7747"/>
                  </a:lnTo>
                  <a:lnTo>
                    <a:pt x="34544" y="86487"/>
                  </a:lnTo>
                  <a:cubicBezTo>
                    <a:pt x="34544" y="96012"/>
                    <a:pt x="42291" y="103759"/>
                    <a:pt x="51816" y="103759"/>
                  </a:cubicBezTo>
                  <a:lnTo>
                    <a:pt x="86487" y="103759"/>
                  </a:lnTo>
                  <a:cubicBezTo>
                    <a:pt x="96012" y="103759"/>
                    <a:pt x="103759" y="111506"/>
                    <a:pt x="103759" y="121031"/>
                  </a:cubicBezTo>
                  <a:lnTo>
                    <a:pt x="96012" y="138303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17"/>
            <p:cNvSpPr/>
            <p:nvPr/>
          </p:nvSpPr>
          <p:spPr>
            <a:xfrm>
              <a:off x="1070737" y="894334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17"/>
            <p:cNvSpPr/>
            <p:nvPr/>
          </p:nvSpPr>
          <p:spPr>
            <a:xfrm>
              <a:off x="1036193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17"/>
            <p:cNvSpPr/>
            <p:nvPr/>
          </p:nvSpPr>
          <p:spPr>
            <a:xfrm>
              <a:off x="63500" y="894334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17"/>
            <p:cNvSpPr/>
            <p:nvPr/>
          </p:nvSpPr>
          <p:spPr>
            <a:xfrm>
              <a:off x="98171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17"/>
            <p:cNvSpPr/>
            <p:nvPr/>
          </p:nvSpPr>
          <p:spPr>
            <a:xfrm>
              <a:off x="652018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17"/>
            <p:cNvSpPr/>
            <p:nvPr/>
          </p:nvSpPr>
          <p:spPr>
            <a:xfrm>
              <a:off x="721233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17"/>
            <p:cNvSpPr/>
            <p:nvPr/>
          </p:nvSpPr>
          <p:spPr>
            <a:xfrm>
              <a:off x="652018" y="790448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17"/>
            <p:cNvSpPr/>
            <p:nvPr/>
          </p:nvSpPr>
          <p:spPr>
            <a:xfrm>
              <a:off x="721233" y="790448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17"/>
            <p:cNvSpPr/>
            <p:nvPr/>
          </p:nvSpPr>
          <p:spPr>
            <a:xfrm>
              <a:off x="652018" y="58280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17"/>
            <p:cNvSpPr/>
            <p:nvPr/>
          </p:nvSpPr>
          <p:spPr>
            <a:xfrm>
              <a:off x="721233" y="58280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17"/>
            <p:cNvSpPr/>
            <p:nvPr/>
          </p:nvSpPr>
          <p:spPr>
            <a:xfrm>
              <a:off x="306395" y="98065"/>
              <a:ext cx="37902" cy="37063"/>
            </a:xfrm>
            <a:custGeom>
              <a:rect b="b" l="l" r="r" t="t"/>
              <a:pathLst>
                <a:path extrusionOk="0" h="37063" w="37902">
                  <a:moveTo>
                    <a:pt x="16693" y="37063"/>
                  </a:moveTo>
                  <a:lnTo>
                    <a:pt x="5898" y="34523"/>
                  </a:lnTo>
                  <a:cubicBezTo>
                    <a:pt x="-2992" y="21950"/>
                    <a:pt x="-1087" y="11155"/>
                    <a:pt x="6660" y="5567"/>
                  </a:cubicBezTo>
                  <a:lnTo>
                    <a:pt x="10089" y="3154"/>
                  </a:lnTo>
                  <a:cubicBezTo>
                    <a:pt x="17963" y="-2307"/>
                    <a:pt x="28758" y="-529"/>
                    <a:pt x="34219" y="7345"/>
                  </a:cubicBezTo>
                  <a:lnTo>
                    <a:pt x="37902" y="25887"/>
                  </a:lnTo>
                  <a:lnTo>
                    <a:pt x="26599" y="33888"/>
                  </a:lnTo>
                  <a:lnTo>
                    <a:pt x="20122" y="37063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7" name="Google Shape;687;p17"/>
          <p:cNvSpPr/>
          <p:nvPr/>
        </p:nvSpPr>
        <p:spPr>
          <a:xfrm>
            <a:off x="209864" y="4715635"/>
            <a:ext cx="743213" cy="804997"/>
          </a:xfrm>
          <a:custGeom>
            <a:rect b="b" l="l" r="r" t="t"/>
            <a:pathLst>
              <a:path extrusionOk="0" h="804997" w="743213">
                <a:moveTo>
                  <a:pt x="0" y="0"/>
                </a:moveTo>
                <a:lnTo>
                  <a:pt x="743213" y="0"/>
                </a:lnTo>
                <a:lnTo>
                  <a:pt x="743213" y="804997"/>
                </a:lnTo>
                <a:lnTo>
                  <a:pt x="0" y="804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11291" l="-16090" r="-16830" t="-11419"/>
            </a:stretch>
          </a:blipFill>
          <a:ln>
            <a:noFill/>
          </a:ln>
        </p:spPr>
      </p:sp>
      <p:sp>
        <p:nvSpPr>
          <p:cNvPr id="688" name="Google Shape;688;p17"/>
          <p:cNvSpPr/>
          <p:nvPr/>
        </p:nvSpPr>
        <p:spPr>
          <a:xfrm>
            <a:off x="5601568" y="9500406"/>
            <a:ext cx="1034028" cy="526062"/>
          </a:xfrm>
          <a:custGeom>
            <a:rect b="b" l="l" r="r" t="t"/>
            <a:pathLst>
              <a:path extrusionOk="0" h="526062" w="1034028">
                <a:moveTo>
                  <a:pt x="0" y="0"/>
                </a:moveTo>
                <a:lnTo>
                  <a:pt x="1034028" y="0"/>
                </a:lnTo>
                <a:lnTo>
                  <a:pt x="1034028" y="526062"/>
                </a:lnTo>
                <a:lnTo>
                  <a:pt x="0" y="526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89" name="Google Shape;689;p17"/>
          <p:cNvSpPr txBox="1"/>
          <p:nvPr/>
        </p:nvSpPr>
        <p:spPr>
          <a:xfrm>
            <a:off x="1592768" y="373145"/>
            <a:ext cx="11169600" cy="12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18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VERSION CONTROL</a:t>
            </a:r>
            <a:endParaRPr/>
          </a:p>
        </p:txBody>
      </p:sp>
      <p:sp>
        <p:nvSpPr>
          <p:cNvPr id="690" name="Google Shape;690;p17"/>
          <p:cNvSpPr txBox="1"/>
          <p:nvPr/>
        </p:nvSpPr>
        <p:spPr>
          <a:xfrm>
            <a:off x="2007797" y="2056171"/>
            <a:ext cx="151701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“Systems that record changes to a/set of file/s over time so that you can recall specific versions later”</a:t>
            </a:r>
            <a:r>
              <a:rPr lang="en-US" sz="3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(Chacon&amp;Straub, Pro Git)</a:t>
            </a:r>
            <a:endParaRPr/>
          </a:p>
        </p:txBody>
      </p:sp>
      <p:sp>
        <p:nvSpPr>
          <p:cNvPr id="691" name="Google Shape;691;p17"/>
          <p:cNvSpPr txBox="1"/>
          <p:nvPr/>
        </p:nvSpPr>
        <p:spPr>
          <a:xfrm>
            <a:off x="1726100" y="3433573"/>
            <a:ext cx="9255000" cy="59412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7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Myth vs. Reality</a:t>
            </a:r>
            <a:endParaRPr b="1" i="1" sz="3799">
              <a:solidFill>
                <a:schemeClr val="dk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3799">
              <a:solidFill>
                <a:srgbClr val="191D0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4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Myth</a:t>
            </a:r>
            <a:r>
              <a:rPr i="1" lang="en-US" sz="2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 "Google Docs or OneDrive already save my versions automatically."</a:t>
            </a:r>
            <a:endParaRPr i="1" sz="2999">
              <a:solidFill>
                <a:srgbClr val="191D0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999">
              <a:solidFill>
                <a:srgbClr val="191D0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4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Reality</a:t>
            </a:r>
            <a:r>
              <a:rPr i="1" lang="en-US" sz="32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</a:t>
            </a:r>
            <a:r>
              <a:rPr i="1" lang="en-US" sz="2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Word processors don't understand code. They </a:t>
            </a:r>
            <a:r>
              <a:rPr b="1" i="1" lang="en-US" sz="2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blindly merge changes and delete old history</a:t>
            </a:r>
            <a:r>
              <a:rPr i="1" lang="en-US" sz="2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to save space.</a:t>
            </a:r>
            <a:endParaRPr i="1" sz="2999">
              <a:solidFill>
                <a:srgbClr val="191D0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999">
              <a:solidFill>
                <a:srgbClr val="191D0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3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Value of Version Control (Git)</a:t>
            </a:r>
            <a:r>
              <a:rPr i="1" lang="en-US" sz="2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 A professional tool that guarantees </a:t>
            </a:r>
            <a:r>
              <a:rPr b="1" i="1" lang="en-US" sz="2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absolute traceability, intentional manual commits, and the ability to safely collaborate</a:t>
            </a:r>
            <a:r>
              <a:rPr i="1" lang="en-US" sz="2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without overwriting each other's work.</a:t>
            </a:r>
            <a:endParaRPr i="1" sz="2999">
              <a:solidFill>
                <a:srgbClr val="191D0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692" name="Google Shape;692;p17"/>
          <p:cNvSpPr txBox="1"/>
          <p:nvPr/>
        </p:nvSpPr>
        <p:spPr>
          <a:xfrm>
            <a:off x="12444473" y="6720602"/>
            <a:ext cx="3791700" cy="22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“The revisions for your file may occasionally be merged to  save storage space” </a:t>
            </a:r>
            <a:r>
              <a:rPr b="1" i="1" lang="en-US" sz="2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(Google Docs disclaimer)</a:t>
            </a:r>
            <a:endParaRPr b="1" i="1" sz="2999">
              <a:solidFill>
                <a:srgbClr val="191D0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cxnSp>
        <p:nvCxnSpPr>
          <p:cNvPr id="693" name="Google Shape;693;p17"/>
          <p:cNvCxnSpPr/>
          <p:nvPr/>
        </p:nvCxnSpPr>
        <p:spPr>
          <a:xfrm>
            <a:off x="12666644" y="6800152"/>
            <a:ext cx="0" cy="2280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94" name="Google Shape;694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096708" y="2841023"/>
            <a:ext cx="5947479" cy="3810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7B9CE"/>
        </a:solidFill>
      </p:bgPr>
    </p:bg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9" name="Google Shape;699;p18"/>
          <p:cNvCxnSpPr/>
          <p:nvPr/>
        </p:nvCxnSpPr>
        <p:spPr>
          <a:xfrm>
            <a:off x="1051792" y="1798524"/>
            <a:ext cx="172593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0" name="Google Shape;700;p18"/>
          <p:cNvCxnSpPr/>
          <p:nvPr/>
        </p:nvCxnSpPr>
        <p:spPr>
          <a:xfrm rot="-5400000">
            <a:off x="-4105275" y="5119688"/>
            <a:ext cx="102870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1" name="Google Shape;701;p18"/>
          <p:cNvSpPr txBox="1"/>
          <p:nvPr/>
        </p:nvSpPr>
        <p:spPr>
          <a:xfrm>
            <a:off x="1592775" y="373150"/>
            <a:ext cx="15758700" cy="12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18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HOW VERSION CONTROL WORKS</a:t>
            </a:r>
            <a:endParaRPr/>
          </a:p>
        </p:txBody>
      </p:sp>
      <p:grpSp>
        <p:nvGrpSpPr>
          <p:cNvPr id="702" name="Google Shape;702;p18"/>
          <p:cNvGrpSpPr/>
          <p:nvPr/>
        </p:nvGrpSpPr>
        <p:grpSpPr>
          <a:xfrm>
            <a:off x="216606" y="6304895"/>
            <a:ext cx="642914" cy="632256"/>
            <a:chOff x="63500" y="63500"/>
            <a:chExt cx="988187" cy="971804"/>
          </a:xfrm>
        </p:grpSpPr>
        <p:sp>
          <p:nvSpPr>
            <p:cNvPr id="703" name="Google Shape;703;p18"/>
            <p:cNvSpPr/>
            <p:nvPr/>
          </p:nvSpPr>
          <p:spPr>
            <a:xfrm>
              <a:off x="857250" y="840994"/>
              <a:ext cx="129540" cy="129540"/>
            </a:xfrm>
            <a:custGeom>
              <a:rect b="b" l="l" r="r" t="t"/>
              <a:pathLst>
                <a:path extrusionOk="0" h="129540" w="129540">
                  <a:moveTo>
                    <a:pt x="64770" y="32385"/>
                  </a:moveTo>
                  <a:cubicBezTo>
                    <a:pt x="46863" y="32385"/>
                    <a:pt x="32385" y="46990"/>
                    <a:pt x="32385" y="64770"/>
                  </a:cubicBezTo>
                  <a:cubicBezTo>
                    <a:pt x="32385" y="82550"/>
                    <a:pt x="46990" y="97155"/>
                    <a:pt x="64770" y="97155"/>
                  </a:cubicBezTo>
                  <a:cubicBezTo>
                    <a:pt x="82550" y="97155"/>
                    <a:pt x="97155" y="82550"/>
                    <a:pt x="97155" y="64770"/>
                  </a:cubicBezTo>
                  <a:cubicBezTo>
                    <a:pt x="97155" y="46990"/>
                    <a:pt x="82550" y="32385"/>
                    <a:pt x="64770" y="32385"/>
                  </a:cubicBezTo>
                  <a:moveTo>
                    <a:pt x="64770" y="129540"/>
                  </a:moveTo>
                  <a:cubicBezTo>
                    <a:pt x="29083" y="129540"/>
                    <a:pt x="0" y="100457"/>
                    <a:pt x="0" y="64770"/>
                  </a:cubicBezTo>
                  <a:cubicBezTo>
                    <a:pt x="0" y="29083"/>
                    <a:pt x="29083" y="0"/>
                    <a:pt x="64770" y="0"/>
                  </a:cubicBezTo>
                  <a:cubicBezTo>
                    <a:pt x="100457" y="0"/>
                    <a:pt x="129540" y="29083"/>
                    <a:pt x="129540" y="64770"/>
                  </a:cubicBezTo>
                  <a:cubicBezTo>
                    <a:pt x="129540" y="100457"/>
                    <a:pt x="100457" y="129540"/>
                    <a:pt x="64770" y="1295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18"/>
            <p:cNvSpPr/>
            <p:nvPr/>
          </p:nvSpPr>
          <p:spPr>
            <a:xfrm>
              <a:off x="905764" y="225552"/>
              <a:ext cx="32512" cy="647827"/>
            </a:xfrm>
            <a:custGeom>
              <a:rect b="b" l="l" r="r" t="t"/>
              <a:pathLst>
                <a:path extrusionOk="0" h="647827" w="32512">
                  <a:moveTo>
                    <a:pt x="16256" y="647827"/>
                  </a:moveTo>
                  <a:lnTo>
                    <a:pt x="0" y="640588"/>
                  </a:lnTo>
                  <a:lnTo>
                    <a:pt x="0" y="16129"/>
                  </a:lnTo>
                  <a:cubicBezTo>
                    <a:pt x="0" y="7112"/>
                    <a:pt x="7239" y="0"/>
                    <a:pt x="16256" y="0"/>
                  </a:cubicBezTo>
                  <a:lnTo>
                    <a:pt x="32512" y="7239"/>
                  </a:lnTo>
                  <a:lnTo>
                    <a:pt x="32512" y="631698"/>
                  </a:lnTo>
                  <a:cubicBezTo>
                    <a:pt x="32512" y="640588"/>
                    <a:pt x="25273" y="647827"/>
                    <a:pt x="16256" y="64782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18"/>
            <p:cNvSpPr/>
            <p:nvPr/>
          </p:nvSpPr>
          <p:spPr>
            <a:xfrm>
              <a:off x="121679" y="510286"/>
              <a:ext cx="44042" cy="38989"/>
            </a:xfrm>
            <a:custGeom>
              <a:rect b="b" l="l" r="r" t="t"/>
              <a:pathLst>
                <a:path extrusionOk="0" h="38989" w="44042">
                  <a:moveTo>
                    <a:pt x="27927" y="38989"/>
                  </a:moveTo>
                  <a:lnTo>
                    <a:pt x="23990" y="38608"/>
                  </a:lnTo>
                  <a:lnTo>
                    <a:pt x="10401" y="33401"/>
                  </a:lnTo>
                  <a:cubicBezTo>
                    <a:pt x="2019" y="30226"/>
                    <a:pt x="-2172" y="20828"/>
                    <a:pt x="1130" y="12446"/>
                  </a:cubicBezTo>
                  <a:lnTo>
                    <a:pt x="13703" y="0"/>
                  </a:lnTo>
                  <a:lnTo>
                    <a:pt x="33642" y="7620"/>
                  </a:lnTo>
                  <a:cubicBezTo>
                    <a:pt x="42024" y="10795"/>
                    <a:pt x="46215" y="20193"/>
                    <a:pt x="42913" y="28575"/>
                  </a:cubicBezTo>
                  <a:lnTo>
                    <a:pt x="34277" y="3898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18"/>
            <p:cNvSpPr/>
            <p:nvPr/>
          </p:nvSpPr>
          <p:spPr>
            <a:xfrm>
              <a:off x="180213" y="535721"/>
              <a:ext cx="620903" cy="90770"/>
            </a:xfrm>
            <a:custGeom>
              <a:rect b="b" l="l" r="r" t="t"/>
              <a:pathLst>
                <a:path extrusionOk="0" h="90770" w="620903">
                  <a:moveTo>
                    <a:pt x="476758" y="90770"/>
                  </a:moveTo>
                  <a:lnTo>
                    <a:pt x="300863" y="90770"/>
                  </a:lnTo>
                  <a:cubicBezTo>
                    <a:pt x="291211" y="90770"/>
                    <a:pt x="281813" y="88230"/>
                    <a:pt x="273431" y="83531"/>
                  </a:cubicBezTo>
                  <a:lnTo>
                    <a:pt x="193675" y="37938"/>
                  </a:lnTo>
                  <a:cubicBezTo>
                    <a:pt x="190246" y="36033"/>
                    <a:pt x="186309" y="34890"/>
                    <a:pt x="182245" y="34890"/>
                  </a:cubicBezTo>
                  <a:lnTo>
                    <a:pt x="32385" y="34890"/>
                  </a:lnTo>
                  <a:cubicBezTo>
                    <a:pt x="25527" y="34890"/>
                    <a:pt x="18923" y="33620"/>
                    <a:pt x="12446" y="31207"/>
                  </a:cubicBezTo>
                  <a:lnTo>
                    <a:pt x="0" y="18634"/>
                  </a:lnTo>
                  <a:cubicBezTo>
                    <a:pt x="6477" y="1997"/>
                    <a:pt x="15875" y="-2194"/>
                    <a:pt x="24130" y="981"/>
                  </a:cubicBezTo>
                  <a:lnTo>
                    <a:pt x="29464" y="2505"/>
                  </a:lnTo>
                  <a:lnTo>
                    <a:pt x="182372" y="2505"/>
                  </a:lnTo>
                  <a:cubicBezTo>
                    <a:pt x="192024" y="2505"/>
                    <a:pt x="201549" y="5045"/>
                    <a:pt x="209804" y="9744"/>
                  </a:cubicBezTo>
                  <a:lnTo>
                    <a:pt x="289560" y="55337"/>
                  </a:lnTo>
                  <a:cubicBezTo>
                    <a:pt x="292989" y="57242"/>
                    <a:pt x="296926" y="58385"/>
                    <a:pt x="300863" y="58385"/>
                  </a:cubicBezTo>
                  <a:lnTo>
                    <a:pt x="476758" y="58385"/>
                  </a:lnTo>
                  <a:cubicBezTo>
                    <a:pt x="480314" y="58385"/>
                    <a:pt x="483870" y="57496"/>
                    <a:pt x="486918" y="55972"/>
                  </a:cubicBezTo>
                  <a:lnTo>
                    <a:pt x="526288" y="36287"/>
                  </a:lnTo>
                  <a:cubicBezTo>
                    <a:pt x="533908" y="32477"/>
                    <a:pt x="542417" y="30445"/>
                    <a:pt x="551053" y="30445"/>
                  </a:cubicBezTo>
                  <a:lnTo>
                    <a:pt x="604647" y="30445"/>
                  </a:lnTo>
                  <a:cubicBezTo>
                    <a:pt x="613664" y="30445"/>
                    <a:pt x="620903" y="37684"/>
                    <a:pt x="620903" y="46574"/>
                  </a:cubicBezTo>
                  <a:lnTo>
                    <a:pt x="613664" y="62830"/>
                  </a:lnTo>
                  <a:lnTo>
                    <a:pt x="551053" y="62830"/>
                  </a:lnTo>
                  <a:cubicBezTo>
                    <a:pt x="547497" y="62830"/>
                    <a:pt x="543941" y="63719"/>
                    <a:pt x="540893" y="65243"/>
                  </a:cubicBezTo>
                  <a:lnTo>
                    <a:pt x="501523" y="84928"/>
                  </a:lnTo>
                  <a:cubicBezTo>
                    <a:pt x="493903" y="88738"/>
                    <a:pt x="485394" y="90770"/>
                    <a:pt x="476758" y="907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18"/>
            <p:cNvSpPr/>
            <p:nvPr/>
          </p:nvSpPr>
          <p:spPr>
            <a:xfrm>
              <a:off x="378206" y="705739"/>
              <a:ext cx="120232" cy="139192"/>
            </a:xfrm>
            <a:custGeom>
              <a:rect b="b" l="l" r="r" t="t"/>
              <a:pathLst>
                <a:path extrusionOk="0" h="139192" w="120232">
                  <a:moveTo>
                    <a:pt x="89916" y="139192"/>
                  </a:moveTo>
                  <a:lnTo>
                    <a:pt x="78232" y="135890"/>
                  </a:lnTo>
                  <a:cubicBezTo>
                    <a:pt x="65532" y="110490"/>
                    <a:pt x="68326" y="86995"/>
                    <a:pt x="82423" y="70104"/>
                  </a:cubicBezTo>
                  <a:lnTo>
                    <a:pt x="89408" y="53975"/>
                  </a:lnTo>
                  <a:cubicBezTo>
                    <a:pt x="81661" y="37465"/>
                    <a:pt x="73914" y="32512"/>
                    <a:pt x="64770" y="32512"/>
                  </a:cubicBezTo>
                  <a:lnTo>
                    <a:pt x="16256" y="32512"/>
                  </a:lnTo>
                  <a:cubicBezTo>
                    <a:pt x="7239" y="32512"/>
                    <a:pt x="0" y="25273"/>
                    <a:pt x="0" y="16256"/>
                  </a:cubicBezTo>
                  <a:lnTo>
                    <a:pt x="7239" y="0"/>
                  </a:lnTo>
                  <a:lnTo>
                    <a:pt x="64897" y="0"/>
                  </a:lnTo>
                  <a:cubicBezTo>
                    <a:pt x="86614" y="0"/>
                    <a:pt x="105791" y="12192"/>
                    <a:pt x="114935" y="31877"/>
                  </a:cubicBezTo>
                  <a:cubicBezTo>
                    <a:pt x="124079" y="51562"/>
                    <a:pt x="121285" y="74041"/>
                    <a:pt x="107315" y="90805"/>
                  </a:cubicBezTo>
                  <a:lnTo>
                    <a:pt x="100457" y="107569"/>
                  </a:lnTo>
                  <a:cubicBezTo>
                    <a:pt x="108585" y="123698"/>
                    <a:pt x="105283" y="133477"/>
                    <a:pt x="97282" y="137414"/>
                  </a:cubicBezTo>
                  <a:lnTo>
                    <a:pt x="92456" y="13906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18"/>
            <p:cNvSpPr/>
            <p:nvPr/>
          </p:nvSpPr>
          <p:spPr>
            <a:xfrm>
              <a:off x="322072" y="705866"/>
              <a:ext cx="49657" cy="32385"/>
            </a:xfrm>
            <a:custGeom>
              <a:rect b="b" l="l" r="r" t="t"/>
              <a:pathLst>
                <a:path extrusionOk="0" h="32385" w="49657">
                  <a:moveTo>
                    <a:pt x="33401" y="32385"/>
                  </a:moveTo>
                  <a:lnTo>
                    <a:pt x="16256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33401" y="0"/>
                  </a:lnTo>
                  <a:cubicBezTo>
                    <a:pt x="42418" y="0"/>
                    <a:pt x="49657" y="7239"/>
                    <a:pt x="49657" y="16256"/>
                  </a:cubicBezTo>
                  <a:lnTo>
                    <a:pt x="42418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18"/>
            <p:cNvSpPr/>
            <p:nvPr/>
          </p:nvSpPr>
          <p:spPr>
            <a:xfrm>
              <a:off x="247178" y="717997"/>
              <a:ext cx="67401" cy="46670"/>
            </a:xfrm>
            <a:custGeom>
              <a:rect b="b" l="l" r="r" t="t"/>
              <a:pathLst>
                <a:path extrusionOk="0" h="46670" w="67401">
                  <a:moveTo>
                    <a:pt x="15204" y="46670"/>
                  </a:moveTo>
                  <a:lnTo>
                    <a:pt x="2631" y="42733"/>
                  </a:lnTo>
                  <a:cubicBezTo>
                    <a:pt x="-3084" y="27874"/>
                    <a:pt x="1107" y="18603"/>
                    <a:pt x="9489" y="15301"/>
                  </a:cubicBezTo>
                  <a:lnTo>
                    <a:pt x="46446" y="1077"/>
                  </a:lnTo>
                  <a:cubicBezTo>
                    <a:pt x="54828" y="-2098"/>
                    <a:pt x="64226" y="1966"/>
                    <a:pt x="67401" y="10348"/>
                  </a:cubicBezTo>
                  <a:lnTo>
                    <a:pt x="66385" y="28128"/>
                  </a:lnTo>
                  <a:lnTo>
                    <a:pt x="21046" y="45527"/>
                  </a:lnTo>
                  <a:cubicBezTo>
                    <a:pt x="19141" y="46289"/>
                    <a:pt x="17109" y="46670"/>
                    <a:pt x="15204" y="466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18"/>
            <p:cNvSpPr/>
            <p:nvPr/>
          </p:nvSpPr>
          <p:spPr>
            <a:xfrm>
              <a:off x="719420" y="632964"/>
              <a:ext cx="70253" cy="65409"/>
            </a:xfrm>
            <a:custGeom>
              <a:rect b="b" l="l" r="r" t="t"/>
              <a:pathLst>
                <a:path extrusionOk="0" h="65409" w="70253">
                  <a:moveTo>
                    <a:pt x="20609" y="65409"/>
                  </a:moveTo>
                  <a:lnTo>
                    <a:pt x="11084" y="63377"/>
                  </a:lnTo>
                  <a:cubicBezTo>
                    <a:pt x="2321" y="53852"/>
                    <a:pt x="-346" y="45978"/>
                    <a:pt x="35" y="37596"/>
                  </a:cubicBezTo>
                  <a:cubicBezTo>
                    <a:pt x="543" y="27690"/>
                    <a:pt x="5369" y="17911"/>
                    <a:pt x="13243" y="10672"/>
                  </a:cubicBezTo>
                  <a:cubicBezTo>
                    <a:pt x="20101" y="4449"/>
                    <a:pt x="28483" y="766"/>
                    <a:pt x="36992" y="131"/>
                  </a:cubicBezTo>
                  <a:cubicBezTo>
                    <a:pt x="46898" y="-758"/>
                    <a:pt x="56169" y="2925"/>
                    <a:pt x="62519" y="9783"/>
                  </a:cubicBezTo>
                  <a:cubicBezTo>
                    <a:pt x="71409" y="19562"/>
                    <a:pt x="72806" y="34294"/>
                    <a:pt x="65821" y="47375"/>
                  </a:cubicBezTo>
                  <a:lnTo>
                    <a:pt x="51851" y="58297"/>
                  </a:lnTo>
                  <a:cubicBezTo>
                    <a:pt x="36484" y="50169"/>
                    <a:pt x="33309" y="41025"/>
                    <a:pt x="36611" y="33405"/>
                  </a:cubicBezTo>
                  <a:lnTo>
                    <a:pt x="35595" y="34167"/>
                  </a:lnTo>
                  <a:lnTo>
                    <a:pt x="32420" y="38866"/>
                  </a:lnTo>
                  <a:cubicBezTo>
                    <a:pt x="38516" y="45851"/>
                    <a:pt x="37627" y="55376"/>
                    <a:pt x="31023" y="61472"/>
                  </a:cubicBezTo>
                  <a:lnTo>
                    <a:pt x="24419" y="6540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18"/>
            <p:cNvSpPr/>
            <p:nvPr/>
          </p:nvSpPr>
          <p:spPr>
            <a:xfrm>
              <a:off x="580547" y="726757"/>
              <a:ext cx="87425" cy="82106"/>
            </a:xfrm>
            <a:custGeom>
              <a:rect b="b" l="l" r="r" t="t"/>
              <a:pathLst>
                <a:path extrusionOk="0" h="82106" w="87425">
                  <a:moveTo>
                    <a:pt x="30069" y="54801"/>
                  </a:moveTo>
                  <a:lnTo>
                    <a:pt x="30069" y="54801"/>
                  </a:lnTo>
                  <a:lnTo>
                    <a:pt x="30069" y="54801"/>
                  </a:lnTo>
                  <a:moveTo>
                    <a:pt x="18131" y="81852"/>
                  </a:moveTo>
                  <a:lnTo>
                    <a:pt x="9368" y="80074"/>
                  </a:lnTo>
                  <a:cubicBezTo>
                    <a:pt x="-7015" y="62040"/>
                    <a:pt x="-1046" y="37148"/>
                    <a:pt x="20544" y="17590"/>
                  </a:cubicBezTo>
                  <a:lnTo>
                    <a:pt x="48611" y="1461"/>
                  </a:lnTo>
                  <a:cubicBezTo>
                    <a:pt x="61438" y="-1968"/>
                    <a:pt x="73122" y="699"/>
                    <a:pt x="80488" y="8827"/>
                  </a:cubicBezTo>
                  <a:cubicBezTo>
                    <a:pt x="90521" y="19876"/>
                    <a:pt x="89632" y="37275"/>
                    <a:pt x="78075" y="54293"/>
                  </a:cubicBezTo>
                  <a:lnTo>
                    <a:pt x="62962" y="63564"/>
                  </a:lnTo>
                  <a:cubicBezTo>
                    <a:pt x="48230" y="53531"/>
                    <a:pt x="46325" y="43498"/>
                    <a:pt x="51278" y="36005"/>
                  </a:cubicBezTo>
                  <a:lnTo>
                    <a:pt x="51913" y="35116"/>
                  </a:lnTo>
                  <a:lnTo>
                    <a:pt x="45944" y="38291"/>
                  </a:lnTo>
                  <a:cubicBezTo>
                    <a:pt x="35149" y="48197"/>
                    <a:pt x="32355" y="54420"/>
                    <a:pt x="31720" y="57087"/>
                  </a:cubicBezTo>
                  <a:lnTo>
                    <a:pt x="34895" y="72454"/>
                  </a:lnTo>
                  <a:cubicBezTo>
                    <a:pt x="25878" y="80709"/>
                    <a:pt x="21941" y="82106"/>
                    <a:pt x="18131" y="821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18"/>
            <p:cNvSpPr/>
            <p:nvPr/>
          </p:nvSpPr>
          <p:spPr>
            <a:xfrm>
              <a:off x="584327" y="177351"/>
              <a:ext cx="66294" cy="45407"/>
            </a:xfrm>
            <a:custGeom>
              <a:rect b="b" l="l" r="r" t="t"/>
              <a:pathLst>
                <a:path extrusionOk="0" h="45407" w="66294">
                  <a:moveTo>
                    <a:pt x="49657" y="45280"/>
                  </a:moveTo>
                  <a:lnTo>
                    <a:pt x="39751" y="42994"/>
                  </a:lnTo>
                  <a:cubicBezTo>
                    <a:pt x="32258" y="32834"/>
                    <a:pt x="26543" y="31564"/>
                    <a:pt x="25019" y="32580"/>
                  </a:cubicBezTo>
                  <a:lnTo>
                    <a:pt x="7620" y="36390"/>
                  </a:lnTo>
                  <a:cubicBezTo>
                    <a:pt x="-3048" y="22039"/>
                    <a:pt x="-1397" y="11879"/>
                    <a:pt x="5715" y="6545"/>
                  </a:cubicBezTo>
                  <a:cubicBezTo>
                    <a:pt x="22606" y="-5901"/>
                    <a:pt x="48133" y="-59"/>
                    <a:pt x="62484" y="19499"/>
                  </a:cubicBezTo>
                  <a:lnTo>
                    <a:pt x="66294" y="36898"/>
                  </a:lnTo>
                  <a:cubicBezTo>
                    <a:pt x="56261" y="44264"/>
                    <a:pt x="52832" y="45407"/>
                    <a:pt x="49530" y="4540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18"/>
            <p:cNvSpPr/>
            <p:nvPr/>
          </p:nvSpPr>
          <p:spPr>
            <a:xfrm>
              <a:off x="175133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18"/>
            <p:cNvSpPr/>
            <p:nvPr/>
          </p:nvSpPr>
          <p:spPr>
            <a:xfrm>
              <a:off x="175133" y="316230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18"/>
            <p:cNvSpPr/>
            <p:nvPr/>
          </p:nvSpPr>
          <p:spPr>
            <a:xfrm>
              <a:off x="538226" y="372110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18"/>
            <p:cNvSpPr/>
            <p:nvPr/>
          </p:nvSpPr>
          <p:spPr>
            <a:xfrm>
              <a:off x="538226" y="204597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18"/>
            <p:cNvSpPr/>
            <p:nvPr/>
          </p:nvSpPr>
          <p:spPr>
            <a:xfrm>
              <a:off x="566166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18"/>
            <p:cNvSpPr/>
            <p:nvPr/>
          </p:nvSpPr>
          <p:spPr>
            <a:xfrm>
              <a:off x="370586" y="790956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18"/>
            <p:cNvSpPr/>
            <p:nvPr/>
          </p:nvSpPr>
          <p:spPr>
            <a:xfrm>
              <a:off x="398526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18"/>
            <p:cNvSpPr/>
            <p:nvPr/>
          </p:nvSpPr>
          <p:spPr>
            <a:xfrm>
              <a:off x="258953" y="59550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18"/>
            <p:cNvSpPr/>
            <p:nvPr/>
          </p:nvSpPr>
          <p:spPr>
            <a:xfrm>
              <a:off x="337820" y="254635"/>
              <a:ext cx="72771" cy="71882"/>
            </a:xfrm>
            <a:custGeom>
              <a:rect b="b" l="l" r="r" t="t"/>
              <a:pathLst>
                <a:path extrusionOk="0" h="71882" w="72771">
                  <a:moveTo>
                    <a:pt x="17653" y="71882"/>
                  </a:moveTo>
                  <a:lnTo>
                    <a:pt x="15621" y="71755"/>
                  </a:lnTo>
                  <a:lnTo>
                    <a:pt x="0" y="61341"/>
                  </a:lnTo>
                  <a:cubicBezTo>
                    <a:pt x="5969" y="30734"/>
                    <a:pt x="25781" y="0"/>
                    <a:pt x="56515" y="0"/>
                  </a:cubicBezTo>
                  <a:lnTo>
                    <a:pt x="72771" y="7239"/>
                  </a:lnTo>
                  <a:cubicBezTo>
                    <a:pt x="72771" y="25146"/>
                    <a:pt x="65532" y="32385"/>
                    <a:pt x="56515" y="32385"/>
                  </a:cubicBezTo>
                  <a:cubicBezTo>
                    <a:pt x="45720" y="32385"/>
                    <a:pt x="35560" y="48260"/>
                    <a:pt x="33528" y="58674"/>
                  </a:cubicBezTo>
                  <a:lnTo>
                    <a:pt x="25273" y="7175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18"/>
            <p:cNvSpPr/>
            <p:nvPr/>
          </p:nvSpPr>
          <p:spPr>
            <a:xfrm>
              <a:off x="406940" y="77309"/>
              <a:ext cx="195675" cy="104428"/>
            </a:xfrm>
            <a:custGeom>
              <a:rect b="b" l="l" r="r" t="t"/>
              <a:pathLst>
                <a:path extrusionOk="0" h="104428" w="195675">
                  <a:moveTo>
                    <a:pt x="15208" y="104428"/>
                  </a:moveTo>
                  <a:lnTo>
                    <a:pt x="2127" y="100110"/>
                  </a:lnTo>
                  <a:cubicBezTo>
                    <a:pt x="-2953" y="84870"/>
                    <a:pt x="1619" y="75726"/>
                    <a:pt x="10001" y="72805"/>
                  </a:cubicBezTo>
                  <a:lnTo>
                    <a:pt x="49117" y="57565"/>
                  </a:lnTo>
                  <a:lnTo>
                    <a:pt x="174339" y="1431"/>
                  </a:lnTo>
                  <a:cubicBezTo>
                    <a:pt x="182467" y="-2252"/>
                    <a:pt x="192119" y="1431"/>
                    <a:pt x="195675" y="9559"/>
                  </a:cubicBezTo>
                  <a:lnTo>
                    <a:pt x="195675" y="27339"/>
                  </a:lnTo>
                  <a:lnTo>
                    <a:pt x="62452" y="87029"/>
                  </a:lnTo>
                  <a:cubicBezTo>
                    <a:pt x="48736" y="93125"/>
                    <a:pt x="34512" y="98713"/>
                    <a:pt x="20288" y="103539"/>
                  </a:cubicBezTo>
                  <a:lnTo>
                    <a:pt x="16859" y="10442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18"/>
            <p:cNvSpPr/>
            <p:nvPr/>
          </p:nvSpPr>
          <p:spPr>
            <a:xfrm>
              <a:off x="331397" y="164918"/>
              <a:ext cx="51127" cy="35107"/>
            </a:xfrm>
            <a:custGeom>
              <a:rect b="b" l="l" r="r" t="t"/>
              <a:pathLst>
                <a:path extrusionOk="0" h="35107" w="51127">
                  <a:moveTo>
                    <a:pt x="15313" y="34980"/>
                  </a:moveTo>
                  <a:lnTo>
                    <a:pt x="581" y="29265"/>
                  </a:lnTo>
                  <a:cubicBezTo>
                    <a:pt x="-1959" y="12374"/>
                    <a:pt x="4137" y="4119"/>
                    <a:pt x="12900" y="2849"/>
                  </a:cubicBezTo>
                  <a:lnTo>
                    <a:pt x="25727" y="817"/>
                  </a:lnTo>
                  <a:cubicBezTo>
                    <a:pt x="40840" y="-2231"/>
                    <a:pt x="49476" y="3611"/>
                    <a:pt x="51127" y="12374"/>
                  </a:cubicBezTo>
                  <a:lnTo>
                    <a:pt x="47063" y="29646"/>
                  </a:lnTo>
                  <a:cubicBezTo>
                    <a:pt x="31442" y="32694"/>
                    <a:pt x="24584" y="33837"/>
                    <a:pt x="17726" y="34853"/>
                  </a:cubicBezTo>
                  <a:lnTo>
                    <a:pt x="16075" y="35107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18"/>
            <p:cNvSpPr/>
            <p:nvPr/>
          </p:nvSpPr>
          <p:spPr>
            <a:xfrm>
              <a:off x="264287" y="174137"/>
              <a:ext cx="43688" cy="34016"/>
            </a:xfrm>
            <a:custGeom>
              <a:rect b="b" l="l" r="r" t="t"/>
              <a:pathLst>
                <a:path extrusionOk="0" h="34016" w="43688">
                  <a:moveTo>
                    <a:pt x="15494" y="34016"/>
                  </a:moveTo>
                  <a:lnTo>
                    <a:pt x="381" y="27920"/>
                  </a:lnTo>
                  <a:cubicBezTo>
                    <a:pt x="-1651" y="10775"/>
                    <a:pt x="4699" y="2774"/>
                    <a:pt x="13589" y="1631"/>
                  </a:cubicBezTo>
                  <a:lnTo>
                    <a:pt x="25654" y="107"/>
                  </a:lnTo>
                  <a:cubicBezTo>
                    <a:pt x="34544" y="-909"/>
                    <a:pt x="42545" y="5441"/>
                    <a:pt x="43688" y="14331"/>
                  </a:cubicBezTo>
                  <a:lnTo>
                    <a:pt x="38354" y="31222"/>
                  </a:lnTo>
                  <a:lnTo>
                    <a:pt x="17399" y="33762"/>
                  </a:lnTo>
                  <a:lnTo>
                    <a:pt x="16129" y="3388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18"/>
            <p:cNvSpPr/>
            <p:nvPr/>
          </p:nvSpPr>
          <p:spPr>
            <a:xfrm>
              <a:off x="63500" y="63500"/>
              <a:ext cx="746506" cy="842391"/>
            </a:xfrm>
            <a:custGeom>
              <a:rect b="b" l="l" r="r" t="t"/>
              <a:pathLst>
                <a:path extrusionOk="0" h="842391" w="746506">
                  <a:moveTo>
                    <a:pt x="421132" y="842264"/>
                  </a:moveTo>
                  <a:cubicBezTo>
                    <a:pt x="188976" y="842264"/>
                    <a:pt x="0" y="653415"/>
                    <a:pt x="0" y="421132"/>
                  </a:cubicBezTo>
                  <a:cubicBezTo>
                    <a:pt x="0" y="188849"/>
                    <a:pt x="188976" y="0"/>
                    <a:pt x="421132" y="0"/>
                  </a:cubicBezTo>
                  <a:cubicBezTo>
                    <a:pt x="544449" y="0"/>
                    <a:pt x="661162" y="53975"/>
                    <a:pt x="741553" y="148082"/>
                  </a:cubicBezTo>
                  <a:lnTo>
                    <a:pt x="746506" y="165100"/>
                  </a:lnTo>
                  <a:cubicBezTo>
                    <a:pt x="732917" y="176657"/>
                    <a:pt x="722630" y="175895"/>
                    <a:pt x="716915" y="169164"/>
                  </a:cubicBezTo>
                  <a:cubicBezTo>
                    <a:pt x="642747" y="82169"/>
                    <a:pt x="534924" y="32385"/>
                    <a:pt x="421132" y="32385"/>
                  </a:cubicBezTo>
                  <a:cubicBezTo>
                    <a:pt x="206756" y="32385"/>
                    <a:pt x="32385" y="206756"/>
                    <a:pt x="32385" y="421132"/>
                  </a:cubicBezTo>
                  <a:cubicBezTo>
                    <a:pt x="32385" y="635508"/>
                    <a:pt x="206756" y="809879"/>
                    <a:pt x="421132" y="809879"/>
                  </a:cubicBezTo>
                  <a:cubicBezTo>
                    <a:pt x="531749" y="809879"/>
                    <a:pt x="637540" y="762381"/>
                    <a:pt x="711327" y="679577"/>
                  </a:cubicBezTo>
                  <a:lnTo>
                    <a:pt x="727583" y="672338"/>
                  </a:lnTo>
                  <a:cubicBezTo>
                    <a:pt x="740918" y="684276"/>
                    <a:pt x="741553" y="694436"/>
                    <a:pt x="735584" y="701167"/>
                  </a:cubicBezTo>
                  <a:cubicBezTo>
                    <a:pt x="655574" y="790956"/>
                    <a:pt x="541020" y="842391"/>
                    <a:pt x="421259" y="84239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18"/>
            <p:cNvSpPr/>
            <p:nvPr/>
          </p:nvSpPr>
          <p:spPr>
            <a:xfrm>
              <a:off x="792480" y="63500"/>
              <a:ext cx="259207" cy="971804"/>
            </a:xfrm>
            <a:custGeom>
              <a:rect b="b" l="l" r="r" t="t"/>
              <a:pathLst>
                <a:path extrusionOk="0" h="971804" w="259207">
                  <a:moveTo>
                    <a:pt x="129540" y="32385"/>
                  </a:moveTo>
                  <a:cubicBezTo>
                    <a:pt x="102743" y="32385"/>
                    <a:pt x="80899" y="54229"/>
                    <a:pt x="80899" y="81026"/>
                  </a:cubicBezTo>
                  <a:lnTo>
                    <a:pt x="80899" y="749300"/>
                  </a:lnTo>
                  <a:cubicBezTo>
                    <a:pt x="80899" y="754507"/>
                    <a:pt x="78359" y="759460"/>
                    <a:pt x="74041" y="762508"/>
                  </a:cubicBezTo>
                  <a:cubicBezTo>
                    <a:pt x="47498" y="781177"/>
                    <a:pt x="32385" y="810260"/>
                    <a:pt x="32385" y="842264"/>
                  </a:cubicBezTo>
                  <a:cubicBezTo>
                    <a:pt x="32385" y="895858"/>
                    <a:pt x="75946" y="939419"/>
                    <a:pt x="129540" y="939419"/>
                  </a:cubicBezTo>
                  <a:cubicBezTo>
                    <a:pt x="183134" y="939419"/>
                    <a:pt x="226695" y="895858"/>
                    <a:pt x="226695" y="842264"/>
                  </a:cubicBezTo>
                  <a:cubicBezTo>
                    <a:pt x="226695" y="810260"/>
                    <a:pt x="211455" y="781177"/>
                    <a:pt x="185039" y="762508"/>
                  </a:cubicBezTo>
                  <a:lnTo>
                    <a:pt x="178181" y="754507"/>
                  </a:lnTo>
                  <a:lnTo>
                    <a:pt x="178181" y="81026"/>
                  </a:lnTo>
                  <a:cubicBezTo>
                    <a:pt x="178181" y="54229"/>
                    <a:pt x="156337" y="32385"/>
                    <a:pt x="129540" y="32385"/>
                  </a:cubicBezTo>
                  <a:moveTo>
                    <a:pt x="129540" y="971804"/>
                  </a:moveTo>
                  <a:cubicBezTo>
                    <a:pt x="58039" y="971804"/>
                    <a:pt x="0" y="913638"/>
                    <a:pt x="0" y="842264"/>
                  </a:cubicBezTo>
                  <a:cubicBezTo>
                    <a:pt x="0" y="802386"/>
                    <a:pt x="17653" y="766064"/>
                    <a:pt x="48641" y="741172"/>
                  </a:cubicBezTo>
                  <a:lnTo>
                    <a:pt x="48641" y="81026"/>
                  </a:lnTo>
                  <a:cubicBezTo>
                    <a:pt x="48514" y="36322"/>
                    <a:pt x="84836" y="0"/>
                    <a:pt x="129540" y="0"/>
                  </a:cubicBezTo>
                  <a:cubicBezTo>
                    <a:pt x="174244" y="0"/>
                    <a:pt x="210566" y="36322"/>
                    <a:pt x="210566" y="81026"/>
                  </a:cubicBezTo>
                  <a:lnTo>
                    <a:pt x="210566" y="741172"/>
                  </a:lnTo>
                  <a:cubicBezTo>
                    <a:pt x="241554" y="766064"/>
                    <a:pt x="259207" y="802386"/>
                    <a:pt x="259207" y="842264"/>
                  </a:cubicBezTo>
                  <a:cubicBezTo>
                    <a:pt x="259207" y="913765"/>
                    <a:pt x="201041" y="971804"/>
                    <a:pt x="129667" y="97180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18"/>
            <p:cNvSpPr/>
            <p:nvPr/>
          </p:nvSpPr>
          <p:spPr>
            <a:xfrm>
              <a:off x="938276" y="355092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18"/>
            <p:cNvSpPr/>
            <p:nvPr/>
          </p:nvSpPr>
          <p:spPr>
            <a:xfrm>
              <a:off x="938276" y="257937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18"/>
            <p:cNvSpPr/>
            <p:nvPr/>
          </p:nvSpPr>
          <p:spPr>
            <a:xfrm>
              <a:off x="938276" y="549402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18"/>
            <p:cNvSpPr/>
            <p:nvPr/>
          </p:nvSpPr>
          <p:spPr>
            <a:xfrm>
              <a:off x="938276" y="452247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18"/>
            <p:cNvSpPr/>
            <p:nvPr/>
          </p:nvSpPr>
          <p:spPr>
            <a:xfrm>
              <a:off x="938276" y="743839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18"/>
            <p:cNvSpPr/>
            <p:nvPr/>
          </p:nvSpPr>
          <p:spPr>
            <a:xfrm>
              <a:off x="938276" y="646684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3" name="Google Shape;733;p18"/>
          <p:cNvSpPr/>
          <p:nvPr/>
        </p:nvSpPr>
        <p:spPr>
          <a:xfrm>
            <a:off x="233877" y="502191"/>
            <a:ext cx="608364" cy="610534"/>
          </a:xfrm>
          <a:custGeom>
            <a:rect b="b" l="l" r="r" t="t"/>
            <a:pathLst>
              <a:path extrusionOk="0" h="939283" w="935944">
                <a:moveTo>
                  <a:pt x="594308" y="304156"/>
                </a:moveTo>
                <a:cubicBezTo>
                  <a:pt x="562304" y="328794"/>
                  <a:pt x="536650" y="358512"/>
                  <a:pt x="515060" y="395850"/>
                </a:cubicBezTo>
                <a:lnTo>
                  <a:pt x="522934" y="395596"/>
                </a:lnTo>
                <a:cubicBezTo>
                  <a:pt x="536523" y="387976"/>
                  <a:pt x="547953" y="381118"/>
                  <a:pt x="559256" y="374387"/>
                </a:cubicBezTo>
                <a:lnTo>
                  <a:pt x="562177" y="372355"/>
                </a:lnTo>
                <a:cubicBezTo>
                  <a:pt x="576147" y="350003"/>
                  <a:pt x="587069" y="328032"/>
                  <a:pt x="594308" y="304156"/>
                </a:cubicBezTo>
                <a:moveTo>
                  <a:pt x="385774" y="620259"/>
                </a:moveTo>
                <a:cubicBezTo>
                  <a:pt x="338784" y="635118"/>
                  <a:pt x="293826" y="676901"/>
                  <a:pt x="284682" y="713477"/>
                </a:cubicBezTo>
                <a:cubicBezTo>
                  <a:pt x="324560" y="689474"/>
                  <a:pt x="357834" y="659121"/>
                  <a:pt x="385774" y="620259"/>
                </a:cubicBezTo>
                <a:moveTo>
                  <a:pt x="626312" y="347209"/>
                </a:moveTo>
                <a:cubicBezTo>
                  <a:pt x="636218" y="344034"/>
                  <a:pt x="646632" y="342891"/>
                  <a:pt x="655522" y="335017"/>
                </a:cubicBezTo>
                <a:cubicBezTo>
                  <a:pt x="675715" y="317110"/>
                  <a:pt x="694257" y="297806"/>
                  <a:pt x="709243" y="275454"/>
                </a:cubicBezTo>
                <a:lnTo>
                  <a:pt x="730452" y="240910"/>
                </a:lnTo>
                <a:cubicBezTo>
                  <a:pt x="729690" y="239894"/>
                  <a:pt x="728928" y="238878"/>
                  <a:pt x="728166" y="237862"/>
                </a:cubicBezTo>
                <a:lnTo>
                  <a:pt x="664031" y="260341"/>
                </a:lnTo>
                <a:cubicBezTo>
                  <a:pt x="654379" y="263643"/>
                  <a:pt x="649934" y="269485"/>
                  <a:pt x="647394" y="279518"/>
                </a:cubicBezTo>
                <a:lnTo>
                  <a:pt x="626312" y="347209"/>
                </a:lnTo>
                <a:moveTo>
                  <a:pt x="325322" y="574666"/>
                </a:moveTo>
                <a:lnTo>
                  <a:pt x="243661" y="575428"/>
                </a:lnTo>
                <a:cubicBezTo>
                  <a:pt x="176605" y="571745"/>
                  <a:pt x="155142" y="570094"/>
                  <a:pt x="98627" y="534026"/>
                </a:cubicBezTo>
                <a:cubicBezTo>
                  <a:pt x="87451" y="526914"/>
                  <a:pt x="84530" y="514341"/>
                  <a:pt x="91007" y="503927"/>
                </a:cubicBezTo>
                <a:cubicBezTo>
                  <a:pt x="97611" y="493386"/>
                  <a:pt x="110311" y="490465"/>
                  <a:pt x="121995" y="497831"/>
                </a:cubicBezTo>
                <a:cubicBezTo>
                  <a:pt x="161238" y="522469"/>
                  <a:pt x="163397" y="519929"/>
                  <a:pt x="209117" y="528057"/>
                </a:cubicBezTo>
                <a:cubicBezTo>
                  <a:pt x="251916" y="535677"/>
                  <a:pt x="294715" y="535042"/>
                  <a:pt x="337387" y="526787"/>
                </a:cubicBezTo>
                <a:lnTo>
                  <a:pt x="340562" y="525771"/>
                </a:lnTo>
                <a:lnTo>
                  <a:pt x="340308" y="518786"/>
                </a:lnTo>
                <a:cubicBezTo>
                  <a:pt x="285444" y="459985"/>
                  <a:pt x="221055" y="423790"/>
                  <a:pt x="144855" y="409820"/>
                </a:cubicBezTo>
                <a:cubicBezTo>
                  <a:pt x="122249" y="405756"/>
                  <a:pt x="45668" y="401819"/>
                  <a:pt x="22681" y="400168"/>
                </a:cubicBezTo>
                <a:lnTo>
                  <a:pt x="5790" y="396485"/>
                </a:lnTo>
                <a:cubicBezTo>
                  <a:pt x="-1957" y="379975"/>
                  <a:pt x="-1195" y="372482"/>
                  <a:pt x="3758" y="365624"/>
                </a:cubicBezTo>
                <a:lnTo>
                  <a:pt x="15569" y="356988"/>
                </a:lnTo>
                <a:cubicBezTo>
                  <a:pt x="86943" y="356353"/>
                  <a:pt x="200354" y="373879"/>
                  <a:pt x="257123" y="402200"/>
                </a:cubicBezTo>
                <a:cubicBezTo>
                  <a:pt x="286968" y="417059"/>
                  <a:pt x="314400" y="435474"/>
                  <a:pt x="339546" y="457445"/>
                </a:cubicBezTo>
                <a:lnTo>
                  <a:pt x="343483" y="460493"/>
                </a:lnTo>
                <a:lnTo>
                  <a:pt x="353135" y="448936"/>
                </a:lnTo>
                <a:cubicBezTo>
                  <a:pt x="331037" y="426203"/>
                  <a:pt x="318083" y="415408"/>
                  <a:pt x="302335" y="407153"/>
                </a:cubicBezTo>
                <a:lnTo>
                  <a:pt x="253440" y="376165"/>
                </a:lnTo>
                <a:cubicBezTo>
                  <a:pt x="234263" y="366513"/>
                  <a:pt x="214070" y="357750"/>
                  <a:pt x="193369" y="353051"/>
                </a:cubicBezTo>
                <a:lnTo>
                  <a:pt x="115518" y="343399"/>
                </a:lnTo>
                <a:cubicBezTo>
                  <a:pt x="101421" y="342002"/>
                  <a:pt x="92150" y="335525"/>
                  <a:pt x="91134" y="323714"/>
                </a:cubicBezTo>
                <a:cubicBezTo>
                  <a:pt x="89864" y="310633"/>
                  <a:pt x="99008" y="299584"/>
                  <a:pt x="112724" y="300219"/>
                </a:cubicBezTo>
                <a:lnTo>
                  <a:pt x="176478" y="304791"/>
                </a:lnTo>
                <a:cubicBezTo>
                  <a:pt x="179018" y="304918"/>
                  <a:pt x="181558" y="305426"/>
                  <a:pt x="185495" y="305807"/>
                </a:cubicBezTo>
                <a:lnTo>
                  <a:pt x="183082" y="301235"/>
                </a:lnTo>
                <a:cubicBezTo>
                  <a:pt x="171144" y="279264"/>
                  <a:pt x="136219" y="207890"/>
                  <a:pt x="125932" y="187316"/>
                </a:cubicBezTo>
                <a:cubicBezTo>
                  <a:pt x="118566" y="172457"/>
                  <a:pt x="123011" y="159630"/>
                  <a:pt x="135584" y="154550"/>
                </a:cubicBezTo>
                <a:cubicBezTo>
                  <a:pt x="147903" y="149597"/>
                  <a:pt x="159079" y="155312"/>
                  <a:pt x="165429" y="170171"/>
                </a:cubicBezTo>
                <a:cubicBezTo>
                  <a:pt x="178383" y="200397"/>
                  <a:pt x="218769" y="279391"/>
                  <a:pt x="240613" y="304029"/>
                </a:cubicBezTo>
                <a:cubicBezTo>
                  <a:pt x="254837" y="320031"/>
                  <a:pt x="269950" y="334509"/>
                  <a:pt x="289762" y="344161"/>
                </a:cubicBezTo>
                <a:lnTo>
                  <a:pt x="331164" y="370704"/>
                </a:lnTo>
                <a:cubicBezTo>
                  <a:pt x="350468" y="385436"/>
                  <a:pt x="373074" y="390897"/>
                  <a:pt x="395680" y="396358"/>
                </a:cubicBezTo>
                <a:lnTo>
                  <a:pt x="406983" y="391786"/>
                </a:lnTo>
                <a:cubicBezTo>
                  <a:pt x="420445" y="388230"/>
                  <a:pt x="421715" y="383277"/>
                  <a:pt x="422985" y="376546"/>
                </a:cubicBezTo>
                <a:cubicBezTo>
                  <a:pt x="425271" y="364608"/>
                  <a:pt x="423620" y="353813"/>
                  <a:pt x="420064" y="342129"/>
                </a:cubicBezTo>
                <a:lnTo>
                  <a:pt x="401522" y="266818"/>
                </a:lnTo>
                <a:cubicBezTo>
                  <a:pt x="400633" y="263008"/>
                  <a:pt x="399490" y="258944"/>
                  <a:pt x="397458" y="255642"/>
                </a:cubicBezTo>
                <a:cubicBezTo>
                  <a:pt x="373709" y="217034"/>
                  <a:pt x="343229" y="184649"/>
                  <a:pt x="306526" y="158233"/>
                </a:cubicBezTo>
                <a:lnTo>
                  <a:pt x="297509" y="150740"/>
                </a:lnTo>
                <a:cubicBezTo>
                  <a:pt x="290143" y="137659"/>
                  <a:pt x="293064" y="127118"/>
                  <a:pt x="300430" y="120895"/>
                </a:cubicBezTo>
                <a:cubicBezTo>
                  <a:pt x="307796" y="114672"/>
                  <a:pt x="318591" y="113402"/>
                  <a:pt x="326846" y="120006"/>
                </a:cubicBezTo>
                <a:lnTo>
                  <a:pt x="387298" y="171568"/>
                </a:lnTo>
                <a:cubicBezTo>
                  <a:pt x="391997" y="175632"/>
                  <a:pt x="395934" y="180712"/>
                  <a:pt x="400887" y="186173"/>
                </a:cubicBezTo>
                <a:lnTo>
                  <a:pt x="408380" y="148200"/>
                </a:lnTo>
                <a:cubicBezTo>
                  <a:pt x="412317" y="133214"/>
                  <a:pt x="446099" y="30217"/>
                  <a:pt x="451306" y="15612"/>
                </a:cubicBezTo>
                <a:cubicBezTo>
                  <a:pt x="455751" y="2658"/>
                  <a:pt x="467562" y="-2803"/>
                  <a:pt x="479373" y="1388"/>
                </a:cubicBezTo>
                <a:cubicBezTo>
                  <a:pt x="490930" y="5579"/>
                  <a:pt x="496264" y="17644"/>
                  <a:pt x="491438" y="30725"/>
                </a:cubicBezTo>
                <a:cubicBezTo>
                  <a:pt x="478484" y="66285"/>
                  <a:pt x="442543" y="190872"/>
                  <a:pt x="442416" y="228845"/>
                </a:cubicBezTo>
                <a:cubicBezTo>
                  <a:pt x="442289" y="243069"/>
                  <a:pt x="445337" y="255515"/>
                  <a:pt x="454354" y="267580"/>
                </a:cubicBezTo>
                <a:lnTo>
                  <a:pt x="457148" y="262119"/>
                </a:lnTo>
                <a:cubicBezTo>
                  <a:pt x="486104" y="203064"/>
                  <a:pt x="491565" y="184903"/>
                  <a:pt x="541730" y="147057"/>
                </a:cubicBezTo>
                <a:lnTo>
                  <a:pt x="557224" y="139437"/>
                </a:lnTo>
                <a:cubicBezTo>
                  <a:pt x="573480" y="147057"/>
                  <a:pt x="577544" y="153153"/>
                  <a:pt x="578179" y="161154"/>
                </a:cubicBezTo>
                <a:lnTo>
                  <a:pt x="574242" y="176902"/>
                </a:lnTo>
                <a:cubicBezTo>
                  <a:pt x="534364" y="206747"/>
                  <a:pt x="540587" y="207255"/>
                  <a:pt x="518362" y="241418"/>
                </a:cubicBezTo>
                <a:cubicBezTo>
                  <a:pt x="502741" y="265421"/>
                  <a:pt x="490422" y="291075"/>
                  <a:pt x="480770" y="318126"/>
                </a:cubicBezTo>
                <a:lnTo>
                  <a:pt x="477214" y="334128"/>
                </a:lnTo>
                <a:cubicBezTo>
                  <a:pt x="481786" y="348352"/>
                  <a:pt x="482802" y="354448"/>
                  <a:pt x="484326" y="361052"/>
                </a:cubicBezTo>
                <a:lnTo>
                  <a:pt x="514679" y="321047"/>
                </a:lnTo>
                <a:cubicBezTo>
                  <a:pt x="540333" y="289805"/>
                  <a:pt x="570686" y="263643"/>
                  <a:pt x="605357" y="242815"/>
                </a:cubicBezTo>
                <a:lnTo>
                  <a:pt x="613104" y="236719"/>
                </a:lnTo>
                <a:cubicBezTo>
                  <a:pt x="613485" y="207128"/>
                  <a:pt x="614247" y="139564"/>
                  <a:pt x="614882" y="116069"/>
                </a:cubicBezTo>
                <a:lnTo>
                  <a:pt x="614501" y="111497"/>
                </a:lnTo>
                <a:cubicBezTo>
                  <a:pt x="614120" y="95622"/>
                  <a:pt x="622756" y="85716"/>
                  <a:pt x="635075" y="85208"/>
                </a:cubicBezTo>
                <a:cubicBezTo>
                  <a:pt x="647013" y="84700"/>
                  <a:pt x="656919" y="93590"/>
                  <a:pt x="657554" y="106671"/>
                </a:cubicBezTo>
                <a:cubicBezTo>
                  <a:pt x="658316" y="126483"/>
                  <a:pt x="658316" y="190237"/>
                  <a:pt x="658570" y="210176"/>
                </a:cubicBezTo>
                <a:lnTo>
                  <a:pt x="658570" y="212970"/>
                </a:lnTo>
                <a:lnTo>
                  <a:pt x="666952" y="212462"/>
                </a:lnTo>
                <a:cubicBezTo>
                  <a:pt x="687780" y="206366"/>
                  <a:pt x="704544" y="201159"/>
                  <a:pt x="721689" y="196968"/>
                </a:cubicBezTo>
                <a:cubicBezTo>
                  <a:pt x="743406" y="191761"/>
                  <a:pt x="755725" y="204842"/>
                  <a:pt x="750391" y="227194"/>
                </a:cubicBezTo>
                <a:lnTo>
                  <a:pt x="754201" y="228210"/>
                </a:lnTo>
                <a:cubicBezTo>
                  <a:pt x="770330" y="233544"/>
                  <a:pt x="776553" y="247133"/>
                  <a:pt x="768679" y="260595"/>
                </a:cubicBezTo>
                <a:lnTo>
                  <a:pt x="730452" y="320158"/>
                </a:lnTo>
                <a:cubicBezTo>
                  <a:pt x="728166" y="323714"/>
                  <a:pt x="725118" y="326889"/>
                  <a:pt x="721308" y="331461"/>
                </a:cubicBezTo>
                <a:lnTo>
                  <a:pt x="727912" y="331842"/>
                </a:lnTo>
                <a:cubicBezTo>
                  <a:pt x="760043" y="331969"/>
                  <a:pt x="757757" y="329810"/>
                  <a:pt x="786586" y="336668"/>
                </a:cubicBezTo>
                <a:cubicBezTo>
                  <a:pt x="800683" y="339970"/>
                  <a:pt x="808049" y="350511"/>
                  <a:pt x="805255" y="362957"/>
                </a:cubicBezTo>
                <a:cubicBezTo>
                  <a:pt x="802461" y="375403"/>
                  <a:pt x="791412" y="382007"/>
                  <a:pt x="777188" y="378832"/>
                </a:cubicBezTo>
                <a:cubicBezTo>
                  <a:pt x="731595" y="368672"/>
                  <a:pt x="717244" y="372101"/>
                  <a:pt x="671270" y="381245"/>
                </a:cubicBezTo>
                <a:lnTo>
                  <a:pt x="663142" y="384039"/>
                </a:lnTo>
                <a:cubicBezTo>
                  <a:pt x="635329" y="403089"/>
                  <a:pt x="609421" y="416678"/>
                  <a:pt x="581735" y="427092"/>
                </a:cubicBezTo>
                <a:lnTo>
                  <a:pt x="572591" y="432807"/>
                </a:lnTo>
                <a:lnTo>
                  <a:pt x="567257" y="442840"/>
                </a:lnTo>
                <a:cubicBezTo>
                  <a:pt x="570051" y="451857"/>
                  <a:pt x="574242" y="457572"/>
                  <a:pt x="575131" y="463922"/>
                </a:cubicBezTo>
                <a:cubicBezTo>
                  <a:pt x="576782" y="474463"/>
                  <a:pt x="583513" y="479416"/>
                  <a:pt x="591895" y="483988"/>
                </a:cubicBezTo>
                <a:cubicBezTo>
                  <a:pt x="670254" y="527549"/>
                  <a:pt x="815161" y="520691"/>
                  <a:pt x="900378" y="493132"/>
                </a:cubicBezTo>
                <a:lnTo>
                  <a:pt x="904696" y="491608"/>
                </a:lnTo>
                <a:cubicBezTo>
                  <a:pt x="919428" y="487290"/>
                  <a:pt x="930985" y="492878"/>
                  <a:pt x="934795" y="504435"/>
                </a:cubicBezTo>
                <a:cubicBezTo>
                  <a:pt x="938478" y="515611"/>
                  <a:pt x="933144" y="527549"/>
                  <a:pt x="921079" y="531359"/>
                </a:cubicBezTo>
                <a:lnTo>
                  <a:pt x="865326" y="546599"/>
                </a:lnTo>
                <a:cubicBezTo>
                  <a:pt x="855293" y="549012"/>
                  <a:pt x="782014" y="564633"/>
                  <a:pt x="770203" y="566411"/>
                </a:cubicBezTo>
                <a:lnTo>
                  <a:pt x="775410" y="570602"/>
                </a:lnTo>
                <a:cubicBezTo>
                  <a:pt x="794206" y="587747"/>
                  <a:pt x="811351" y="602733"/>
                  <a:pt x="827607" y="618735"/>
                </a:cubicBezTo>
                <a:cubicBezTo>
                  <a:pt x="839037" y="630038"/>
                  <a:pt x="838910" y="643246"/>
                  <a:pt x="829131" y="652263"/>
                </a:cubicBezTo>
                <a:cubicBezTo>
                  <a:pt x="819352" y="661280"/>
                  <a:pt x="806525" y="659756"/>
                  <a:pt x="795730" y="647818"/>
                </a:cubicBezTo>
                <a:cubicBezTo>
                  <a:pt x="747470" y="594859"/>
                  <a:pt x="688161" y="561712"/>
                  <a:pt x="617676" y="548631"/>
                </a:cubicBezTo>
                <a:lnTo>
                  <a:pt x="580846" y="544186"/>
                </a:lnTo>
                <a:cubicBezTo>
                  <a:pt x="573988" y="543297"/>
                  <a:pt x="570559" y="545710"/>
                  <a:pt x="569924" y="552949"/>
                </a:cubicBezTo>
                <a:lnTo>
                  <a:pt x="616787" y="563109"/>
                </a:lnTo>
                <a:cubicBezTo>
                  <a:pt x="694003" y="583175"/>
                  <a:pt x="813383" y="677663"/>
                  <a:pt x="866596" y="736972"/>
                </a:cubicBezTo>
                <a:cubicBezTo>
                  <a:pt x="876121" y="747513"/>
                  <a:pt x="875994" y="760848"/>
                  <a:pt x="866596" y="769357"/>
                </a:cubicBezTo>
                <a:cubicBezTo>
                  <a:pt x="857071" y="777993"/>
                  <a:pt x="844371" y="776977"/>
                  <a:pt x="834465" y="765928"/>
                </a:cubicBezTo>
                <a:cubicBezTo>
                  <a:pt x="795984" y="723002"/>
                  <a:pt x="695781" y="637023"/>
                  <a:pt x="641933" y="616449"/>
                </a:cubicBezTo>
                <a:cubicBezTo>
                  <a:pt x="611580" y="604892"/>
                  <a:pt x="580084" y="598034"/>
                  <a:pt x="547826" y="594732"/>
                </a:cubicBezTo>
                <a:lnTo>
                  <a:pt x="533856" y="594732"/>
                </a:lnTo>
                <a:cubicBezTo>
                  <a:pt x="523442" y="603622"/>
                  <a:pt x="518108" y="606035"/>
                  <a:pt x="512901" y="609210"/>
                </a:cubicBezTo>
                <a:cubicBezTo>
                  <a:pt x="533348" y="642865"/>
                  <a:pt x="558494" y="671948"/>
                  <a:pt x="588593" y="696713"/>
                </a:cubicBezTo>
                <a:cubicBezTo>
                  <a:pt x="626820" y="728082"/>
                  <a:pt x="654633" y="741163"/>
                  <a:pt x="702131" y="754752"/>
                </a:cubicBezTo>
                <a:cubicBezTo>
                  <a:pt x="716736" y="758943"/>
                  <a:pt x="723594" y="770246"/>
                  <a:pt x="719657" y="782565"/>
                </a:cubicBezTo>
                <a:cubicBezTo>
                  <a:pt x="715720" y="794884"/>
                  <a:pt x="704417" y="800218"/>
                  <a:pt x="690320" y="796281"/>
                </a:cubicBezTo>
                <a:cubicBezTo>
                  <a:pt x="654887" y="786375"/>
                  <a:pt x="636599" y="780914"/>
                  <a:pt x="605103" y="761610"/>
                </a:cubicBezTo>
                <a:cubicBezTo>
                  <a:pt x="562304" y="735321"/>
                  <a:pt x="525982" y="701920"/>
                  <a:pt x="496010" y="661661"/>
                </a:cubicBezTo>
                <a:lnTo>
                  <a:pt x="493851" y="658994"/>
                </a:lnTo>
                <a:lnTo>
                  <a:pt x="496518" y="672837"/>
                </a:lnTo>
                <a:cubicBezTo>
                  <a:pt x="528141" y="745227"/>
                  <a:pt x="623264" y="846065"/>
                  <a:pt x="684732" y="882006"/>
                </a:cubicBezTo>
                <a:lnTo>
                  <a:pt x="686764" y="883149"/>
                </a:lnTo>
                <a:cubicBezTo>
                  <a:pt x="700353" y="891277"/>
                  <a:pt x="704290" y="903215"/>
                  <a:pt x="697940" y="914391"/>
                </a:cubicBezTo>
                <a:cubicBezTo>
                  <a:pt x="691590" y="925567"/>
                  <a:pt x="678763" y="929123"/>
                  <a:pt x="666444" y="921249"/>
                </a:cubicBezTo>
                <a:lnTo>
                  <a:pt x="611707" y="883403"/>
                </a:lnTo>
                <a:cubicBezTo>
                  <a:pt x="577544" y="856098"/>
                  <a:pt x="500201" y="772405"/>
                  <a:pt x="478357" y="734559"/>
                </a:cubicBezTo>
                <a:lnTo>
                  <a:pt x="476325" y="731384"/>
                </a:lnTo>
                <a:cubicBezTo>
                  <a:pt x="474166" y="742306"/>
                  <a:pt x="474420" y="754498"/>
                  <a:pt x="474039" y="766817"/>
                </a:cubicBezTo>
                <a:cubicBezTo>
                  <a:pt x="472769" y="811394"/>
                  <a:pt x="463752" y="854320"/>
                  <a:pt x="447623" y="895849"/>
                </a:cubicBezTo>
                <a:cubicBezTo>
                  <a:pt x="442670" y="908549"/>
                  <a:pt x="430478" y="913883"/>
                  <a:pt x="418921" y="909311"/>
                </a:cubicBezTo>
                <a:cubicBezTo>
                  <a:pt x="407872" y="904866"/>
                  <a:pt x="403046" y="893055"/>
                  <a:pt x="407237" y="880482"/>
                </a:cubicBezTo>
                <a:lnTo>
                  <a:pt x="410031" y="872862"/>
                </a:lnTo>
                <a:cubicBezTo>
                  <a:pt x="412571" y="865242"/>
                  <a:pt x="413714" y="861432"/>
                  <a:pt x="415746" y="855209"/>
                </a:cubicBezTo>
                <a:cubicBezTo>
                  <a:pt x="404697" y="869179"/>
                  <a:pt x="359485" y="916804"/>
                  <a:pt x="349833" y="928742"/>
                </a:cubicBezTo>
                <a:lnTo>
                  <a:pt x="337514" y="939283"/>
                </a:lnTo>
                <a:cubicBezTo>
                  <a:pt x="311479" y="934965"/>
                  <a:pt x="305256" y="916423"/>
                  <a:pt x="315797" y="901818"/>
                </a:cubicBezTo>
                <a:cubicBezTo>
                  <a:pt x="329894" y="882514"/>
                  <a:pt x="380186" y="827777"/>
                  <a:pt x="392505" y="807457"/>
                </a:cubicBezTo>
                <a:cubicBezTo>
                  <a:pt x="410158" y="777993"/>
                  <a:pt x="421842" y="745735"/>
                  <a:pt x="425906" y="711699"/>
                </a:cubicBezTo>
                <a:cubicBezTo>
                  <a:pt x="427684" y="696586"/>
                  <a:pt x="422096" y="680584"/>
                  <a:pt x="419556" y="664963"/>
                </a:cubicBezTo>
                <a:lnTo>
                  <a:pt x="417397" y="657851"/>
                </a:lnTo>
                <a:lnTo>
                  <a:pt x="412190" y="657343"/>
                </a:lnTo>
                <a:cubicBezTo>
                  <a:pt x="371931" y="708397"/>
                  <a:pt x="323925" y="745989"/>
                  <a:pt x="266648" y="771389"/>
                </a:cubicBezTo>
                <a:lnTo>
                  <a:pt x="257758" y="776596"/>
                </a:lnTo>
                <a:cubicBezTo>
                  <a:pt x="254583" y="797424"/>
                  <a:pt x="251789" y="811902"/>
                  <a:pt x="248868" y="826253"/>
                </a:cubicBezTo>
                <a:cubicBezTo>
                  <a:pt x="246328" y="838699"/>
                  <a:pt x="234898" y="846192"/>
                  <a:pt x="223214" y="843525"/>
                </a:cubicBezTo>
                <a:cubicBezTo>
                  <a:pt x="212546" y="841112"/>
                  <a:pt x="205688" y="831968"/>
                  <a:pt x="206577" y="820411"/>
                </a:cubicBezTo>
                <a:lnTo>
                  <a:pt x="210260" y="791201"/>
                </a:lnTo>
                <a:cubicBezTo>
                  <a:pt x="204926" y="793106"/>
                  <a:pt x="200100" y="794249"/>
                  <a:pt x="195782" y="796535"/>
                </a:cubicBezTo>
                <a:cubicBezTo>
                  <a:pt x="184225" y="802377"/>
                  <a:pt x="172668" y="799583"/>
                  <a:pt x="164667" y="788407"/>
                </a:cubicBezTo>
                <a:cubicBezTo>
                  <a:pt x="157936" y="779136"/>
                  <a:pt x="159206" y="767960"/>
                  <a:pt x="167715" y="759451"/>
                </a:cubicBezTo>
                <a:lnTo>
                  <a:pt x="172160" y="754879"/>
                </a:lnTo>
                <a:cubicBezTo>
                  <a:pt x="196163" y="712334"/>
                  <a:pt x="224357" y="677282"/>
                  <a:pt x="259028" y="647310"/>
                </a:cubicBezTo>
                <a:lnTo>
                  <a:pt x="261695" y="646167"/>
                </a:lnTo>
                <a:lnTo>
                  <a:pt x="261314" y="643373"/>
                </a:lnTo>
                <a:lnTo>
                  <a:pt x="219023" y="648961"/>
                </a:lnTo>
                <a:cubicBezTo>
                  <a:pt x="167207" y="653914"/>
                  <a:pt x="85292" y="648326"/>
                  <a:pt x="35889" y="631435"/>
                </a:cubicBezTo>
                <a:cubicBezTo>
                  <a:pt x="23189" y="627117"/>
                  <a:pt x="17093" y="615941"/>
                  <a:pt x="20649" y="604511"/>
                </a:cubicBezTo>
                <a:cubicBezTo>
                  <a:pt x="24459" y="592192"/>
                  <a:pt x="36270" y="586350"/>
                  <a:pt x="49859" y="590795"/>
                </a:cubicBezTo>
                <a:cubicBezTo>
                  <a:pt x="90118" y="604130"/>
                  <a:pt x="162508" y="609464"/>
                  <a:pt x="204799" y="606924"/>
                </a:cubicBezTo>
                <a:cubicBezTo>
                  <a:pt x="246201" y="604384"/>
                  <a:pt x="285444" y="593970"/>
                  <a:pt x="322909" y="576190"/>
                </a:cubicBezTo>
                <a:lnTo>
                  <a:pt x="325703" y="574412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34" name="Google Shape;734;p18"/>
          <p:cNvGrpSpPr/>
          <p:nvPr/>
        </p:nvGrpSpPr>
        <p:grpSpPr>
          <a:xfrm>
            <a:off x="178004" y="7762777"/>
            <a:ext cx="720087" cy="727028"/>
            <a:chOff x="63500" y="63500"/>
            <a:chExt cx="1106805" cy="1117473"/>
          </a:xfrm>
        </p:grpSpPr>
        <p:sp>
          <p:nvSpPr>
            <p:cNvPr id="735" name="Google Shape;735;p18"/>
            <p:cNvSpPr/>
            <p:nvPr/>
          </p:nvSpPr>
          <p:spPr>
            <a:xfrm>
              <a:off x="452417" y="519747"/>
              <a:ext cx="530803" cy="322500"/>
            </a:xfrm>
            <a:custGeom>
              <a:rect b="b" l="l" r="r" t="t"/>
              <a:pathLst>
                <a:path extrusionOk="0" h="322500" w="530803">
                  <a:moveTo>
                    <a:pt x="300693" y="277051"/>
                  </a:moveTo>
                  <a:cubicBezTo>
                    <a:pt x="338031" y="274765"/>
                    <a:pt x="374099" y="269558"/>
                    <a:pt x="406738" y="250635"/>
                  </a:cubicBezTo>
                  <a:cubicBezTo>
                    <a:pt x="451950" y="224473"/>
                    <a:pt x="478747" y="185357"/>
                    <a:pt x="487637" y="133922"/>
                  </a:cubicBezTo>
                  <a:lnTo>
                    <a:pt x="488653" y="127064"/>
                  </a:lnTo>
                  <a:cubicBezTo>
                    <a:pt x="491828" y="110046"/>
                    <a:pt x="500845" y="103061"/>
                    <a:pt x="513418" y="104839"/>
                  </a:cubicBezTo>
                  <a:cubicBezTo>
                    <a:pt x="526372" y="106617"/>
                    <a:pt x="532087" y="114999"/>
                    <a:pt x="530563" y="129731"/>
                  </a:cubicBezTo>
                  <a:cubicBezTo>
                    <a:pt x="520657" y="223330"/>
                    <a:pt x="456014" y="297117"/>
                    <a:pt x="363304" y="316167"/>
                  </a:cubicBezTo>
                  <a:cubicBezTo>
                    <a:pt x="285961" y="332169"/>
                    <a:pt x="212555" y="317183"/>
                    <a:pt x="144229" y="278702"/>
                  </a:cubicBezTo>
                  <a:cubicBezTo>
                    <a:pt x="94191" y="250508"/>
                    <a:pt x="51138" y="214186"/>
                    <a:pt x="22817" y="162878"/>
                  </a:cubicBezTo>
                  <a:cubicBezTo>
                    <a:pt x="11768" y="142812"/>
                    <a:pt x="1608" y="121984"/>
                    <a:pt x="211" y="98489"/>
                  </a:cubicBezTo>
                  <a:cubicBezTo>
                    <a:pt x="-1948" y="59881"/>
                    <a:pt x="12403" y="29020"/>
                    <a:pt x="47455" y="10732"/>
                  </a:cubicBezTo>
                  <a:cubicBezTo>
                    <a:pt x="82634" y="-7683"/>
                    <a:pt x="115781" y="-1587"/>
                    <a:pt x="146134" y="22797"/>
                  </a:cubicBezTo>
                  <a:lnTo>
                    <a:pt x="170391" y="44260"/>
                  </a:lnTo>
                  <a:cubicBezTo>
                    <a:pt x="180932" y="55055"/>
                    <a:pt x="179789" y="65469"/>
                    <a:pt x="167978" y="76518"/>
                  </a:cubicBezTo>
                  <a:cubicBezTo>
                    <a:pt x="158072" y="85789"/>
                    <a:pt x="149817" y="85281"/>
                    <a:pt x="139149" y="74359"/>
                  </a:cubicBezTo>
                  <a:lnTo>
                    <a:pt x="120734" y="55055"/>
                  </a:lnTo>
                  <a:cubicBezTo>
                    <a:pt x="104097" y="40577"/>
                    <a:pt x="85301" y="37783"/>
                    <a:pt x="69807" y="46673"/>
                  </a:cubicBezTo>
                  <a:cubicBezTo>
                    <a:pt x="50503" y="57722"/>
                    <a:pt x="41232" y="77407"/>
                    <a:pt x="45042" y="99124"/>
                  </a:cubicBezTo>
                  <a:cubicBezTo>
                    <a:pt x="49487" y="123635"/>
                    <a:pt x="61044" y="144717"/>
                    <a:pt x="77046" y="163132"/>
                  </a:cubicBezTo>
                  <a:cubicBezTo>
                    <a:pt x="119972" y="212789"/>
                    <a:pt x="170391" y="251651"/>
                    <a:pt x="235542" y="267145"/>
                  </a:cubicBezTo>
                  <a:lnTo>
                    <a:pt x="300439" y="27705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18"/>
            <p:cNvSpPr/>
            <p:nvPr/>
          </p:nvSpPr>
          <p:spPr>
            <a:xfrm>
              <a:off x="277098" y="401210"/>
              <a:ext cx="478944" cy="315717"/>
            </a:xfrm>
            <a:custGeom>
              <a:rect b="b" l="l" r="r" t="t"/>
              <a:pathLst>
                <a:path extrusionOk="0" h="315717" w="478944">
                  <a:moveTo>
                    <a:pt x="178959" y="42020"/>
                  </a:moveTo>
                  <a:cubicBezTo>
                    <a:pt x="134890" y="42147"/>
                    <a:pt x="93996" y="51418"/>
                    <a:pt x="58817" y="79104"/>
                  </a:cubicBezTo>
                  <a:lnTo>
                    <a:pt x="38370" y="97773"/>
                  </a:lnTo>
                  <a:cubicBezTo>
                    <a:pt x="26813" y="108314"/>
                    <a:pt x="16780" y="108695"/>
                    <a:pt x="7382" y="99297"/>
                  </a:cubicBezTo>
                  <a:cubicBezTo>
                    <a:pt x="-2397" y="89518"/>
                    <a:pt x="-2651" y="79485"/>
                    <a:pt x="7763" y="68182"/>
                  </a:cubicBezTo>
                  <a:cubicBezTo>
                    <a:pt x="43196" y="30082"/>
                    <a:pt x="86757" y="6333"/>
                    <a:pt x="138446" y="1634"/>
                  </a:cubicBezTo>
                  <a:cubicBezTo>
                    <a:pt x="257191" y="-9161"/>
                    <a:pt x="354600" y="33765"/>
                    <a:pt x="431816" y="123554"/>
                  </a:cubicBezTo>
                  <a:cubicBezTo>
                    <a:pt x="452009" y="147049"/>
                    <a:pt x="469281" y="172322"/>
                    <a:pt x="476520" y="203564"/>
                  </a:cubicBezTo>
                  <a:cubicBezTo>
                    <a:pt x="485283" y="241410"/>
                    <a:pt x="469662" y="285352"/>
                    <a:pt x="439690" y="303894"/>
                  </a:cubicBezTo>
                  <a:cubicBezTo>
                    <a:pt x="408702" y="323071"/>
                    <a:pt x="361204" y="318499"/>
                    <a:pt x="331486" y="293226"/>
                  </a:cubicBezTo>
                  <a:lnTo>
                    <a:pt x="310404" y="272652"/>
                  </a:lnTo>
                  <a:cubicBezTo>
                    <a:pt x="299355" y="259444"/>
                    <a:pt x="304308" y="242680"/>
                    <a:pt x="320564" y="236330"/>
                  </a:cubicBezTo>
                  <a:lnTo>
                    <a:pt x="334788" y="236711"/>
                  </a:lnTo>
                  <a:cubicBezTo>
                    <a:pt x="348250" y="249411"/>
                    <a:pt x="355489" y="257539"/>
                    <a:pt x="363998" y="264016"/>
                  </a:cubicBezTo>
                  <a:cubicBezTo>
                    <a:pt x="378349" y="274938"/>
                    <a:pt x="394224" y="278494"/>
                    <a:pt x="411369" y="269985"/>
                  </a:cubicBezTo>
                  <a:cubicBezTo>
                    <a:pt x="428768" y="261349"/>
                    <a:pt x="435245" y="246871"/>
                    <a:pt x="436134" y="228075"/>
                  </a:cubicBezTo>
                  <a:cubicBezTo>
                    <a:pt x="436896" y="212073"/>
                    <a:pt x="433086" y="197595"/>
                    <a:pt x="424577" y="184514"/>
                  </a:cubicBezTo>
                  <a:cubicBezTo>
                    <a:pt x="366538" y="95995"/>
                    <a:pt x="286528" y="45068"/>
                    <a:pt x="179086" y="417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18"/>
            <p:cNvSpPr/>
            <p:nvPr/>
          </p:nvSpPr>
          <p:spPr>
            <a:xfrm>
              <a:off x="325981" y="253551"/>
              <a:ext cx="447026" cy="241876"/>
            </a:xfrm>
            <a:custGeom>
              <a:rect b="b" l="l" r="r" t="t"/>
              <a:pathLst>
                <a:path extrusionOk="0" h="241876" w="447026">
                  <a:moveTo>
                    <a:pt x="98072" y="40962"/>
                  </a:moveTo>
                  <a:lnTo>
                    <a:pt x="39652" y="52138"/>
                  </a:lnTo>
                  <a:cubicBezTo>
                    <a:pt x="34953" y="53027"/>
                    <a:pt x="30508" y="54932"/>
                    <a:pt x="25936" y="55948"/>
                  </a:cubicBezTo>
                  <a:cubicBezTo>
                    <a:pt x="13236" y="58615"/>
                    <a:pt x="5743" y="54551"/>
                    <a:pt x="1806" y="43375"/>
                  </a:cubicBezTo>
                  <a:cubicBezTo>
                    <a:pt x="-2385" y="31564"/>
                    <a:pt x="536" y="21277"/>
                    <a:pt x="12474" y="17594"/>
                  </a:cubicBezTo>
                  <a:lnTo>
                    <a:pt x="77117" y="2227"/>
                  </a:lnTo>
                  <a:cubicBezTo>
                    <a:pt x="140236" y="-6663"/>
                    <a:pt x="198021" y="12133"/>
                    <a:pt x="253647" y="39692"/>
                  </a:cubicBezTo>
                  <a:cubicBezTo>
                    <a:pt x="327053" y="76014"/>
                    <a:pt x="390045" y="125036"/>
                    <a:pt x="436019" y="193870"/>
                  </a:cubicBezTo>
                  <a:lnTo>
                    <a:pt x="443766" y="206316"/>
                  </a:lnTo>
                  <a:cubicBezTo>
                    <a:pt x="449735" y="221683"/>
                    <a:pt x="447068" y="229303"/>
                    <a:pt x="439321" y="234764"/>
                  </a:cubicBezTo>
                  <a:lnTo>
                    <a:pt x="423192" y="241876"/>
                  </a:lnTo>
                  <a:cubicBezTo>
                    <a:pt x="410111" y="230954"/>
                    <a:pt x="405412" y="225112"/>
                    <a:pt x="401348" y="219143"/>
                  </a:cubicBezTo>
                  <a:cubicBezTo>
                    <a:pt x="340769" y="129862"/>
                    <a:pt x="256187" y="75379"/>
                    <a:pt x="152809" y="48963"/>
                  </a:cubicBezTo>
                  <a:lnTo>
                    <a:pt x="98072" y="4096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18"/>
            <p:cNvSpPr/>
            <p:nvPr/>
          </p:nvSpPr>
          <p:spPr>
            <a:xfrm>
              <a:off x="432969" y="743106"/>
              <a:ext cx="446193" cy="239366"/>
            </a:xfrm>
            <a:custGeom>
              <a:rect b="b" l="l" r="r" t="t"/>
              <a:pathLst>
                <a:path extrusionOk="0" h="239366" w="446193">
                  <a:moveTo>
                    <a:pt x="348081" y="239366"/>
                  </a:moveTo>
                  <a:cubicBezTo>
                    <a:pt x="272389" y="237842"/>
                    <a:pt x="205206" y="214601"/>
                    <a:pt x="143738" y="174342"/>
                  </a:cubicBezTo>
                  <a:cubicBezTo>
                    <a:pt x="90525" y="139544"/>
                    <a:pt x="43281" y="98269"/>
                    <a:pt x="9118" y="43659"/>
                  </a:cubicBezTo>
                  <a:lnTo>
                    <a:pt x="3530" y="34261"/>
                  </a:lnTo>
                  <a:cubicBezTo>
                    <a:pt x="-3074" y="17497"/>
                    <a:pt x="-153" y="8988"/>
                    <a:pt x="10134" y="3400"/>
                  </a:cubicBezTo>
                  <a:cubicBezTo>
                    <a:pt x="20675" y="-2442"/>
                    <a:pt x="29057" y="-918"/>
                    <a:pt x="36804" y="9242"/>
                  </a:cubicBezTo>
                  <a:lnTo>
                    <a:pt x="79349" y="65503"/>
                  </a:lnTo>
                  <a:cubicBezTo>
                    <a:pt x="139928" y="131289"/>
                    <a:pt x="213080" y="176755"/>
                    <a:pt x="301472" y="195170"/>
                  </a:cubicBezTo>
                  <a:cubicBezTo>
                    <a:pt x="330301" y="201139"/>
                    <a:pt x="359003" y="198853"/>
                    <a:pt x="387705" y="193392"/>
                  </a:cubicBezTo>
                  <a:lnTo>
                    <a:pt x="422630" y="188820"/>
                  </a:lnTo>
                  <a:cubicBezTo>
                    <a:pt x="436473" y="188312"/>
                    <a:pt x="444474" y="194281"/>
                    <a:pt x="445871" y="203806"/>
                  </a:cubicBezTo>
                  <a:cubicBezTo>
                    <a:pt x="447649" y="214601"/>
                    <a:pt x="442061" y="224888"/>
                    <a:pt x="429107" y="228190"/>
                  </a:cubicBezTo>
                  <a:lnTo>
                    <a:pt x="374751" y="237588"/>
                  </a:lnTo>
                  <a:cubicBezTo>
                    <a:pt x="365353" y="238985"/>
                    <a:pt x="355701" y="238731"/>
                    <a:pt x="347700" y="23923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8"/>
            <p:cNvSpPr/>
            <p:nvPr/>
          </p:nvSpPr>
          <p:spPr>
            <a:xfrm>
              <a:off x="323596" y="590075"/>
              <a:ext cx="131850" cy="329767"/>
            </a:xfrm>
            <a:custGeom>
              <a:rect b="b" l="l" r="r" t="t"/>
              <a:pathLst>
                <a:path extrusionOk="0" h="329767" w="131850">
                  <a:moveTo>
                    <a:pt x="127" y="115156"/>
                  </a:moveTo>
                  <a:cubicBezTo>
                    <a:pt x="4318" y="74643"/>
                    <a:pt x="11938" y="39210"/>
                    <a:pt x="36830" y="10000"/>
                  </a:cubicBezTo>
                  <a:cubicBezTo>
                    <a:pt x="47117" y="-2065"/>
                    <a:pt x="57277" y="-2954"/>
                    <a:pt x="68326" y="5936"/>
                  </a:cubicBezTo>
                  <a:lnTo>
                    <a:pt x="77724" y="19271"/>
                  </a:lnTo>
                  <a:cubicBezTo>
                    <a:pt x="73152" y="30701"/>
                    <a:pt x="71882" y="33368"/>
                    <a:pt x="70104" y="35527"/>
                  </a:cubicBezTo>
                  <a:cubicBezTo>
                    <a:pt x="44958" y="67023"/>
                    <a:pt x="42545" y="102837"/>
                    <a:pt x="50038" y="140556"/>
                  </a:cubicBezTo>
                  <a:cubicBezTo>
                    <a:pt x="60325" y="191737"/>
                    <a:pt x="83820" y="236822"/>
                    <a:pt x="114427" y="278605"/>
                  </a:cubicBezTo>
                  <a:lnTo>
                    <a:pt x="122936" y="288892"/>
                  </a:lnTo>
                  <a:cubicBezTo>
                    <a:pt x="135509" y="306164"/>
                    <a:pt x="134112" y="316451"/>
                    <a:pt x="122936" y="325087"/>
                  </a:cubicBezTo>
                  <a:cubicBezTo>
                    <a:pt x="112776" y="332834"/>
                    <a:pt x="103632" y="330929"/>
                    <a:pt x="94234" y="319626"/>
                  </a:cubicBezTo>
                  <a:cubicBezTo>
                    <a:pt x="56134" y="273906"/>
                    <a:pt x="26289" y="223487"/>
                    <a:pt x="9906" y="166083"/>
                  </a:cubicBezTo>
                  <a:lnTo>
                    <a:pt x="0" y="11515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18"/>
            <p:cNvSpPr/>
            <p:nvPr/>
          </p:nvSpPr>
          <p:spPr>
            <a:xfrm>
              <a:off x="747631" y="315829"/>
              <a:ext cx="131971" cy="331109"/>
            </a:xfrm>
            <a:custGeom>
              <a:rect b="b" l="l" r="r" t="t"/>
              <a:pathLst>
                <a:path extrusionOk="0" h="331109" w="131971">
                  <a:moveTo>
                    <a:pt x="131844" y="224556"/>
                  </a:moveTo>
                  <a:cubicBezTo>
                    <a:pt x="133114" y="259862"/>
                    <a:pt x="121557" y="290596"/>
                    <a:pt x="101745" y="318663"/>
                  </a:cubicBezTo>
                  <a:lnTo>
                    <a:pt x="88918" y="331109"/>
                  </a:lnTo>
                  <a:cubicBezTo>
                    <a:pt x="61867" y="324251"/>
                    <a:pt x="56152" y="310281"/>
                    <a:pt x="65931" y="295930"/>
                  </a:cubicBezTo>
                  <a:cubicBezTo>
                    <a:pt x="87648" y="263926"/>
                    <a:pt x="94252" y="228747"/>
                    <a:pt x="86759" y="191155"/>
                  </a:cubicBezTo>
                  <a:cubicBezTo>
                    <a:pt x="79647" y="155595"/>
                    <a:pt x="66566" y="122067"/>
                    <a:pt x="47135" y="91460"/>
                  </a:cubicBezTo>
                  <a:lnTo>
                    <a:pt x="6749" y="37104"/>
                  </a:lnTo>
                  <a:cubicBezTo>
                    <a:pt x="-2014" y="25547"/>
                    <a:pt x="-2395" y="16276"/>
                    <a:pt x="6495" y="7259"/>
                  </a:cubicBezTo>
                  <a:cubicBezTo>
                    <a:pt x="15766" y="-2012"/>
                    <a:pt x="27069" y="-2774"/>
                    <a:pt x="35832" y="7132"/>
                  </a:cubicBezTo>
                  <a:cubicBezTo>
                    <a:pt x="90823" y="69616"/>
                    <a:pt x="129939" y="139212"/>
                    <a:pt x="131971" y="22455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18"/>
            <p:cNvSpPr/>
            <p:nvPr/>
          </p:nvSpPr>
          <p:spPr>
            <a:xfrm>
              <a:off x="63500" y="289687"/>
              <a:ext cx="167132" cy="166624"/>
            </a:xfrm>
            <a:custGeom>
              <a:rect b="b" l="l" r="r" t="t"/>
              <a:pathLst>
                <a:path extrusionOk="0" h="166624" w="167132">
                  <a:moveTo>
                    <a:pt x="167132" y="98171"/>
                  </a:moveTo>
                  <a:lnTo>
                    <a:pt x="117856" y="115062"/>
                  </a:lnTo>
                  <a:cubicBezTo>
                    <a:pt x="111760" y="117475"/>
                    <a:pt x="105791" y="121793"/>
                    <a:pt x="101346" y="126746"/>
                  </a:cubicBezTo>
                  <a:lnTo>
                    <a:pt x="68961" y="166624"/>
                  </a:lnTo>
                  <a:cubicBezTo>
                    <a:pt x="64135" y="152908"/>
                    <a:pt x="58928" y="140843"/>
                    <a:pt x="55880" y="128270"/>
                  </a:cubicBezTo>
                  <a:cubicBezTo>
                    <a:pt x="52324" y="113538"/>
                    <a:pt x="44577" y="102743"/>
                    <a:pt x="32258" y="94107"/>
                  </a:cubicBezTo>
                  <a:lnTo>
                    <a:pt x="0" y="68707"/>
                  </a:lnTo>
                  <a:cubicBezTo>
                    <a:pt x="16637" y="63119"/>
                    <a:pt x="31369" y="57658"/>
                    <a:pt x="46355" y="53213"/>
                  </a:cubicBezTo>
                  <a:cubicBezTo>
                    <a:pt x="55372" y="50546"/>
                    <a:pt x="62103" y="45974"/>
                    <a:pt x="67564" y="38481"/>
                  </a:cubicBezTo>
                  <a:lnTo>
                    <a:pt x="98171" y="0"/>
                  </a:lnTo>
                  <a:cubicBezTo>
                    <a:pt x="103759" y="16383"/>
                    <a:pt x="109474" y="31242"/>
                    <a:pt x="113792" y="46355"/>
                  </a:cubicBezTo>
                  <a:cubicBezTo>
                    <a:pt x="116459" y="55753"/>
                    <a:pt x="121666" y="62484"/>
                    <a:pt x="129413" y="68199"/>
                  </a:cubicBezTo>
                  <a:lnTo>
                    <a:pt x="167132" y="9817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18"/>
            <p:cNvSpPr/>
            <p:nvPr/>
          </p:nvSpPr>
          <p:spPr>
            <a:xfrm>
              <a:off x="551434" y="1033653"/>
              <a:ext cx="146939" cy="147320"/>
            </a:xfrm>
            <a:custGeom>
              <a:rect b="b" l="l" r="r" t="t"/>
              <a:pathLst>
                <a:path extrusionOk="0" h="147320" w="146939">
                  <a:moveTo>
                    <a:pt x="60452" y="147320"/>
                  </a:moveTo>
                  <a:lnTo>
                    <a:pt x="46990" y="107188"/>
                  </a:lnTo>
                  <a:cubicBezTo>
                    <a:pt x="44450" y="98933"/>
                    <a:pt x="40386" y="92583"/>
                    <a:pt x="33401" y="87376"/>
                  </a:cubicBezTo>
                  <a:lnTo>
                    <a:pt x="0" y="60706"/>
                  </a:lnTo>
                  <a:cubicBezTo>
                    <a:pt x="15875" y="55245"/>
                    <a:pt x="30226" y="50673"/>
                    <a:pt x="44323" y="45212"/>
                  </a:cubicBezTo>
                  <a:lnTo>
                    <a:pt x="53721" y="40132"/>
                  </a:lnTo>
                  <a:cubicBezTo>
                    <a:pt x="66802" y="25019"/>
                    <a:pt x="75819" y="13208"/>
                    <a:pt x="86360" y="0"/>
                  </a:cubicBezTo>
                  <a:lnTo>
                    <a:pt x="101346" y="43180"/>
                  </a:lnTo>
                  <a:cubicBezTo>
                    <a:pt x="103378" y="48514"/>
                    <a:pt x="106934" y="53721"/>
                    <a:pt x="111252" y="57531"/>
                  </a:cubicBezTo>
                  <a:lnTo>
                    <a:pt x="146939" y="86487"/>
                  </a:lnTo>
                  <a:cubicBezTo>
                    <a:pt x="130683" y="92075"/>
                    <a:pt x="115951" y="96901"/>
                    <a:pt x="101346" y="102235"/>
                  </a:cubicBezTo>
                  <a:lnTo>
                    <a:pt x="93472" y="106426"/>
                  </a:lnTo>
                  <a:cubicBezTo>
                    <a:pt x="80772" y="121412"/>
                    <a:pt x="71247" y="133604"/>
                    <a:pt x="60325" y="1470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18"/>
            <p:cNvSpPr/>
            <p:nvPr/>
          </p:nvSpPr>
          <p:spPr>
            <a:xfrm>
              <a:off x="922147" y="305181"/>
              <a:ext cx="122174" cy="121793"/>
            </a:xfrm>
            <a:custGeom>
              <a:rect b="b" l="l" r="r" t="t"/>
              <a:pathLst>
                <a:path extrusionOk="0" h="121793" w="122174">
                  <a:moveTo>
                    <a:pt x="71882" y="0"/>
                  </a:moveTo>
                  <a:cubicBezTo>
                    <a:pt x="77343" y="32258"/>
                    <a:pt x="94361" y="55118"/>
                    <a:pt x="122174" y="71628"/>
                  </a:cubicBezTo>
                  <a:cubicBezTo>
                    <a:pt x="89916" y="77216"/>
                    <a:pt x="66548" y="93345"/>
                    <a:pt x="50546" y="121793"/>
                  </a:cubicBezTo>
                  <a:cubicBezTo>
                    <a:pt x="44704" y="89408"/>
                    <a:pt x="28448" y="66167"/>
                    <a:pt x="0" y="50038"/>
                  </a:cubicBezTo>
                  <a:cubicBezTo>
                    <a:pt x="31877" y="44069"/>
                    <a:pt x="55499" y="28448"/>
                    <a:pt x="7200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18"/>
            <p:cNvSpPr/>
            <p:nvPr/>
          </p:nvSpPr>
          <p:spPr>
            <a:xfrm>
              <a:off x="1059053" y="717042"/>
              <a:ext cx="111252" cy="108712"/>
            </a:xfrm>
            <a:custGeom>
              <a:rect b="b" l="l" r="r" t="t"/>
              <a:pathLst>
                <a:path extrusionOk="0" h="108712" w="111252">
                  <a:moveTo>
                    <a:pt x="111125" y="46482"/>
                  </a:moveTo>
                  <a:lnTo>
                    <a:pt x="85598" y="66802"/>
                  </a:lnTo>
                  <a:cubicBezTo>
                    <a:pt x="83185" y="68961"/>
                    <a:pt x="81280" y="73025"/>
                    <a:pt x="81280" y="76200"/>
                  </a:cubicBezTo>
                  <a:lnTo>
                    <a:pt x="82550" y="108712"/>
                  </a:lnTo>
                  <a:cubicBezTo>
                    <a:pt x="75184" y="103886"/>
                    <a:pt x="68326" y="100457"/>
                    <a:pt x="62992" y="95631"/>
                  </a:cubicBezTo>
                  <a:cubicBezTo>
                    <a:pt x="54483" y="88011"/>
                    <a:pt x="46101" y="87503"/>
                    <a:pt x="36195" y="92710"/>
                  </a:cubicBezTo>
                  <a:lnTo>
                    <a:pt x="22987" y="98044"/>
                  </a:lnTo>
                  <a:cubicBezTo>
                    <a:pt x="17653" y="89789"/>
                    <a:pt x="20955" y="80645"/>
                    <a:pt x="22733" y="71120"/>
                  </a:cubicBezTo>
                  <a:lnTo>
                    <a:pt x="22352" y="61849"/>
                  </a:lnTo>
                  <a:cubicBezTo>
                    <a:pt x="14732" y="50419"/>
                    <a:pt x="8128" y="43180"/>
                    <a:pt x="0" y="33020"/>
                  </a:cubicBezTo>
                  <a:lnTo>
                    <a:pt x="31877" y="32766"/>
                  </a:lnTo>
                  <a:cubicBezTo>
                    <a:pt x="35814" y="32385"/>
                    <a:pt x="40640" y="29591"/>
                    <a:pt x="43180" y="26416"/>
                  </a:cubicBezTo>
                  <a:lnTo>
                    <a:pt x="60579" y="0"/>
                  </a:lnTo>
                  <a:cubicBezTo>
                    <a:pt x="64643" y="11176"/>
                    <a:pt x="68326" y="20066"/>
                    <a:pt x="71120" y="29337"/>
                  </a:cubicBezTo>
                  <a:lnTo>
                    <a:pt x="76073" y="37465"/>
                  </a:lnTo>
                  <a:cubicBezTo>
                    <a:pt x="90805" y="40767"/>
                    <a:pt x="99949" y="43561"/>
                    <a:pt x="111252" y="4660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8"/>
            <p:cNvSpPr/>
            <p:nvPr/>
          </p:nvSpPr>
          <p:spPr>
            <a:xfrm>
              <a:off x="174625" y="738378"/>
              <a:ext cx="111125" cy="109093"/>
            </a:xfrm>
            <a:custGeom>
              <a:rect b="b" l="l" r="r" t="t"/>
              <a:pathLst>
                <a:path extrusionOk="0" h="109093" w="111125">
                  <a:moveTo>
                    <a:pt x="60452" y="0"/>
                  </a:moveTo>
                  <a:lnTo>
                    <a:pt x="70358" y="27686"/>
                  </a:lnTo>
                  <a:cubicBezTo>
                    <a:pt x="72263" y="34163"/>
                    <a:pt x="75565" y="37719"/>
                    <a:pt x="82550" y="38989"/>
                  </a:cubicBezTo>
                  <a:lnTo>
                    <a:pt x="111125" y="46609"/>
                  </a:lnTo>
                  <a:cubicBezTo>
                    <a:pt x="101854" y="53848"/>
                    <a:pt x="93726" y="59309"/>
                    <a:pt x="86741" y="65913"/>
                  </a:cubicBezTo>
                  <a:lnTo>
                    <a:pt x="81534" y="73660"/>
                  </a:lnTo>
                  <a:cubicBezTo>
                    <a:pt x="80899" y="87376"/>
                    <a:pt x="81915" y="97155"/>
                    <a:pt x="82550" y="109093"/>
                  </a:cubicBezTo>
                  <a:lnTo>
                    <a:pt x="56134" y="91567"/>
                  </a:lnTo>
                  <a:cubicBezTo>
                    <a:pt x="52832" y="89662"/>
                    <a:pt x="47752" y="89154"/>
                    <a:pt x="44196" y="90297"/>
                  </a:cubicBezTo>
                  <a:lnTo>
                    <a:pt x="14605" y="101346"/>
                  </a:lnTo>
                  <a:cubicBezTo>
                    <a:pt x="17653" y="90170"/>
                    <a:pt x="20955" y="80772"/>
                    <a:pt x="22733" y="71120"/>
                  </a:cubicBezTo>
                  <a:lnTo>
                    <a:pt x="22479" y="61849"/>
                  </a:lnTo>
                  <a:cubicBezTo>
                    <a:pt x="14859" y="50419"/>
                    <a:pt x="8255" y="43180"/>
                    <a:pt x="0" y="33020"/>
                  </a:cubicBezTo>
                  <a:lnTo>
                    <a:pt x="32004" y="32766"/>
                  </a:lnTo>
                  <a:cubicBezTo>
                    <a:pt x="35941" y="32385"/>
                    <a:pt x="40767" y="29718"/>
                    <a:pt x="43180" y="26543"/>
                  </a:cubicBezTo>
                  <a:lnTo>
                    <a:pt x="60452" y="25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18"/>
            <p:cNvSpPr/>
            <p:nvPr/>
          </p:nvSpPr>
          <p:spPr>
            <a:xfrm>
              <a:off x="456438" y="63500"/>
              <a:ext cx="108331" cy="109093"/>
            </a:xfrm>
            <a:custGeom>
              <a:rect b="b" l="l" r="r" t="t"/>
              <a:pathLst>
                <a:path extrusionOk="0" h="109093" w="108331">
                  <a:moveTo>
                    <a:pt x="11557" y="101092"/>
                  </a:moveTo>
                  <a:lnTo>
                    <a:pt x="20320" y="70358"/>
                  </a:lnTo>
                  <a:cubicBezTo>
                    <a:pt x="21082" y="66675"/>
                    <a:pt x="19939" y="61595"/>
                    <a:pt x="17780" y="58547"/>
                  </a:cubicBezTo>
                  <a:lnTo>
                    <a:pt x="0" y="32893"/>
                  </a:lnTo>
                  <a:cubicBezTo>
                    <a:pt x="9652" y="32893"/>
                    <a:pt x="19304" y="33528"/>
                    <a:pt x="28702" y="32639"/>
                  </a:cubicBezTo>
                  <a:lnTo>
                    <a:pt x="37973" y="29337"/>
                  </a:lnTo>
                  <a:cubicBezTo>
                    <a:pt x="46736" y="18288"/>
                    <a:pt x="51562" y="9779"/>
                    <a:pt x="57912" y="0"/>
                  </a:cubicBezTo>
                  <a:lnTo>
                    <a:pt x="68834" y="29210"/>
                  </a:lnTo>
                  <a:cubicBezTo>
                    <a:pt x="70612" y="32893"/>
                    <a:pt x="74549" y="36576"/>
                    <a:pt x="78232" y="37973"/>
                  </a:cubicBezTo>
                  <a:lnTo>
                    <a:pt x="108331" y="46355"/>
                  </a:lnTo>
                  <a:cubicBezTo>
                    <a:pt x="99314" y="53467"/>
                    <a:pt x="91948" y="59817"/>
                    <a:pt x="84074" y="65405"/>
                  </a:cubicBezTo>
                  <a:lnTo>
                    <a:pt x="77724" y="72517"/>
                  </a:lnTo>
                  <a:cubicBezTo>
                    <a:pt x="79121" y="87630"/>
                    <a:pt x="79375" y="97155"/>
                    <a:pt x="80010" y="109093"/>
                  </a:cubicBezTo>
                  <a:lnTo>
                    <a:pt x="53848" y="91567"/>
                  </a:lnTo>
                  <a:cubicBezTo>
                    <a:pt x="50292" y="89662"/>
                    <a:pt x="44958" y="89027"/>
                    <a:pt x="41021" y="90170"/>
                  </a:cubicBezTo>
                  <a:lnTo>
                    <a:pt x="11684" y="10109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18"/>
            <p:cNvSpPr/>
            <p:nvPr/>
          </p:nvSpPr>
          <p:spPr>
            <a:xfrm>
              <a:off x="901227" y="881375"/>
              <a:ext cx="94960" cy="67696"/>
            </a:xfrm>
            <a:custGeom>
              <a:rect b="b" l="l" r="r" t="t"/>
              <a:pathLst>
                <a:path extrusionOk="0" h="67696" w="94960">
                  <a:moveTo>
                    <a:pt x="23587" y="67696"/>
                  </a:moveTo>
                  <a:cubicBezTo>
                    <a:pt x="11268" y="67442"/>
                    <a:pt x="3267" y="61346"/>
                    <a:pt x="854" y="52456"/>
                  </a:cubicBezTo>
                  <a:cubicBezTo>
                    <a:pt x="-1813" y="43058"/>
                    <a:pt x="1870" y="33279"/>
                    <a:pt x="10506" y="28707"/>
                  </a:cubicBezTo>
                  <a:lnTo>
                    <a:pt x="63338" y="2418"/>
                  </a:lnTo>
                  <a:cubicBezTo>
                    <a:pt x="72863" y="-2154"/>
                    <a:pt x="80356" y="-122"/>
                    <a:pt x="86325" y="7498"/>
                  </a:cubicBezTo>
                  <a:lnTo>
                    <a:pt x="94961" y="25532"/>
                  </a:lnTo>
                  <a:cubicBezTo>
                    <a:pt x="70450" y="51694"/>
                    <a:pt x="45558" y="59949"/>
                    <a:pt x="23587" y="675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18"/>
            <p:cNvSpPr/>
            <p:nvPr/>
          </p:nvSpPr>
          <p:spPr>
            <a:xfrm>
              <a:off x="641537" y="236171"/>
              <a:ext cx="88654" cy="73780"/>
            </a:xfrm>
            <a:custGeom>
              <a:rect b="b" l="l" r="r" t="t"/>
              <a:pathLst>
                <a:path extrusionOk="0" h="73780" w="88654">
                  <a:moveTo>
                    <a:pt x="23943" y="49"/>
                  </a:moveTo>
                  <a:lnTo>
                    <a:pt x="30547" y="1446"/>
                  </a:lnTo>
                  <a:cubicBezTo>
                    <a:pt x="50105" y="14781"/>
                    <a:pt x="66234" y="25449"/>
                    <a:pt x="81347" y="37514"/>
                  </a:cubicBezTo>
                  <a:cubicBezTo>
                    <a:pt x="90745" y="44880"/>
                    <a:pt x="90745" y="58088"/>
                    <a:pt x="83252" y="66597"/>
                  </a:cubicBezTo>
                  <a:cubicBezTo>
                    <a:pt x="75886" y="74979"/>
                    <a:pt x="64329" y="76122"/>
                    <a:pt x="54804" y="69518"/>
                  </a:cubicBezTo>
                  <a:lnTo>
                    <a:pt x="9592" y="37768"/>
                  </a:lnTo>
                  <a:cubicBezTo>
                    <a:pt x="1972" y="32307"/>
                    <a:pt x="-2219" y="25322"/>
                    <a:pt x="1210" y="15543"/>
                  </a:cubicBezTo>
                  <a:cubicBezTo>
                    <a:pt x="4893" y="5002"/>
                    <a:pt x="12005" y="-586"/>
                    <a:pt x="23943" y="4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18"/>
            <p:cNvSpPr/>
            <p:nvPr/>
          </p:nvSpPr>
          <p:spPr>
            <a:xfrm>
              <a:off x="464561" y="919978"/>
              <a:ext cx="45217" cy="45095"/>
            </a:xfrm>
            <a:custGeom>
              <a:rect b="b" l="l" r="r" t="t"/>
              <a:pathLst>
                <a:path extrusionOk="0" h="45095" w="45217">
                  <a:moveTo>
                    <a:pt x="5" y="22870"/>
                  </a:moveTo>
                  <a:cubicBezTo>
                    <a:pt x="-249" y="10551"/>
                    <a:pt x="9657" y="264"/>
                    <a:pt x="21976" y="10"/>
                  </a:cubicBezTo>
                  <a:cubicBezTo>
                    <a:pt x="34803" y="-371"/>
                    <a:pt x="45217" y="9789"/>
                    <a:pt x="45217" y="22616"/>
                  </a:cubicBezTo>
                  <a:cubicBezTo>
                    <a:pt x="45217" y="34808"/>
                    <a:pt x="34930" y="45095"/>
                    <a:pt x="22738" y="45095"/>
                  </a:cubicBezTo>
                  <a:cubicBezTo>
                    <a:pt x="10546" y="45095"/>
                    <a:pt x="259" y="35189"/>
                    <a:pt x="5" y="228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18"/>
            <p:cNvSpPr/>
            <p:nvPr/>
          </p:nvSpPr>
          <p:spPr>
            <a:xfrm>
              <a:off x="231892" y="520055"/>
              <a:ext cx="45224" cy="45097"/>
            </a:xfrm>
            <a:custGeom>
              <a:rect b="b" l="l" r="r" t="t"/>
              <a:pathLst>
                <a:path extrusionOk="0" h="45097" w="45224">
                  <a:moveTo>
                    <a:pt x="45222" y="22997"/>
                  </a:moveTo>
                  <a:cubicBezTo>
                    <a:pt x="44968" y="35570"/>
                    <a:pt x="35189" y="45222"/>
                    <a:pt x="22616" y="45095"/>
                  </a:cubicBezTo>
                  <a:cubicBezTo>
                    <a:pt x="9789" y="44968"/>
                    <a:pt x="-371" y="34554"/>
                    <a:pt x="10" y="21727"/>
                  </a:cubicBezTo>
                  <a:cubicBezTo>
                    <a:pt x="391" y="9662"/>
                    <a:pt x="11059" y="-371"/>
                    <a:pt x="23251" y="10"/>
                  </a:cubicBezTo>
                  <a:cubicBezTo>
                    <a:pt x="35697" y="391"/>
                    <a:pt x="45349" y="10551"/>
                    <a:pt x="45222" y="229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18"/>
            <p:cNvSpPr/>
            <p:nvPr/>
          </p:nvSpPr>
          <p:spPr>
            <a:xfrm>
              <a:off x="943355" y="559180"/>
              <a:ext cx="44959" cy="45224"/>
            </a:xfrm>
            <a:custGeom>
              <a:rect b="b" l="l" r="r" t="t"/>
              <a:pathLst>
                <a:path extrusionOk="0" h="45224" w="44959">
                  <a:moveTo>
                    <a:pt x="1" y="22099"/>
                  </a:moveTo>
                  <a:cubicBezTo>
                    <a:pt x="128" y="9653"/>
                    <a:pt x="10161" y="-126"/>
                    <a:pt x="22607" y="1"/>
                  </a:cubicBezTo>
                  <a:cubicBezTo>
                    <a:pt x="35053" y="128"/>
                    <a:pt x="44959" y="10034"/>
                    <a:pt x="44959" y="22480"/>
                  </a:cubicBezTo>
                  <a:cubicBezTo>
                    <a:pt x="44959" y="35434"/>
                    <a:pt x="34545" y="45594"/>
                    <a:pt x="21845" y="45213"/>
                  </a:cubicBezTo>
                  <a:cubicBezTo>
                    <a:pt x="9526" y="44832"/>
                    <a:pt x="-126" y="34672"/>
                    <a:pt x="1" y="222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18"/>
            <p:cNvSpPr/>
            <p:nvPr/>
          </p:nvSpPr>
          <p:spPr>
            <a:xfrm>
              <a:off x="773684" y="687705"/>
              <a:ext cx="60071" cy="58801"/>
            </a:xfrm>
            <a:custGeom>
              <a:rect b="b" l="l" r="r" t="t"/>
              <a:pathLst>
                <a:path extrusionOk="0" h="58801" w="60071">
                  <a:moveTo>
                    <a:pt x="7366" y="54737"/>
                  </a:moveTo>
                  <a:cubicBezTo>
                    <a:pt x="13589" y="40132"/>
                    <a:pt x="12065" y="28702"/>
                    <a:pt x="0" y="18796"/>
                  </a:cubicBezTo>
                  <a:cubicBezTo>
                    <a:pt x="14224" y="18796"/>
                    <a:pt x="26416" y="16891"/>
                    <a:pt x="30861" y="0"/>
                  </a:cubicBezTo>
                  <a:cubicBezTo>
                    <a:pt x="35052" y="14859"/>
                    <a:pt x="42164" y="24511"/>
                    <a:pt x="60071" y="23622"/>
                  </a:cubicBezTo>
                  <a:lnTo>
                    <a:pt x="46482" y="32893"/>
                  </a:lnTo>
                  <a:cubicBezTo>
                    <a:pt x="41783" y="43180"/>
                    <a:pt x="43688" y="50292"/>
                    <a:pt x="43688" y="58801"/>
                  </a:cubicBezTo>
                  <a:cubicBezTo>
                    <a:pt x="32258" y="49149"/>
                    <a:pt x="20955" y="43815"/>
                    <a:pt x="7366" y="547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18"/>
            <p:cNvSpPr/>
            <p:nvPr/>
          </p:nvSpPr>
          <p:spPr>
            <a:xfrm>
              <a:off x="622681" y="843280"/>
              <a:ext cx="37719" cy="37338"/>
            </a:xfrm>
            <a:custGeom>
              <a:rect b="b" l="l" r="r" t="t"/>
              <a:pathLst>
                <a:path extrusionOk="0" h="37338" w="37719">
                  <a:moveTo>
                    <a:pt x="37719" y="18669"/>
                  </a:moveTo>
                  <a:cubicBezTo>
                    <a:pt x="37719" y="28956"/>
                    <a:pt x="29210" y="37338"/>
                    <a:pt x="18796" y="37338"/>
                  </a:cubicBezTo>
                  <a:cubicBezTo>
                    <a:pt x="8255" y="37338"/>
                    <a:pt x="0" y="29083"/>
                    <a:pt x="0" y="18669"/>
                  </a:cubicBezTo>
                  <a:cubicBezTo>
                    <a:pt x="0" y="8255"/>
                    <a:pt x="8255" y="0"/>
                    <a:pt x="18796" y="0"/>
                  </a:cubicBezTo>
                  <a:cubicBezTo>
                    <a:pt x="29337" y="0"/>
                    <a:pt x="37719" y="8509"/>
                    <a:pt x="37719" y="186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18"/>
            <p:cNvSpPr/>
            <p:nvPr/>
          </p:nvSpPr>
          <p:spPr>
            <a:xfrm>
              <a:off x="449453" y="334264"/>
              <a:ext cx="42291" cy="42164"/>
            </a:xfrm>
            <a:custGeom>
              <a:rect b="b" l="l" r="r" t="t"/>
              <a:pathLst>
                <a:path extrusionOk="0" h="42164" w="42291">
                  <a:moveTo>
                    <a:pt x="24765" y="127"/>
                  </a:moveTo>
                  <a:lnTo>
                    <a:pt x="42291" y="24638"/>
                  </a:lnTo>
                  <a:cubicBezTo>
                    <a:pt x="34290" y="30226"/>
                    <a:pt x="25273" y="36576"/>
                    <a:pt x="17399" y="42164"/>
                  </a:cubicBezTo>
                  <a:lnTo>
                    <a:pt x="0" y="17145"/>
                  </a:lnTo>
                  <a:cubicBezTo>
                    <a:pt x="7620" y="11938"/>
                    <a:pt x="16510" y="5715"/>
                    <a:pt x="2476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5" name="Google Shape;755;p18"/>
          <p:cNvSpPr/>
          <p:nvPr/>
        </p:nvSpPr>
        <p:spPr>
          <a:xfrm>
            <a:off x="235748" y="1856293"/>
            <a:ext cx="605965" cy="614645"/>
          </a:xfrm>
          <a:custGeom>
            <a:rect b="b" l="l" r="r" t="t"/>
            <a:pathLst>
              <a:path extrusionOk="0" h="945607" w="932254">
                <a:moveTo>
                  <a:pt x="514905" y="852495"/>
                </a:moveTo>
                <a:cubicBezTo>
                  <a:pt x="497125" y="852622"/>
                  <a:pt x="483028" y="866592"/>
                  <a:pt x="483282" y="883991"/>
                </a:cubicBezTo>
                <a:cubicBezTo>
                  <a:pt x="483536" y="901390"/>
                  <a:pt x="498268" y="915614"/>
                  <a:pt x="515540" y="915360"/>
                </a:cubicBezTo>
                <a:cubicBezTo>
                  <a:pt x="532177" y="914979"/>
                  <a:pt x="546528" y="900120"/>
                  <a:pt x="546274" y="883483"/>
                </a:cubicBezTo>
                <a:cubicBezTo>
                  <a:pt x="546020" y="866211"/>
                  <a:pt x="532050" y="852495"/>
                  <a:pt x="514905" y="852622"/>
                </a:cubicBezTo>
                <a:moveTo>
                  <a:pt x="129714" y="852622"/>
                </a:moveTo>
                <a:cubicBezTo>
                  <a:pt x="111934" y="852622"/>
                  <a:pt x="97583" y="866465"/>
                  <a:pt x="97456" y="883737"/>
                </a:cubicBezTo>
                <a:cubicBezTo>
                  <a:pt x="97456" y="900501"/>
                  <a:pt x="112696" y="915614"/>
                  <a:pt x="129587" y="915487"/>
                </a:cubicBezTo>
                <a:cubicBezTo>
                  <a:pt x="146732" y="915360"/>
                  <a:pt x="160321" y="901390"/>
                  <a:pt x="160321" y="883864"/>
                </a:cubicBezTo>
                <a:cubicBezTo>
                  <a:pt x="160321" y="866084"/>
                  <a:pt x="147113" y="852622"/>
                  <a:pt x="129714" y="852622"/>
                </a:cubicBezTo>
                <a:moveTo>
                  <a:pt x="112188" y="562173"/>
                </a:moveTo>
                <a:cubicBezTo>
                  <a:pt x="112315" y="544901"/>
                  <a:pt x="98599" y="530931"/>
                  <a:pt x="81327" y="530677"/>
                </a:cubicBezTo>
                <a:cubicBezTo>
                  <a:pt x="64436" y="530423"/>
                  <a:pt x="49450" y="545282"/>
                  <a:pt x="49323" y="562427"/>
                </a:cubicBezTo>
                <a:cubicBezTo>
                  <a:pt x="49196" y="579191"/>
                  <a:pt x="63547" y="593288"/>
                  <a:pt x="80692" y="593415"/>
                </a:cubicBezTo>
                <a:cubicBezTo>
                  <a:pt x="98853" y="593542"/>
                  <a:pt x="112061" y="580334"/>
                  <a:pt x="112188" y="562046"/>
                </a:cubicBezTo>
                <a:moveTo>
                  <a:pt x="787066" y="95448"/>
                </a:moveTo>
                <a:cubicBezTo>
                  <a:pt x="805354" y="95448"/>
                  <a:pt x="818943" y="82367"/>
                  <a:pt x="819070" y="64460"/>
                </a:cubicBezTo>
                <a:cubicBezTo>
                  <a:pt x="819070" y="47315"/>
                  <a:pt x="805354" y="32837"/>
                  <a:pt x="788463" y="32583"/>
                </a:cubicBezTo>
                <a:cubicBezTo>
                  <a:pt x="771318" y="32329"/>
                  <a:pt x="756332" y="46934"/>
                  <a:pt x="756205" y="64079"/>
                </a:cubicBezTo>
                <a:cubicBezTo>
                  <a:pt x="756078" y="81224"/>
                  <a:pt x="770048" y="95448"/>
                  <a:pt x="787066" y="95448"/>
                </a:cubicBezTo>
                <a:moveTo>
                  <a:pt x="386254" y="95448"/>
                </a:moveTo>
                <a:cubicBezTo>
                  <a:pt x="403653" y="95448"/>
                  <a:pt x="417369" y="81986"/>
                  <a:pt x="417496" y="64714"/>
                </a:cubicBezTo>
                <a:cubicBezTo>
                  <a:pt x="417623" y="47061"/>
                  <a:pt x="403526" y="32710"/>
                  <a:pt x="386254" y="32710"/>
                </a:cubicBezTo>
                <a:cubicBezTo>
                  <a:pt x="369490" y="32710"/>
                  <a:pt x="355012" y="47061"/>
                  <a:pt x="354758" y="63825"/>
                </a:cubicBezTo>
                <a:cubicBezTo>
                  <a:pt x="354504" y="81351"/>
                  <a:pt x="368474" y="95448"/>
                  <a:pt x="386254" y="95448"/>
                </a:cubicBezTo>
                <a:moveTo>
                  <a:pt x="321865" y="691586"/>
                </a:moveTo>
                <a:cubicBezTo>
                  <a:pt x="304593" y="691713"/>
                  <a:pt x="289734" y="706699"/>
                  <a:pt x="290242" y="723590"/>
                </a:cubicBezTo>
                <a:cubicBezTo>
                  <a:pt x="290750" y="740481"/>
                  <a:pt x="305228" y="754578"/>
                  <a:pt x="321992" y="754451"/>
                </a:cubicBezTo>
                <a:cubicBezTo>
                  <a:pt x="339772" y="754324"/>
                  <a:pt x="353361" y="740354"/>
                  <a:pt x="353107" y="722574"/>
                </a:cubicBezTo>
                <a:cubicBezTo>
                  <a:pt x="352853" y="705302"/>
                  <a:pt x="338883" y="691459"/>
                  <a:pt x="321865" y="691713"/>
                </a:cubicBezTo>
                <a:moveTo>
                  <a:pt x="594026" y="545282"/>
                </a:moveTo>
                <a:cubicBezTo>
                  <a:pt x="612314" y="545409"/>
                  <a:pt x="626284" y="532201"/>
                  <a:pt x="626538" y="514675"/>
                </a:cubicBezTo>
                <a:cubicBezTo>
                  <a:pt x="626792" y="497530"/>
                  <a:pt x="612314" y="482671"/>
                  <a:pt x="595169" y="482544"/>
                </a:cubicBezTo>
                <a:cubicBezTo>
                  <a:pt x="578278" y="482290"/>
                  <a:pt x="563927" y="496514"/>
                  <a:pt x="563800" y="513532"/>
                </a:cubicBezTo>
                <a:cubicBezTo>
                  <a:pt x="563546" y="531185"/>
                  <a:pt x="576881" y="545155"/>
                  <a:pt x="594026" y="545282"/>
                </a:cubicBezTo>
                <a:moveTo>
                  <a:pt x="321992" y="402661"/>
                </a:moveTo>
                <a:cubicBezTo>
                  <a:pt x="295068" y="402407"/>
                  <a:pt x="275129" y="421965"/>
                  <a:pt x="274748" y="448635"/>
                </a:cubicBezTo>
                <a:cubicBezTo>
                  <a:pt x="274494" y="476829"/>
                  <a:pt x="293671" y="496768"/>
                  <a:pt x="321484" y="497022"/>
                </a:cubicBezTo>
                <a:cubicBezTo>
                  <a:pt x="348281" y="497276"/>
                  <a:pt x="369109" y="477464"/>
                  <a:pt x="369363" y="451429"/>
                </a:cubicBezTo>
                <a:cubicBezTo>
                  <a:pt x="369617" y="422854"/>
                  <a:pt x="350186" y="402788"/>
                  <a:pt x="321992" y="402534"/>
                </a:cubicBezTo>
                <a:moveTo>
                  <a:pt x="804465" y="674822"/>
                </a:moveTo>
                <a:cubicBezTo>
                  <a:pt x="804338" y="701238"/>
                  <a:pt x="825293" y="722320"/>
                  <a:pt x="851836" y="722574"/>
                </a:cubicBezTo>
                <a:cubicBezTo>
                  <a:pt x="878379" y="722828"/>
                  <a:pt x="899080" y="702254"/>
                  <a:pt x="899588" y="675203"/>
                </a:cubicBezTo>
                <a:cubicBezTo>
                  <a:pt x="900096" y="648914"/>
                  <a:pt x="879141" y="627324"/>
                  <a:pt x="852725" y="626943"/>
                </a:cubicBezTo>
                <a:cubicBezTo>
                  <a:pt x="825928" y="626562"/>
                  <a:pt x="804592" y="647771"/>
                  <a:pt x="804592" y="674822"/>
                </a:cubicBezTo>
                <a:moveTo>
                  <a:pt x="80819" y="240101"/>
                </a:moveTo>
                <a:cubicBezTo>
                  <a:pt x="108251" y="240101"/>
                  <a:pt x="128571" y="219781"/>
                  <a:pt x="128571" y="192222"/>
                </a:cubicBezTo>
                <a:cubicBezTo>
                  <a:pt x="128571" y="166060"/>
                  <a:pt x="107997" y="145486"/>
                  <a:pt x="81581" y="145486"/>
                </a:cubicBezTo>
                <a:cubicBezTo>
                  <a:pt x="53895" y="145359"/>
                  <a:pt x="33702" y="165171"/>
                  <a:pt x="33448" y="192857"/>
                </a:cubicBezTo>
                <a:cubicBezTo>
                  <a:pt x="33194" y="219527"/>
                  <a:pt x="53768" y="240101"/>
                  <a:pt x="80819" y="240101"/>
                </a:cubicBezTo>
                <a:moveTo>
                  <a:pt x="547290" y="224734"/>
                </a:moveTo>
                <a:cubicBezTo>
                  <a:pt x="547163" y="251150"/>
                  <a:pt x="568245" y="272613"/>
                  <a:pt x="594534" y="272613"/>
                </a:cubicBezTo>
                <a:cubicBezTo>
                  <a:pt x="621204" y="272740"/>
                  <a:pt x="643048" y="251023"/>
                  <a:pt x="642794" y="224480"/>
                </a:cubicBezTo>
                <a:cubicBezTo>
                  <a:pt x="642540" y="198572"/>
                  <a:pt x="621585" y="177363"/>
                  <a:pt x="595804" y="176982"/>
                </a:cubicBezTo>
                <a:cubicBezTo>
                  <a:pt x="569134" y="176601"/>
                  <a:pt x="547417" y="197937"/>
                  <a:pt x="547290" y="224607"/>
                </a:cubicBezTo>
                <a:moveTo>
                  <a:pt x="279574" y="772231"/>
                </a:moveTo>
                <a:lnTo>
                  <a:pt x="189785" y="849701"/>
                </a:lnTo>
                <a:cubicBezTo>
                  <a:pt x="188134" y="851098"/>
                  <a:pt x="188261" y="856178"/>
                  <a:pt x="189277" y="858972"/>
                </a:cubicBezTo>
                <a:cubicBezTo>
                  <a:pt x="201469" y="890468"/>
                  <a:pt x="189150" y="924631"/>
                  <a:pt x="160194" y="941014"/>
                </a:cubicBezTo>
                <a:cubicBezTo>
                  <a:pt x="148510" y="947618"/>
                  <a:pt x="136191" y="945078"/>
                  <a:pt x="124126" y="945332"/>
                </a:cubicBezTo>
                <a:cubicBezTo>
                  <a:pt x="95678" y="945713"/>
                  <a:pt x="71802" y="926536"/>
                  <a:pt x="66087" y="898850"/>
                </a:cubicBezTo>
                <a:cubicBezTo>
                  <a:pt x="60753" y="873196"/>
                  <a:pt x="67738" y="850971"/>
                  <a:pt x="88058" y="834207"/>
                </a:cubicBezTo>
                <a:cubicBezTo>
                  <a:pt x="109013" y="816935"/>
                  <a:pt x="132508" y="814776"/>
                  <a:pt x="157273" y="825444"/>
                </a:cubicBezTo>
                <a:lnTo>
                  <a:pt x="160575" y="827095"/>
                </a:lnTo>
                <a:cubicBezTo>
                  <a:pt x="179117" y="814522"/>
                  <a:pt x="195500" y="800679"/>
                  <a:pt x="211756" y="786709"/>
                </a:cubicBezTo>
                <a:lnTo>
                  <a:pt x="255317" y="749371"/>
                </a:lnTo>
                <a:cubicBezTo>
                  <a:pt x="259381" y="745942"/>
                  <a:pt x="260016" y="743021"/>
                  <a:pt x="258873" y="737687"/>
                </a:cubicBezTo>
                <a:cubicBezTo>
                  <a:pt x="252015" y="705556"/>
                  <a:pt x="268144" y="675838"/>
                  <a:pt x="298497" y="662630"/>
                </a:cubicBezTo>
                <a:lnTo>
                  <a:pt x="304847" y="657931"/>
                </a:lnTo>
                <a:cubicBezTo>
                  <a:pt x="305228" y="613862"/>
                  <a:pt x="305101" y="572206"/>
                  <a:pt x="305101" y="531439"/>
                </a:cubicBezTo>
                <a:lnTo>
                  <a:pt x="273732" y="515056"/>
                </a:lnTo>
                <a:cubicBezTo>
                  <a:pt x="264588" y="508198"/>
                  <a:pt x="257476" y="498673"/>
                  <a:pt x="248713" y="489529"/>
                </a:cubicBezTo>
                <a:lnTo>
                  <a:pt x="157146" y="535376"/>
                </a:lnTo>
                <a:cubicBezTo>
                  <a:pt x="154352" y="536773"/>
                  <a:pt x="151812" y="538551"/>
                  <a:pt x="148891" y="539440"/>
                </a:cubicBezTo>
                <a:lnTo>
                  <a:pt x="143176" y="543631"/>
                </a:lnTo>
                <a:cubicBezTo>
                  <a:pt x="151558" y="584398"/>
                  <a:pt x="130857" y="617037"/>
                  <a:pt x="95424" y="625673"/>
                </a:cubicBezTo>
                <a:cubicBezTo>
                  <a:pt x="61769" y="633928"/>
                  <a:pt x="26082" y="612084"/>
                  <a:pt x="17954" y="578175"/>
                </a:cubicBezTo>
                <a:cubicBezTo>
                  <a:pt x="9572" y="542742"/>
                  <a:pt x="32051" y="506547"/>
                  <a:pt x="66976" y="499181"/>
                </a:cubicBezTo>
                <a:cubicBezTo>
                  <a:pt x="86280" y="495117"/>
                  <a:pt x="103425" y="499435"/>
                  <a:pt x="119554" y="510230"/>
                </a:cubicBezTo>
                <a:lnTo>
                  <a:pt x="127047" y="512516"/>
                </a:lnTo>
                <a:cubicBezTo>
                  <a:pt x="165020" y="493974"/>
                  <a:pt x="200072" y="476067"/>
                  <a:pt x="235378" y="458668"/>
                </a:cubicBezTo>
                <a:lnTo>
                  <a:pt x="241601" y="454985"/>
                </a:lnTo>
                <a:cubicBezTo>
                  <a:pt x="240585" y="434157"/>
                  <a:pt x="245538" y="419679"/>
                  <a:pt x="254047" y="405201"/>
                </a:cubicBezTo>
                <a:lnTo>
                  <a:pt x="229282" y="377134"/>
                </a:lnTo>
                <a:cubicBezTo>
                  <a:pt x="196516" y="340685"/>
                  <a:pt x="163623" y="304236"/>
                  <a:pt x="131111" y="267660"/>
                </a:cubicBezTo>
                <a:lnTo>
                  <a:pt x="123364" y="262453"/>
                </a:lnTo>
                <a:cubicBezTo>
                  <a:pt x="87423" y="278836"/>
                  <a:pt x="58467" y="277058"/>
                  <a:pt x="31797" y="257246"/>
                </a:cubicBezTo>
                <a:cubicBezTo>
                  <a:pt x="5127" y="237434"/>
                  <a:pt x="-4017" y="209494"/>
                  <a:pt x="1571" y="177871"/>
                </a:cubicBezTo>
                <a:cubicBezTo>
                  <a:pt x="7286" y="145486"/>
                  <a:pt x="27352" y="124023"/>
                  <a:pt x="59356" y="114752"/>
                </a:cubicBezTo>
                <a:cubicBezTo>
                  <a:pt x="90217" y="105862"/>
                  <a:pt x="124761" y="117038"/>
                  <a:pt x="144192" y="141676"/>
                </a:cubicBezTo>
                <a:cubicBezTo>
                  <a:pt x="164639" y="167584"/>
                  <a:pt x="167814" y="203398"/>
                  <a:pt x="152193" y="231973"/>
                </a:cubicBezTo>
                <a:lnTo>
                  <a:pt x="150034" y="235656"/>
                </a:lnTo>
                <a:cubicBezTo>
                  <a:pt x="191817" y="285694"/>
                  <a:pt x="234743" y="333319"/>
                  <a:pt x="275256" y="378404"/>
                </a:cubicBezTo>
                <a:cubicBezTo>
                  <a:pt x="292782" y="375102"/>
                  <a:pt x="307895" y="370022"/>
                  <a:pt x="323135" y="369641"/>
                </a:cubicBezTo>
                <a:cubicBezTo>
                  <a:pt x="360854" y="368752"/>
                  <a:pt x="391969" y="394152"/>
                  <a:pt x="400605" y="430982"/>
                </a:cubicBezTo>
                <a:lnTo>
                  <a:pt x="403653" y="437459"/>
                </a:lnTo>
                <a:cubicBezTo>
                  <a:pt x="451278" y="450286"/>
                  <a:pt x="494458" y="462351"/>
                  <a:pt x="537765" y="473908"/>
                </a:cubicBezTo>
                <a:lnTo>
                  <a:pt x="543861" y="472892"/>
                </a:lnTo>
                <a:cubicBezTo>
                  <a:pt x="555291" y="465526"/>
                  <a:pt x="564054" y="459557"/>
                  <a:pt x="572690" y="453207"/>
                </a:cubicBezTo>
                <a:lnTo>
                  <a:pt x="578151" y="448127"/>
                </a:lnTo>
                <a:cubicBezTo>
                  <a:pt x="578532" y="400502"/>
                  <a:pt x="578532" y="355417"/>
                  <a:pt x="578151" y="310332"/>
                </a:cubicBezTo>
                <a:lnTo>
                  <a:pt x="574849" y="303728"/>
                </a:lnTo>
                <a:cubicBezTo>
                  <a:pt x="535606" y="293187"/>
                  <a:pt x="507031" y="253944"/>
                  <a:pt x="515540" y="210637"/>
                </a:cubicBezTo>
                <a:lnTo>
                  <a:pt x="515286" y="201112"/>
                </a:lnTo>
                <a:cubicBezTo>
                  <a:pt x="495474" y="184729"/>
                  <a:pt x="480615" y="171902"/>
                  <a:pt x="465629" y="158948"/>
                </a:cubicBezTo>
                <a:lnTo>
                  <a:pt x="420163" y="119959"/>
                </a:lnTo>
                <a:cubicBezTo>
                  <a:pt x="402383" y="129484"/>
                  <a:pt x="383841" y="132151"/>
                  <a:pt x="364410" y="125293"/>
                </a:cubicBezTo>
                <a:cubicBezTo>
                  <a:pt x="349932" y="120086"/>
                  <a:pt x="338756" y="110815"/>
                  <a:pt x="330755" y="97861"/>
                </a:cubicBezTo>
                <a:cubicBezTo>
                  <a:pt x="315134" y="72842"/>
                  <a:pt x="319452" y="40965"/>
                  <a:pt x="339899" y="18740"/>
                </a:cubicBezTo>
                <a:cubicBezTo>
                  <a:pt x="359457" y="-2469"/>
                  <a:pt x="399208" y="-3993"/>
                  <a:pt x="419401" y="8580"/>
                </a:cubicBezTo>
                <a:cubicBezTo>
                  <a:pt x="448865" y="26868"/>
                  <a:pt x="457247" y="55697"/>
                  <a:pt x="443785" y="96210"/>
                </a:cubicBezTo>
                <a:lnTo>
                  <a:pt x="532812" y="172537"/>
                </a:lnTo>
                <a:cubicBezTo>
                  <a:pt x="548179" y="155265"/>
                  <a:pt x="567229" y="145486"/>
                  <a:pt x="589835" y="144216"/>
                </a:cubicBezTo>
                <a:cubicBezTo>
                  <a:pt x="612187" y="142946"/>
                  <a:pt x="632380" y="149677"/>
                  <a:pt x="649906" y="165044"/>
                </a:cubicBezTo>
                <a:lnTo>
                  <a:pt x="715311" y="109545"/>
                </a:lnTo>
                <a:cubicBezTo>
                  <a:pt x="725852" y="101163"/>
                  <a:pt x="729916" y="94686"/>
                  <a:pt x="725344" y="79700"/>
                </a:cubicBezTo>
                <a:cubicBezTo>
                  <a:pt x="715692" y="48077"/>
                  <a:pt x="733218" y="15184"/>
                  <a:pt x="764079" y="4389"/>
                </a:cubicBezTo>
                <a:cubicBezTo>
                  <a:pt x="788336" y="-4120"/>
                  <a:pt x="814752" y="-691"/>
                  <a:pt x="833421" y="18486"/>
                </a:cubicBezTo>
                <a:cubicBezTo>
                  <a:pt x="852090" y="37663"/>
                  <a:pt x="857678" y="64968"/>
                  <a:pt x="847391" y="89225"/>
                </a:cubicBezTo>
                <a:cubicBezTo>
                  <a:pt x="837104" y="113482"/>
                  <a:pt x="813863" y="129738"/>
                  <a:pt x="788209" y="128722"/>
                </a:cubicBezTo>
                <a:lnTo>
                  <a:pt x="758745" y="122626"/>
                </a:lnTo>
                <a:cubicBezTo>
                  <a:pt x="755951" y="122118"/>
                  <a:pt x="751887" y="121991"/>
                  <a:pt x="749982" y="123515"/>
                </a:cubicBezTo>
                <a:lnTo>
                  <a:pt x="669337" y="192222"/>
                </a:lnTo>
                <a:cubicBezTo>
                  <a:pt x="677973" y="215717"/>
                  <a:pt x="678481" y="239212"/>
                  <a:pt x="667051" y="261818"/>
                </a:cubicBezTo>
                <a:cubicBezTo>
                  <a:pt x="655621" y="284678"/>
                  <a:pt x="636444" y="298267"/>
                  <a:pt x="611552" y="304617"/>
                </a:cubicBezTo>
                <a:lnTo>
                  <a:pt x="611298" y="426156"/>
                </a:lnTo>
                <a:cubicBezTo>
                  <a:pt x="611044" y="441396"/>
                  <a:pt x="611806" y="452318"/>
                  <a:pt x="629078" y="460319"/>
                </a:cubicBezTo>
                <a:cubicBezTo>
                  <a:pt x="649906" y="469844"/>
                  <a:pt x="658669" y="490545"/>
                  <a:pt x="659685" y="513659"/>
                </a:cubicBezTo>
                <a:lnTo>
                  <a:pt x="661082" y="521406"/>
                </a:lnTo>
                <a:cubicBezTo>
                  <a:pt x="710485" y="551378"/>
                  <a:pt x="757729" y="579699"/>
                  <a:pt x="804719" y="607893"/>
                </a:cubicBezTo>
                <a:cubicBezTo>
                  <a:pt x="845613" y="582239"/>
                  <a:pt x="891206" y="593796"/>
                  <a:pt x="915463" y="624657"/>
                </a:cubicBezTo>
                <a:cubicBezTo>
                  <a:pt x="939085" y="654629"/>
                  <a:pt x="937561" y="700984"/>
                  <a:pt x="912288" y="728670"/>
                </a:cubicBezTo>
                <a:cubicBezTo>
                  <a:pt x="884348" y="759277"/>
                  <a:pt x="840152" y="764865"/>
                  <a:pt x="805735" y="741878"/>
                </a:cubicBezTo>
                <a:cubicBezTo>
                  <a:pt x="775890" y="721939"/>
                  <a:pt x="757729" y="678251"/>
                  <a:pt x="781478" y="632912"/>
                </a:cubicBezTo>
                <a:lnTo>
                  <a:pt x="648001" y="552648"/>
                </a:lnTo>
                <a:cubicBezTo>
                  <a:pt x="626665" y="576905"/>
                  <a:pt x="600757" y="586430"/>
                  <a:pt x="570277" y="573857"/>
                </a:cubicBezTo>
                <a:cubicBezTo>
                  <a:pt x="541448" y="561919"/>
                  <a:pt x="529256" y="538297"/>
                  <a:pt x="530018" y="506674"/>
                </a:cubicBezTo>
                <a:lnTo>
                  <a:pt x="403399" y="472003"/>
                </a:lnTo>
                <a:cubicBezTo>
                  <a:pt x="394382" y="484957"/>
                  <a:pt x="387524" y="498800"/>
                  <a:pt x="376983" y="508833"/>
                </a:cubicBezTo>
                <a:cubicBezTo>
                  <a:pt x="366696" y="518612"/>
                  <a:pt x="352599" y="524454"/>
                  <a:pt x="338248" y="533217"/>
                </a:cubicBezTo>
                <a:lnTo>
                  <a:pt x="338248" y="619577"/>
                </a:lnTo>
                <a:cubicBezTo>
                  <a:pt x="338248" y="630372"/>
                  <a:pt x="338502" y="641167"/>
                  <a:pt x="338121" y="651962"/>
                </a:cubicBezTo>
                <a:lnTo>
                  <a:pt x="339264" y="660344"/>
                </a:lnTo>
                <a:cubicBezTo>
                  <a:pt x="376602" y="675330"/>
                  <a:pt x="391842" y="705683"/>
                  <a:pt x="384730" y="739084"/>
                </a:cubicBezTo>
                <a:lnTo>
                  <a:pt x="385746" y="746323"/>
                </a:lnTo>
                <a:cubicBezTo>
                  <a:pt x="416480" y="773120"/>
                  <a:pt x="445309" y="797758"/>
                  <a:pt x="474011" y="822523"/>
                </a:cubicBezTo>
                <a:lnTo>
                  <a:pt x="482266" y="827476"/>
                </a:lnTo>
                <a:cubicBezTo>
                  <a:pt x="520874" y="809823"/>
                  <a:pt x="558974" y="824555"/>
                  <a:pt x="573706" y="857067"/>
                </a:cubicBezTo>
                <a:cubicBezTo>
                  <a:pt x="588311" y="889198"/>
                  <a:pt x="574468" y="927298"/>
                  <a:pt x="542083" y="941903"/>
                </a:cubicBezTo>
                <a:lnTo>
                  <a:pt x="525954" y="944443"/>
                </a:lnTo>
                <a:cubicBezTo>
                  <a:pt x="499284" y="946983"/>
                  <a:pt x="482647" y="944189"/>
                  <a:pt x="468804" y="929838"/>
                </a:cubicBezTo>
                <a:cubicBezTo>
                  <a:pt x="452802" y="913201"/>
                  <a:pt x="442261" y="885388"/>
                  <a:pt x="457374" y="852114"/>
                </a:cubicBezTo>
                <a:lnTo>
                  <a:pt x="364537" y="772485"/>
                </a:lnTo>
                <a:cubicBezTo>
                  <a:pt x="351837" y="781375"/>
                  <a:pt x="338248" y="788106"/>
                  <a:pt x="322246" y="787979"/>
                </a:cubicBezTo>
                <a:cubicBezTo>
                  <a:pt x="306244" y="787852"/>
                  <a:pt x="292147" y="782518"/>
                  <a:pt x="279447" y="772231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6" name="Google Shape;756;p18"/>
          <p:cNvGrpSpPr/>
          <p:nvPr/>
        </p:nvGrpSpPr>
        <p:grpSpPr>
          <a:xfrm>
            <a:off x="138506" y="9307774"/>
            <a:ext cx="801318" cy="443295"/>
            <a:chOff x="63500" y="63500"/>
            <a:chExt cx="1508506" cy="834517"/>
          </a:xfrm>
        </p:grpSpPr>
        <p:sp>
          <p:nvSpPr>
            <p:cNvPr id="757" name="Google Shape;757;p18"/>
            <p:cNvSpPr/>
            <p:nvPr/>
          </p:nvSpPr>
          <p:spPr>
            <a:xfrm>
              <a:off x="63500" y="63500"/>
              <a:ext cx="1508506" cy="834517"/>
            </a:xfrm>
            <a:custGeom>
              <a:rect b="b" l="l" r="r" t="t"/>
              <a:pathLst>
                <a:path extrusionOk="0" h="834517" w="1508506">
                  <a:moveTo>
                    <a:pt x="754253" y="30988"/>
                  </a:moveTo>
                  <a:cubicBezTo>
                    <a:pt x="355473" y="30988"/>
                    <a:pt x="30988" y="204216"/>
                    <a:pt x="30988" y="417195"/>
                  </a:cubicBezTo>
                  <a:cubicBezTo>
                    <a:pt x="30988" y="630174"/>
                    <a:pt x="355473" y="803402"/>
                    <a:pt x="754253" y="803402"/>
                  </a:cubicBezTo>
                  <a:cubicBezTo>
                    <a:pt x="1153033" y="803402"/>
                    <a:pt x="1477518" y="630174"/>
                    <a:pt x="1477518" y="417195"/>
                  </a:cubicBezTo>
                  <a:cubicBezTo>
                    <a:pt x="1477518" y="204216"/>
                    <a:pt x="1153033" y="30988"/>
                    <a:pt x="754253" y="30988"/>
                  </a:cubicBezTo>
                  <a:moveTo>
                    <a:pt x="754253" y="834390"/>
                  </a:moveTo>
                  <a:cubicBezTo>
                    <a:pt x="338328" y="834517"/>
                    <a:pt x="0" y="647319"/>
                    <a:pt x="0" y="417195"/>
                  </a:cubicBezTo>
                  <a:cubicBezTo>
                    <a:pt x="0" y="187071"/>
                    <a:pt x="338328" y="0"/>
                    <a:pt x="754253" y="0"/>
                  </a:cubicBezTo>
                  <a:cubicBezTo>
                    <a:pt x="1170178" y="0"/>
                    <a:pt x="1508506" y="187198"/>
                    <a:pt x="1508506" y="417195"/>
                  </a:cubicBezTo>
                  <a:cubicBezTo>
                    <a:pt x="1508506" y="647192"/>
                    <a:pt x="1170178" y="834517"/>
                    <a:pt x="754253" y="8345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18"/>
            <p:cNvSpPr/>
            <p:nvPr/>
          </p:nvSpPr>
          <p:spPr>
            <a:xfrm>
              <a:off x="309372" y="287274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18"/>
            <p:cNvSpPr/>
            <p:nvPr/>
          </p:nvSpPr>
          <p:spPr>
            <a:xfrm>
              <a:off x="515239" y="642112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18"/>
            <p:cNvSpPr/>
            <p:nvPr/>
          </p:nvSpPr>
          <p:spPr>
            <a:xfrm>
              <a:off x="372745" y="561467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18"/>
            <p:cNvSpPr/>
            <p:nvPr/>
          </p:nvSpPr>
          <p:spPr>
            <a:xfrm>
              <a:off x="453390" y="39331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18"/>
            <p:cNvSpPr/>
            <p:nvPr/>
          </p:nvSpPr>
          <p:spPr>
            <a:xfrm>
              <a:off x="957580" y="325755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18"/>
            <p:cNvSpPr/>
            <p:nvPr/>
          </p:nvSpPr>
          <p:spPr>
            <a:xfrm>
              <a:off x="850392" y="727202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18"/>
            <p:cNvSpPr/>
            <p:nvPr/>
          </p:nvSpPr>
          <p:spPr>
            <a:xfrm>
              <a:off x="217170" y="451358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18"/>
            <p:cNvSpPr/>
            <p:nvPr/>
          </p:nvSpPr>
          <p:spPr>
            <a:xfrm>
              <a:off x="618490" y="302006"/>
              <a:ext cx="35052" cy="34798"/>
            </a:xfrm>
            <a:custGeom>
              <a:rect b="b" l="l" r="r" t="t"/>
              <a:pathLst>
                <a:path extrusionOk="0" h="34798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747"/>
                  </a:lnTo>
                  <a:cubicBezTo>
                    <a:pt x="0" y="27051"/>
                    <a:pt x="7874" y="34798"/>
                    <a:pt x="17526" y="34798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18"/>
            <p:cNvSpPr/>
            <p:nvPr/>
          </p:nvSpPr>
          <p:spPr>
            <a:xfrm>
              <a:off x="1103122" y="708914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18"/>
            <p:cNvSpPr/>
            <p:nvPr/>
          </p:nvSpPr>
          <p:spPr>
            <a:xfrm>
              <a:off x="845947" y="435483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127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18"/>
            <p:cNvSpPr/>
            <p:nvPr/>
          </p:nvSpPr>
          <p:spPr>
            <a:xfrm>
              <a:off x="1069594" y="284734"/>
              <a:ext cx="35052" cy="34798"/>
            </a:xfrm>
            <a:custGeom>
              <a:rect b="b" l="l" r="r" t="t"/>
              <a:pathLst>
                <a:path extrusionOk="0" h="34798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747"/>
                  </a:lnTo>
                  <a:cubicBezTo>
                    <a:pt x="0" y="27051"/>
                    <a:pt x="7874" y="34798"/>
                    <a:pt x="17526" y="34798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18"/>
            <p:cNvSpPr/>
            <p:nvPr/>
          </p:nvSpPr>
          <p:spPr>
            <a:xfrm>
              <a:off x="615950" y="758190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18"/>
            <p:cNvSpPr/>
            <p:nvPr/>
          </p:nvSpPr>
          <p:spPr>
            <a:xfrm>
              <a:off x="930148" y="19392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18"/>
            <p:cNvSpPr/>
            <p:nvPr/>
          </p:nvSpPr>
          <p:spPr>
            <a:xfrm>
              <a:off x="1380236" y="346964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18"/>
            <p:cNvSpPr/>
            <p:nvPr/>
          </p:nvSpPr>
          <p:spPr>
            <a:xfrm>
              <a:off x="1293622" y="603377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18"/>
            <p:cNvSpPr/>
            <p:nvPr/>
          </p:nvSpPr>
          <p:spPr>
            <a:xfrm>
              <a:off x="691261" y="174498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18"/>
            <p:cNvSpPr/>
            <p:nvPr/>
          </p:nvSpPr>
          <p:spPr>
            <a:xfrm>
              <a:off x="1224153" y="416433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18"/>
            <p:cNvSpPr/>
            <p:nvPr/>
          </p:nvSpPr>
          <p:spPr>
            <a:xfrm>
              <a:off x="276733" y="615696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18"/>
            <p:cNvSpPr/>
            <p:nvPr/>
          </p:nvSpPr>
          <p:spPr>
            <a:xfrm>
              <a:off x="995299" y="455295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18"/>
            <p:cNvSpPr/>
            <p:nvPr/>
          </p:nvSpPr>
          <p:spPr>
            <a:xfrm>
              <a:off x="701421" y="568579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18"/>
            <p:cNvSpPr/>
            <p:nvPr/>
          </p:nvSpPr>
          <p:spPr>
            <a:xfrm>
              <a:off x="740029" y="366141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18"/>
            <p:cNvSpPr/>
            <p:nvPr/>
          </p:nvSpPr>
          <p:spPr>
            <a:xfrm>
              <a:off x="517525" y="16979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18"/>
            <p:cNvSpPr/>
            <p:nvPr/>
          </p:nvSpPr>
          <p:spPr>
            <a:xfrm>
              <a:off x="600075" y="435991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18"/>
            <p:cNvSpPr/>
            <p:nvPr/>
          </p:nvSpPr>
          <p:spPr>
            <a:xfrm>
              <a:off x="884809" y="609981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18"/>
            <p:cNvSpPr/>
            <p:nvPr/>
          </p:nvSpPr>
          <p:spPr>
            <a:xfrm>
              <a:off x="1108710" y="605028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18"/>
            <p:cNvSpPr/>
            <p:nvPr/>
          </p:nvSpPr>
          <p:spPr>
            <a:xfrm>
              <a:off x="1383157" y="511048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18"/>
            <p:cNvSpPr/>
            <p:nvPr/>
          </p:nvSpPr>
          <p:spPr>
            <a:xfrm>
              <a:off x="1134237" y="508381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18"/>
            <p:cNvSpPr/>
            <p:nvPr/>
          </p:nvSpPr>
          <p:spPr>
            <a:xfrm>
              <a:off x="1224407" y="237744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6" name="Google Shape;786;p18"/>
          <p:cNvGrpSpPr/>
          <p:nvPr/>
        </p:nvGrpSpPr>
        <p:grpSpPr>
          <a:xfrm>
            <a:off x="198554" y="3255792"/>
            <a:ext cx="678939" cy="675634"/>
            <a:chOff x="63500" y="63500"/>
            <a:chExt cx="1043559" cy="1038479"/>
          </a:xfrm>
        </p:grpSpPr>
        <p:sp>
          <p:nvSpPr>
            <p:cNvPr id="787" name="Google Shape;787;p18"/>
            <p:cNvSpPr/>
            <p:nvPr/>
          </p:nvSpPr>
          <p:spPr>
            <a:xfrm>
              <a:off x="66929" y="144399"/>
              <a:ext cx="242316" cy="611378"/>
            </a:xfrm>
            <a:custGeom>
              <a:rect b="b" l="l" r="r" t="t"/>
              <a:pathLst>
                <a:path extrusionOk="0" h="611378" w="242316">
                  <a:moveTo>
                    <a:pt x="225044" y="611378"/>
                  </a:moveTo>
                  <a:lnTo>
                    <a:pt x="178308" y="611378"/>
                  </a:lnTo>
                  <a:cubicBezTo>
                    <a:pt x="78359" y="611378"/>
                    <a:pt x="0" y="535305"/>
                    <a:pt x="0" y="438277"/>
                  </a:cubicBezTo>
                  <a:cubicBezTo>
                    <a:pt x="0" y="350520"/>
                    <a:pt x="63246" y="276733"/>
                    <a:pt x="148717" y="262509"/>
                  </a:cubicBezTo>
                  <a:cubicBezTo>
                    <a:pt x="138049" y="234061"/>
                    <a:pt x="132588" y="203962"/>
                    <a:pt x="132588" y="173101"/>
                  </a:cubicBezTo>
                  <a:cubicBezTo>
                    <a:pt x="132588" y="112649"/>
                    <a:pt x="154305" y="53975"/>
                    <a:pt x="193675" y="8001"/>
                  </a:cubicBezTo>
                  <a:lnTo>
                    <a:pt x="210820" y="0"/>
                  </a:lnTo>
                  <a:cubicBezTo>
                    <a:pt x="225298" y="12446"/>
                    <a:pt x="226187" y="23241"/>
                    <a:pt x="219964" y="30607"/>
                  </a:cubicBezTo>
                  <a:cubicBezTo>
                    <a:pt x="185928" y="70358"/>
                    <a:pt x="167259" y="121031"/>
                    <a:pt x="167259" y="173228"/>
                  </a:cubicBezTo>
                  <a:cubicBezTo>
                    <a:pt x="167259" y="202819"/>
                    <a:pt x="172974" y="231521"/>
                    <a:pt x="184404" y="258572"/>
                  </a:cubicBezTo>
                  <a:lnTo>
                    <a:pt x="189357" y="270256"/>
                  </a:lnTo>
                  <a:cubicBezTo>
                    <a:pt x="191516" y="275336"/>
                    <a:pt x="191135" y="281051"/>
                    <a:pt x="188341" y="285750"/>
                  </a:cubicBezTo>
                  <a:lnTo>
                    <a:pt x="180721" y="293624"/>
                  </a:lnTo>
                  <a:lnTo>
                    <a:pt x="162687" y="295656"/>
                  </a:lnTo>
                  <a:cubicBezTo>
                    <a:pt x="89662" y="303403"/>
                    <a:pt x="34671" y="364871"/>
                    <a:pt x="34671" y="438277"/>
                  </a:cubicBezTo>
                  <a:cubicBezTo>
                    <a:pt x="34671" y="515874"/>
                    <a:pt x="97790" y="576707"/>
                    <a:pt x="178308" y="576707"/>
                  </a:cubicBezTo>
                  <a:lnTo>
                    <a:pt x="225044" y="576707"/>
                  </a:lnTo>
                  <a:cubicBezTo>
                    <a:pt x="234569" y="576707"/>
                    <a:pt x="242316" y="584454"/>
                    <a:pt x="242316" y="593979"/>
                  </a:cubicBezTo>
                  <a:lnTo>
                    <a:pt x="234569" y="611251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8"/>
            <p:cNvSpPr/>
            <p:nvPr/>
          </p:nvSpPr>
          <p:spPr>
            <a:xfrm>
              <a:off x="370797" y="63500"/>
              <a:ext cx="734484" cy="692277"/>
            </a:xfrm>
            <a:custGeom>
              <a:rect b="b" l="l" r="r" t="t"/>
              <a:pathLst>
                <a:path extrusionOk="0" h="692277" w="734484">
                  <a:moveTo>
                    <a:pt x="594149" y="692277"/>
                  </a:moveTo>
                  <a:lnTo>
                    <a:pt x="509567" y="692277"/>
                  </a:lnTo>
                  <a:cubicBezTo>
                    <a:pt x="500042" y="692277"/>
                    <a:pt x="492295" y="684530"/>
                    <a:pt x="492295" y="675005"/>
                  </a:cubicBezTo>
                  <a:lnTo>
                    <a:pt x="500042" y="657733"/>
                  </a:lnTo>
                  <a:lnTo>
                    <a:pt x="594149" y="657733"/>
                  </a:lnTo>
                  <a:cubicBezTo>
                    <a:pt x="654474" y="657733"/>
                    <a:pt x="699940" y="614426"/>
                    <a:pt x="699940" y="557149"/>
                  </a:cubicBezTo>
                  <a:cubicBezTo>
                    <a:pt x="699940" y="499872"/>
                    <a:pt x="654982" y="453517"/>
                    <a:pt x="597705" y="451612"/>
                  </a:cubicBezTo>
                  <a:lnTo>
                    <a:pt x="584370" y="451231"/>
                  </a:lnTo>
                  <a:cubicBezTo>
                    <a:pt x="578782" y="451104"/>
                    <a:pt x="573575" y="448183"/>
                    <a:pt x="570527" y="443484"/>
                  </a:cubicBezTo>
                  <a:lnTo>
                    <a:pt x="566844" y="432816"/>
                  </a:lnTo>
                  <a:lnTo>
                    <a:pt x="573829" y="415036"/>
                  </a:lnTo>
                  <a:cubicBezTo>
                    <a:pt x="582211" y="393700"/>
                    <a:pt x="586402" y="371348"/>
                    <a:pt x="586402" y="348869"/>
                  </a:cubicBezTo>
                  <a:cubicBezTo>
                    <a:pt x="586402" y="248793"/>
                    <a:pt x="504868" y="167259"/>
                    <a:pt x="404792" y="167259"/>
                  </a:cubicBezTo>
                  <a:cubicBezTo>
                    <a:pt x="376471" y="167259"/>
                    <a:pt x="349039" y="173736"/>
                    <a:pt x="323385" y="186690"/>
                  </a:cubicBezTo>
                  <a:lnTo>
                    <a:pt x="314368" y="191262"/>
                  </a:lnTo>
                  <a:lnTo>
                    <a:pt x="304970" y="193675"/>
                  </a:lnTo>
                  <a:cubicBezTo>
                    <a:pt x="295953" y="190246"/>
                    <a:pt x="292270" y="186690"/>
                    <a:pt x="290492" y="182245"/>
                  </a:cubicBezTo>
                  <a:lnTo>
                    <a:pt x="286682" y="172593"/>
                  </a:lnTo>
                  <a:cubicBezTo>
                    <a:pt x="252900" y="88773"/>
                    <a:pt x="172890" y="34671"/>
                    <a:pt x="82720" y="34671"/>
                  </a:cubicBezTo>
                  <a:cubicBezTo>
                    <a:pt x="61638" y="34671"/>
                    <a:pt x="40937" y="37592"/>
                    <a:pt x="20998" y="43434"/>
                  </a:cubicBezTo>
                  <a:lnTo>
                    <a:pt x="2202" y="40894"/>
                  </a:lnTo>
                  <a:cubicBezTo>
                    <a:pt x="-3259" y="22606"/>
                    <a:pt x="2075" y="12954"/>
                    <a:pt x="11219" y="10287"/>
                  </a:cubicBezTo>
                  <a:cubicBezTo>
                    <a:pt x="34333" y="3429"/>
                    <a:pt x="58336" y="0"/>
                    <a:pt x="82720" y="0"/>
                  </a:cubicBezTo>
                  <a:cubicBezTo>
                    <a:pt x="184320" y="0"/>
                    <a:pt x="274744" y="59436"/>
                    <a:pt x="315257" y="152019"/>
                  </a:cubicBezTo>
                  <a:cubicBezTo>
                    <a:pt x="343705" y="139065"/>
                    <a:pt x="373677" y="132461"/>
                    <a:pt x="404665" y="132461"/>
                  </a:cubicBezTo>
                  <a:cubicBezTo>
                    <a:pt x="523918" y="132461"/>
                    <a:pt x="620819" y="229489"/>
                    <a:pt x="620819" y="348615"/>
                  </a:cubicBezTo>
                  <a:cubicBezTo>
                    <a:pt x="620819" y="371983"/>
                    <a:pt x="617009" y="395097"/>
                    <a:pt x="609389" y="417449"/>
                  </a:cubicBezTo>
                  <a:cubicBezTo>
                    <a:pt x="680382" y="425069"/>
                    <a:pt x="734484" y="484378"/>
                    <a:pt x="734484" y="556895"/>
                  </a:cubicBezTo>
                  <a:cubicBezTo>
                    <a:pt x="734484" y="632714"/>
                    <a:pt x="672762" y="692150"/>
                    <a:pt x="594022" y="692150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8"/>
            <p:cNvSpPr/>
            <p:nvPr/>
          </p:nvSpPr>
          <p:spPr>
            <a:xfrm>
              <a:off x="414528" y="998093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18"/>
            <p:cNvSpPr/>
            <p:nvPr/>
          </p:nvSpPr>
          <p:spPr>
            <a:xfrm>
              <a:off x="414528" y="790448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18"/>
            <p:cNvSpPr/>
            <p:nvPr/>
          </p:nvSpPr>
          <p:spPr>
            <a:xfrm>
              <a:off x="414528" y="582803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8"/>
            <p:cNvSpPr/>
            <p:nvPr/>
          </p:nvSpPr>
          <p:spPr>
            <a:xfrm>
              <a:off x="343916" y="928878"/>
              <a:ext cx="484505" cy="173101"/>
            </a:xfrm>
            <a:custGeom>
              <a:rect b="b" l="l" r="r" t="t"/>
              <a:pathLst>
                <a:path extrusionOk="0" h="173101" w="484505">
                  <a:moveTo>
                    <a:pt x="34544" y="138430"/>
                  </a:moveTo>
                  <a:lnTo>
                    <a:pt x="449834" y="138430"/>
                  </a:lnTo>
                  <a:lnTo>
                    <a:pt x="449834" y="34544"/>
                  </a:lnTo>
                  <a:lnTo>
                    <a:pt x="34544" y="34544"/>
                  </a:lnTo>
                  <a:close/>
                  <a:moveTo>
                    <a:pt x="467233" y="173101"/>
                  </a:moveTo>
                  <a:lnTo>
                    <a:pt x="17272" y="173101"/>
                  </a:lnTo>
                  <a:cubicBezTo>
                    <a:pt x="7747" y="173101"/>
                    <a:pt x="0" y="165354"/>
                    <a:pt x="0" y="155829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8"/>
            <p:cNvSpPr/>
            <p:nvPr/>
          </p:nvSpPr>
          <p:spPr>
            <a:xfrm>
              <a:off x="343916" y="721233"/>
              <a:ext cx="484505" cy="172974"/>
            </a:xfrm>
            <a:custGeom>
              <a:rect b="b" l="l" r="r" t="t"/>
              <a:pathLst>
                <a:path extrusionOk="0" h="172974" w="484505">
                  <a:moveTo>
                    <a:pt x="34544" y="138303"/>
                  </a:moveTo>
                  <a:lnTo>
                    <a:pt x="449834" y="138303"/>
                  </a:lnTo>
                  <a:lnTo>
                    <a:pt x="449834" y="34544"/>
                  </a:lnTo>
                  <a:lnTo>
                    <a:pt x="34544" y="34544"/>
                  </a:lnTo>
                  <a:close/>
                  <a:moveTo>
                    <a:pt x="467233" y="172974"/>
                  </a:moveTo>
                  <a:lnTo>
                    <a:pt x="17272" y="172974"/>
                  </a:lnTo>
                  <a:cubicBezTo>
                    <a:pt x="7747" y="172974"/>
                    <a:pt x="0" y="165227"/>
                    <a:pt x="0" y="155702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18"/>
            <p:cNvSpPr/>
            <p:nvPr/>
          </p:nvSpPr>
          <p:spPr>
            <a:xfrm>
              <a:off x="343916" y="513461"/>
              <a:ext cx="484505" cy="173101"/>
            </a:xfrm>
            <a:custGeom>
              <a:rect b="b" l="l" r="r" t="t"/>
              <a:pathLst>
                <a:path extrusionOk="0" h="173101" w="484505">
                  <a:moveTo>
                    <a:pt x="34544" y="138430"/>
                  </a:moveTo>
                  <a:lnTo>
                    <a:pt x="449834" y="138430"/>
                  </a:lnTo>
                  <a:lnTo>
                    <a:pt x="449834" y="34671"/>
                  </a:lnTo>
                  <a:lnTo>
                    <a:pt x="34544" y="34671"/>
                  </a:lnTo>
                  <a:close/>
                  <a:moveTo>
                    <a:pt x="467233" y="173101"/>
                  </a:moveTo>
                  <a:lnTo>
                    <a:pt x="17272" y="173101"/>
                  </a:lnTo>
                  <a:cubicBezTo>
                    <a:pt x="7747" y="173101"/>
                    <a:pt x="0" y="165354"/>
                    <a:pt x="0" y="155829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18"/>
            <p:cNvSpPr/>
            <p:nvPr/>
          </p:nvSpPr>
          <p:spPr>
            <a:xfrm>
              <a:off x="170815" y="824992"/>
              <a:ext cx="138430" cy="207645"/>
            </a:xfrm>
            <a:custGeom>
              <a:rect b="b" l="l" r="r" t="t"/>
              <a:pathLst>
                <a:path extrusionOk="0" h="207645" w="138430">
                  <a:moveTo>
                    <a:pt x="51943" y="207645"/>
                  </a:moveTo>
                  <a:lnTo>
                    <a:pt x="17272" y="207645"/>
                  </a:lnTo>
                  <a:cubicBezTo>
                    <a:pt x="7747" y="207645"/>
                    <a:pt x="0" y="199898"/>
                    <a:pt x="0" y="190373"/>
                  </a:cubicBezTo>
                  <a:lnTo>
                    <a:pt x="7747" y="173101"/>
                  </a:lnTo>
                  <a:lnTo>
                    <a:pt x="51943" y="173101"/>
                  </a:lnTo>
                  <a:cubicBezTo>
                    <a:pt x="80518" y="173101"/>
                    <a:pt x="103886" y="149860"/>
                    <a:pt x="103886" y="121158"/>
                  </a:cubicBezTo>
                  <a:lnTo>
                    <a:pt x="103886" y="17272"/>
                  </a:lnTo>
                  <a:cubicBezTo>
                    <a:pt x="103886" y="7747"/>
                    <a:pt x="111633" y="0"/>
                    <a:pt x="121158" y="0"/>
                  </a:cubicBezTo>
                  <a:lnTo>
                    <a:pt x="138430" y="7747"/>
                  </a:lnTo>
                  <a:lnTo>
                    <a:pt x="138430" y="121158"/>
                  </a:lnTo>
                  <a:cubicBezTo>
                    <a:pt x="138430" y="168910"/>
                    <a:pt x="99568" y="207645"/>
                    <a:pt x="51943" y="207645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18"/>
            <p:cNvSpPr/>
            <p:nvPr/>
          </p:nvSpPr>
          <p:spPr>
            <a:xfrm>
              <a:off x="136271" y="790448"/>
              <a:ext cx="103759" cy="138430"/>
            </a:xfrm>
            <a:custGeom>
              <a:rect b="b" l="l" r="r" t="t"/>
              <a:pathLst>
                <a:path extrusionOk="0" h="138430" w="103759">
                  <a:moveTo>
                    <a:pt x="51816" y="138430"/>
                  </a:moveTo>
                  <a:lnTo>
                    <a:pt x="17272" y="138430"/>
                  </a:lnTo>
                  <a:cubicBezTo>
                    <a:pt x="7747" y="138430"/>
                    <a:pt x="0" y="130683"/>
                    <a:pt x="0" y="121158"/>
                  </a:cubicBezTo>
                  <a:lnTo>
                    <a:pt x="7747" y="103886"/>
                  </a:lnTo>
                  <a:lnTo>
                    <a:pt x="51943" y="103886"/>
                  </a:lnTo>
                  <a:cubicBezTo>
                    <a:pt x="61468" y="103886"/>
                    <a:pt x="69215" y="96139"/>
                    <a:pt x="69215" y="86614"/>
                  </a:cubicBezTo>
                  <a:lnTo>
                    <a:pt x="69215" y="17272"/>
                  </a:lnTo>
                  <a:cubicBezTo>
                    <a:pt x="69215" y="7747"/>
                    <a:pt x="76962" y="0"/>
                    <a:pt x="86487" y="0"/>
                  </a:cubicBezTo>
                  <a:lnTo>
                    <a:pt x="103759" y="7747"/>
                  </a:lnTo>
                  <a:lnTo>
                    <a:pt x="103759" y="86487"/>
                  </a:lnTo>
                  <a:cubicBezTo>
                    <a:pt x="103759" y="115062"/>
                    <a:pt x="80518" y="138430"/>
                    <a:pt x="51816" y="138430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8"/>
            <p:cNvSpPr/>
            <p:nvPr/>
          </p:nvSpPr>
          <p:spPr>
            <a:xfrm>
              <a:off x="863092" y="824992"/>
              <a:ext cx="138430" cy="207645"/>
            </a:xfrm>
            <a:custGeom>
              <a:rect b="b" l="l" r="r" t="t"/>
              <a:pathLst>
                <a:path extrusionOk="0" h="207645" w="138430">
                  <a:moveTo>
                    <a:pt x="121031" y="207645"/>
                  </a:moveTo>
                  <a:lnTo>
                    <a:pt x="86487" y="207645"/>
                  </a:lnTo>
                  <a:cubicBezTo>
                    <a:pt x="38735" y="207645"/>
                    <a:pt x="0" y="168783"/>
                    <a:pt x="0" y="121158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34544" y="7747"/>
                  </a:lnTo>
                  <a:lnTo>
                    <a:pt x="34544" y="121158"/>
                  </a:lnTo>
                  <a:cubicBezTo>
                    <a:pt x="34544" y="149860"/>
                    <a:pt x="57785" y="173101"/>
                    <a:pt x="86487" y="173101"/>
                  </a:cubicBezTo>
                  <a:lnTo>
                    <a:pt x="121158" y="173101"/>
                  </a:lnTo>
                  <a:cubicBezTo>
                    <a:pt x="130683" y="173101"/>
                    <a:pt x="138430" y="180848"/>
                    <a:pt x="138430" y="190373"/>
                  </a:cubicBezTo>
                  <a:lnTo>
                    <a:pt x="130683" y="207645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8"/>
            <p:cNvSpPr/>
            <p:nvPr/>
          </p:nvSpPr>
          <p:spPr>
            <a:xfrm>
              <a:off x="932307" y="790448"/>
              <a:ext cx="103759" cy="138430"/>
            </a:xfrm>
            <a:custGeom>
              <a:rect b="b" l="l" r="r" t="t"/>
              <a:pathLst>
                <a:path extrusionOk="0" h="138430" w="103759">
                  <a:moveTo>
                    <a:pt x="86487" y="138430"/>
                  </a:moveTo>
                  <a:lnTo>
                    <a:pt x="51943" y="138430"/>
                  </a:lnTo>
                  <a:cubicBezTo>
                    <a:pt x="23241" y="138430"/>
                    <a:pt x="0" y="115189"/>
                    <a:pt x="0" y="86487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34544" y="7747"/>
                  </a:lnTo>
                  <a:lnTo>
                    <a:pt x="34544" y="86487"/>
                  </a:lnTo>
                  <a:cubicBezTo>
                    <a:pt x="34544" y="96012"/>
                    <a:pt x="42291" y="103759"/>
                    <a:pt x="51816" y="103759"/>
                  </a:cubicBezTo>
                  <a:lnTo>
                    <a:pt x="86487" y="103759"/>
                  </a:lnTo>
                  <a:cubicBezTo>
                    <a:pt x="96012" y="103759"/>
                    <a:pt x="103759" y="111506"/>
                    <a:pt x="103759" y="121031"/>
                  </a:cubicBezTo>
                  <a:lnTo>
                    <a:pt x="96012" y="138303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18"/>
            <p:cNvSpPr/>
            <p:nvPr/>
          </p:nvSpPr>
          <p:spPr>
            <a:xfrm>
              <a:off x="1070737" y="894334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18"/>
            <p:cNvSpPr/>
            <p:nvPr/>
          </p:nvSpPr>
          <p:spPr>
            <a:xfrm>
              <a:off x="1036193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8"/>
            <p:cNvSpPr/>
            <p:nvPr/>
          </p:nvSpPr>
          <p:spPr>
            <a:xfrm>
              <a:off x="63500" y="894334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18"/>
            <p:cNvSpPr/>
            <p:nvPr/>
          </p:nvSpPr>
          <p:spPr>
            <a:xfrm>
              <a:off x="98171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18"/>
            <p:cNvSpPr/>
            <p:nvPr/>
          </p:nvSpPr>
          <p:spPr>
            <a:xfrm>
              <a:off x="652018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8"/>
            <p:cNvSpPr/>
            <p:nvPr/>
          </p:nvSpPr>
          <p:spPr>
            <a:xfrm>
              <a:off x="721233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8"/>
            <p:cNvSpPr/>
            <p:nvPr/>
          </p:nvSpPr>
          <p:spPr>
            <a:xfrm>
              <a:off x="652018" y="790448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18"/>
            <p:cNvSpPr/>
            <p:nvPr/>
          </p:nvSpPr>
          <p:spPr>
            <a:xfrm>
              <a:off x="721233" y="790448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18"/>
            <p:cNvSpPr/>
            <p:nvPr/>
          </p:nvSpPr>
          <p:spPr>
            <a:xfrm>
              <a:off x="652018" y="58280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18"/>
            <p:cNvSpPr/>
            <p:nvPr/>
          </p:nvSpPr>
          <p:spPr>
            <a:xfrm>
              <a:off x="721233" y="58280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18"/>
            <p:cNvSpPr/>
            <p:nvPr/>
          </p:nvSpPr>
          <p:spPr>
            <a:xfrm>
              <a:off x="306395" y="98065"/>
              <a:ext cx="37902" cy="37063"/>
            </a:xfrm>
            <a:custGeom>
              <a:rect b="b" l="l" r="r" t="t"/>
              <a:pathLst>
                <a:path extrusionOk="0" h="37063" w="37902">
                  <a:moveTo>
                    <a:pt x="16693" y="37063"/>
                  </a:moveTo>
                  <a:lnTo>
                    <a:pt x="5898" y="34523"/>
                  </a:lnTo>
                  <a:cubicBezTo>
                    <a:pt x="-2992" y="21950"/>
                    <a:pt x="-1087" y="11155"/>
                    <a:pt x="6660" y="5567"/>
                  </a:cubicBezTo>
                  <a:lnTo>
                    <a:pt x="10089" y="3154"/>
                  </a:lnTo>
                  <a:cubicBezTo>
                    <a:pt x="17963" y="-2307"/>
                    <a:pt x="28758" y="-529"/>
                    <a:pt x="34219" y="7345"/>
                  </a:cubicBezTo>
                  <a:lnTo>
                    <a:pt x="37902" y="25887"/>
                  </a:lnTo>
                  <a:lnTo>
                    <a:pt x="26599" y="33888"/>
                  </a:lnTo>
                  <a:lnTo>
                    <a:pt x="20122" y="37063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0" name="Google Shape;810;p18"/>
          <p:cNvSpPr/>
          <p:nvPr/>
        </p:nvSpPr>
        <p:spPr>
          <a:xfrm>
            <a:off x="209864" y="4715635"/>
            <a:ext cx="743213" cy="804997"/>
          </a:xfrm>
          <a:custGeom>
            <a:rect b="b" l="l" r="r" t="t"/>
            <a:pathLst>
              <a:path extrusionOk="0" h="804997" w="743213">
                <a:moveTo>
                  <a:pt x="0" y="0"/>
                </a:moveTo>
                <a:lnTo>
                  <a:pt x="743213" y="0"/>
                </a:lnTo>
                <a:lnTo>
                  <a:pt x="743213" y="804997"/>
                </a:lnTo>
                <a:lnTo>
                  <a:pt x="0" y="804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291" l="-16090" r="-16830" t="-11419"/>
            </a:stretch>
          </a:blipFill>
          <a:ln>
            <a:noFill/>
          </a:ln>
        </p:spPr>
      </p:sp>
      <p:sp>
        <p:nvSpPr>
          <p:cNvPr id="811" name="Google Shape;811;p18"/>
          <p:cNvSpPr/>
          <p:nvPr/>
        </p:nvSpPr>
        <p:spPr>
          <a:xfrm>
            <a:off x="6873721" y="9529940"/>
            <a:ext cx="1354895" cy="466995"/>
          </a:xfrm>
          <a:custGeom>
            <a:rect b="b" l="l" r="r" t="t"/>
            <a:pathLst>
              <a:path extrusionOk="0" h="466995" w="1354895">
                <a:moveTo>
                  <a:pt x="0" y="0"/>
                </a:moveTo>
                <a:lnTo>
                  <a:pt x="1354895" y="0"/>
                </a:lnTo>
                <a:lnTo>
                  <a:pt x="1354895" y="466994"/>
                </a:lnTo>
                <a:lnTo>
                  <a:pt x="0" y="4669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12" name="Google Shape;812;p18"/>
          <p:cNvSpPr/>
          <p:nvPr/>
        </p:nvSpPr>
        <p:spPr>
          <a:xfrm>
            <a:off x="8462186" y="9587767"/>
            <a:ext cx="1694380" cy="415653"/>
          </a:xfrm>
          <a:custGeom>
            <a:rect b="b" l="l" r="r" t="t"/>
            <a:pathLst>
              <a:path extrusionOk="0" h="415653" w="1694380">
                <a:moveTo>
                  <a:pt x="0" y="0"/>
                </a:moveTo>
                <a:lnTo>
                  <a:pt x="1694380" y="0"/>
                </a:lnTo>
                <a:lnTo>
                  <a:pt x="1694380" y="415652"/>
                </a:lnTo>
                <a:lnTo>
                  <a:pt x="0" y="4156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13" name="Google Shape;813;p18"/>
          <p:cNvSpPr/>
          <p:nvPr/>
        </p:nvSpPr>
        <p:spPr>
          <a:xfrm>
            <a:off x="10317519" y="9477357"/>
            <a:ext cx="2368914" cy="614916"/>
          </a:xfrm>
          <a:custGeom>
            <a:rect b="b" l="l" r="r" t="t"/>
            <a:pathLst>
              <a:path extrusionOk="0" h="614916" w="2368914">
                <a:moveTo>
                  <a:pt x="0" y="0"/>
                </a:moveTo>
                <a:lnTo>
                  <a:pt x="2368913" y="0"/>
                </a:lnTo>
                <a:lnTo>
                  <a:pt x="2368913" y="614917"/>
                </a:lnTo>
                <a:lnTo>
                  <a:pt x="0" y="6149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14" name="Google Shape;814;p18"/>
          <p:cNvSpPr/>
          <p:nvPr/>
        </p:nvSpPr>
        <p:spPr>
          <a:xfrm>
            <a:off x="5601568" y="9500406"/>
            <a:ext cx="1034028" cy="526062"/>
          </a:xfrm>
          <a:custGeom>
            <a:rect b="b" l="l" r="r" t="t"/>
            <a:pathLst>
              <a:path extrusionOk="0" h="526062" w="1034028">
                <a:moveTo>
                  <a:pt x="0" y="0"/>
                </a:moveTo>
                <a:lnTo>
                  <a:pt x="1034028" y="0"/>
                </a:lnTo>
                <a:lnTo>
                  <a:pt x="1034028" y="526062"/>
                </a:lnTo>
                <a:lnTo>
                  <a:pt x="0" y="526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815" name="Google Shape;815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754125" y="3644188"/>
            <a:ext cx="5857875" cy="1876425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18"/>
          <p:cNvSpPr txBox="1"/>
          <p:nvPr/>
        </p:nvSpPr>
        <p:spPr>
          <a:xfrm>
            <a:off x="1768675" y="2665148"/>
            <a:ext cx="9255000" cy="54843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7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Core concepts</a:t>
            </a:r>
            <a:endParaRPr b="1" i="1" sz="3799">
              <a:solidFill>
                <a:schemeClr val="dk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3799">
              <a:solidFill>
                <a:srgbClr val="191D0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4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</a:t>
            </a:r>
            <a:r>
              <a:rPr b="1" i="1" lang="en-US" sz="34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Repository (Repo, Project)</a:t>
            </a:r>
            <a:r>
              <a:rPr i="1" lang="en-US" sz="2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 the main database/folder where the VC System (VCS) tracks every single file/directory.</a:t>
            </a:r>
            <a:endParaRPr i="1" sz="2999">
              <a:solidFill>
                <a:srgbClr val="191D0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999">
              <a:solidFill>
                <a:srgbClr val="191D0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4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</a:t>
            </a:r>
            <a:r>
              <a:rPr b="1" i="1" lang="en-US" sz="34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History</a:t>
            </a:r>
            <a:r>
              <a:rPr i="1" lang="en-US" sz="32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</a:t>
            </a:r>
            <a:r>
              <a:rPr i="1" lang="en-US" sz="2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single-source-of-truth that maintains a linear, chronological timeline with the evolution of the changes in the repository.</a:t>
            </a:r>
            <a:endParaRPr i="1" sz="2999">
              <a:solidFill>
                <a:srgbClr val="191D0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999">
              <a:solidFill>
                <a:srgbClr val="191D0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3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</a:t>
            </a:r>
            <a:r>
              <a:rPr b="1" i="1" lang="en-US" sz="33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Commit</a:t>
            </a:r>
            <a:r>
              <a:rPr i="1" lang="en-US" sz="2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 snapshot of the content of your files/directories at a specific </a:t>
            </a:r>
            <a:r>
              <a:rPr i="1" lang="en-US" sz="2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moment in time.</a:t>
            </a:r>
            <a:endParaRPr i="1" sz="2999">
              <a:solidFill>
                <a:srgbClr val="191D0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17" name="Google Shape;817;p18"/>
          <p:cNvSpPr txBox="1"/>
          <p:nvPr/>
        </p:nvSpPr>
        <p:spPr>
          <a:xfrm>
            <a:off x="13286348" y="3701673"/>
            <a:ext cx="7188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commit</a:t>
            </a:r>
            <a:endParaRPr i="1" sz="1500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18" name="Google Shape;818;p18"/>
          <p:cNvSpPr txBox="1"/>
          <p:nvPr/>
        </p:nvSpPr>
        <p:spPr>
          <a:xfrm>
            <a:off x="15446572" y="3655769"/>
            <a:ext cx="7188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5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commit</a:t>
            </a:r>
            <a:endParaRPr i="1" sz="1500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819" name="Google Shape;819;p18"/>
          <p:cNvSpPr/>
          <p:nvPr/>
        </p:nvSpPr>
        <p:spPr>
          <a:xfrm>
            <a:off x="12150625" y="5635150"/>
            <a:ext cx="5064900" cy="632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latin typeface="Calibri"/>
                <a:ea typeface="Calibri"/>
                <a:cs typeface="Calibri"/>
                <a:sym typeface="Calibri"/>
              </a:rPr>
              <a:t>history of changes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18"/>
          <p:cNvSpPr/>
          <p:nvPr/>
        </p:nvSpPr>
        <p:spPr>
          <a:xfrm>
            <a:off x="11497825" y="2017300"/>
            <a:ext cx="6370500" cy="5046750"/>
          </a:xfrm>
          <a:prstGeom prst="flowChartMagneticDisk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7B9CE"/>
        </a:solidFill>
      </p:bgPr>
    </p:bg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5" name="Google Shape;825;p19"/>
          <p:cNvCxnSpPr/>
          <p:nvPr/>
        </p:nvCxnSpPr>
        <p:spPr>
          <a:xfrm>
            <a:off x="1051792" y="1798524"/>
            <a:ext cx="172593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6" name="Google Shape;826;p19"/>
          <p:cNvCxnSpPr/>
          <p:nvPr/>
        </p:nvCxnSpPr>
        <p:spPr>
          <a:xfrm rot="-5400000">
            <a:off x="-4105275" y="5119688"/>
            <a:ext cx="102870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7" name="Google Shape;827;p19"/>
          <p:cNvSpPr txBox="1"/>
          <p:nvPr/>
        </p:nvSpPr>
        <p:spPr>
          <a:xfrm>
            <a:off x="1592775" y="373150"/>
            <a:ext cx="15758700" cy="12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18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HOW VERSION CONTROL WORKS</a:t>
            </a:r>
            <a:endParaRPr/>
          </a:p>
        </p:txBody>
      </p:sp>
      <p:grpSp>
        <p:nvGrpSpPr>
          <p:cNvPr id="828" name="Google Shape;828;p19"/>
          <p:cNvGrpSpPr/>
          <p:nvPr/>
        </p:nvGrpSpPr>
        <p:grpSpPr>
          <a:xfrm>
            <a:off x="216607" y="6304896"/>
            <a:ext cx="642922" cy="632263"/>
            <a:chOff x="63500" y="63500"/>
            <a:chExt cx="988187" cy="971804"/>
          </a:xfrm>
        </p:grpSpPr>
        <p:sp>
          <p:nvSpPr>
            <p:cNvPr id="829" name="Google Shape;829;p19"/>
            <p:cNvSpPr/>
            <p:nvPr/>
          </p:nvSpPr>
          <p:spPr>
            <a:xfrm>
              <a:off x="857250" y="840994"/>
              <a:ext cx="129540" cy="129540"/>
            </a:xfrm>
            <a:custGeom>
              <a:rect b="b" l="l" r="r" t="t"/>
              <a:pathLst>
                <a:path extrusionOk="0" h="129540" w="129540">
                  <a:moveTo>
                    <a:pt x="64770" y="32385"/>
                  </a:moveTo>
                  <a:cubicBezTo>
                    <a:pt x="46863" y="32385"/>
                    <a:pt x="32385" y="46990"/>
                    <a:pt x="32385" y="64770"/>
                  </a:cubicBezTo>
                  <a:cubicBezTo>
                    <a:pt x="32385" y="82550"/>
                    <a:pt x="46990" y="97155"/>
                    <a:pt x="64770" y="97155"/>
                  </a:cubicBezTo>
                  <a:cubicBezTo>
                    <a:pt x="82550" y="97155"/>
                    <a:pt x="97155" y="82550"/>
                    <a:pt x="97155" y="64770"/>
                  </a:cubicBezTo>
                  <a:cubicBezTo>
                    <a:pt x="97155" y="46990"/>
                    <a:pt x="82550" y="32385"/>
                    <a:pt x="64770" y="32385"/>
                  </a:cubicBezTo>
                  <a:moveTo>
                    <a:pt x="64770" y="129540"/>
                  </a:moveTo>
                  <a:cubicBezTo>
                    <a:pt x="29083" y="129540"/>
                    <a:pt x="0" y="100457"/>
                    <a:pt x="0" y="64770"/>
                  </a:cubicBezTo>
                  <a:cubicBezTo>
                    <a:pt x="0" y="29083"/>
                    <a:pt x="29083" y="0"/>
                    <a:pt x="64770" y="0"/>
                  </a:cubicBezTo>
                  <a:cubicBezTo>
                    <a:pt x="100457" y="0"/>
                    <a:pt x="129540" y="29083"/>
                    <a:pt x="129540" y="64770"/>
                  </a:cubicBezTo>
                  <a:cubicBezTo>
                    <a:pt x="129540" y="100457"/>
                    <a:pt x="100457" y="129540"/>
                    <a:pt x="64770" y="1295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19"/>
            <p:cNvSpPr/>
            <p:nvPr/>
          </p:nvSpPr>
          <p:spPr>
            <a:xfrm>
              <a:off x="905764" y="225552"/>
              <a:ext cx="32512" cy="647827"/>
            </a:xfrm>
            <a:custGeom>
              <a:rect b="b" l="l" r="r" t="t"/>
              <a:pathLst>
                <a:path extrusionOk="0" h="647827" w="32512">
                  <a:moveTo>
                    <a:pt x="16256" y="647827"/>
                  </a:moveTo>
                  <a:lnTo>
                    <a:pt x="0" y="640588"/>
                  </a:lnTo>
                  <a:lnTo>
                    <a:pt x="0" y="16129"/>
                  </a:lnTo>
                  <a:cubicBezTo>
                    <a:pt x="0" y="7112"/>
                    <a:pt x="7239" y="0"/>
                    <a:pt x="16256" y="0"/>
                  </a:cubicBezTo>
                  <a:lnTo>
                    <a:pt x="32512" y="7239"/>
                  </a:lnTo>
                  <a:lnTo>
                    <a:pt x="32512" y="631698"/>
                  </a:lnTo>
                  <a:cubicBezTo>
                    <a:pt x="32512" y="640588"/>
                    <a:pt x="25273" y="647827"/>
                    <a:pt x="16256" y="64782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19"/>
            <p:cNvSpPr/>
            <p:nvPr/>
          </p:nvSpPr>
          <p:spPr>
            <a:xfrm>
              <a:off x="121679" y="510286"/>
              <a:ext cx="44042" cy="38989"/>
            </a:xfrm>
            <a:custGeom>
              <a:rect b="b" l="l" r="r" t="t"/>
              <a:pathLst>
                <a:path extrusionOk="0" h="38989" w="44042">
                  <a:moveTo>
                    <a:pt x="27927" y="38989"/>
                  </a:moveTo>
                  <a:lnTo>
                    <a:pt x="23990" y="38608"/>
                  </a:lnTo>
                  <a:lnTo>
                    <a:pt x="10401" y="33401"/>
                  </a:lnTo>
                  <a:cubicBezTo>
                    <a:pt x="2019" y="30226"/>
                    <a:pt x="-2172" y="20828"/>
                    <a:pt x="1130" y="12446"/>
                  </a:cubicBezTo>
                  <a:lnTo>
                    <a:pt x="13703" y="0"/>
                  </a:lnTo>
                  <a:lnTo>
                    <a:pt x="33642" y="7620"/>
                  </a:lnTo>
                  <a:cubicBezTo>
                    <a:pt x="42024" y="10795"/>
                    <a:pt x="46215" y="20193"/>
                    <a:pt x="42913" y="28575"/>
                  </a:cubicBezTo>
                  <a:lnTo>
                    <a:pt x="34277" y="3898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19"/>
            <p:cNvSpPr/>
            <p:nvPr/>
          </p:nvSpPr>
          <p:spPr>
            <a:xfrm>
              <a:off x="180213" y="535721"/>
              <a:ext cx="620903" cy="90770"/>
            </a:xfrm>
            <a:custGeom>
              <a:rect b="b" l="l" r="r" t="t"/>
              <a:pathLst>
                <a:path extrusionOk="0" h="90770" w="620903">
                  <a:moveTo>
                    <a:pt x="476758" y="90770"/>
                  </a:moveTo>
                  <a:lnTo>
                    <a:pt x="300863" y="90770"/>
                  </a:lnTo>
                  <a:cubicBezTo>
                    <a:pt x="291211" y="90770"/>
                    <a:pt x="281813" y="88230"/>
                    <a:pt x="273431" y="83531"/>
                  </a:cubicBezTo>
                  <a:lnTo>
                    <a:pt x="193675" y="37938"/>
                  </a:lnTo>
                  <a:cubicBezTo>
                    <a:pt x="190246" y="36033"/>
                    <a:pt x="186309" y="34890"/>
                    <a:pt x="182245" y="34890"/>
                  </a:cubicBezTo>
                  <a:lnTo>
                    <a:pt x="32385" y="34890"/>
                  </a:lnTo>
                  <a:cubicBezTo>
                    <a:pt x="25527" y="34890"/>
                    <a:pt x="18923" y="33620"/>
                    <a:pt x="12446" y="31207"/>
                  </a:cubicBezTo>
                  <a:lnTo>
                    <a:pt x="0" y="18634"/>
                  </a:lnTo>
                  <a:cubicBezTo>
                    <a:pt x="6477" y="1997"/>
                    <a:pt x="15875" y="-2194"/>
                    <a:pt x="24130" y="981"/>
                  </a:cubicBezTo>
                  <a:lnTo>
                    <a:pt x="29464" y="2505"/>
                  </a:lnTo>
                  <a:lnTo>
                    <a:pt x="182372" y="2505"/>
                  </a:lnTo>
                  <a:cubicBezTo>
                    <a:pt x="192024" y="2505"/>
                    <a:pt x="201549" y="5045"/>
                    <a:pt x="209804" y="9744"/>
                  </a:cubicBezTo>
                  <a:lnTo>
                    <a:pt x="289560" y="55337"/>
                  </a:lnTo>
                  <a:cubicBezTo>
                    <a:pt x="292989" y="57242"/>
                    <a:pt x="296926" y="58385"/>
                    <a:pt x="300863" y="58385"/>
                  </a:cubicBezTo>
                  <a:lnTo>
                    <a:pt x="476758" y="58385"/>
                  </a:lnTo>
                  <a:cubicBezTo>
                    <a:pt x="480314" y="58385"/>
                    <a:pt x="483870" y="57496"/>
                    <a:pt x="486918" y="55972"/>
                  </a:cubicBezTo>
                  <a:lnTo>
                    <a:pt x="526288" y="36287"/>
                  </a:lnTo>
                  <a:cubicBezTo>
                    <a:pt x="533908" y="32477"/>
                    <a:pt x="542417" y="30445"/>
                    <a:pt x="551053" y="30445"/>
                  </a:cubicBezTo>
                  <a:lnTo>
                    <a:pt x="604647" y="30445"/>
                  </a:lnTo>
                  <a:cubicBezTo>
                    <a:pt x="613664" y="30445"/>
                    <a:pt x="620903" y="37684"/>
                    <a:pt x="620903" y="46574"/>
                  </a:cubicBezTo>
                  <a:lnTo>
                    <a:pt x="613664" y="62830"/>
                  </a:lnTo>
                  <a:lnTo>
                    <a:pt x="551053" y="62830"/>
                  </a:lnTo>
                  <a:cubicBezTo>
                    <a:pt x="547497" y="62830"/>
                    <a:pt x="543941" y="63719"/>
                    <a:pt x="540893" y="65243"/>
                  </a:cubicBezTo>
                  <a:lnTo>
                    <a:pt x="501523" y="84928"/>
                  </a:lnTo>
                  <a:cubicBezTo>
                    <a:pt x="493903" y="88738"/>
                    <a:pt x="485394" y="90770"/>
                    <a:pt x="476758" y="907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19"/>
            <p:cNvSpPr/>
            <p:nvPr/>
          </p:nvSpPr>
          <p:spPr>
            <a:xfrm>
              <a:off x="378206" y="705739"/>
              <a:ext cx="120232" cy="139192"/>
            </a:xfrm>
            <a:custGeom>
              <a:rect b="b" l="l" r="r" t="t"/>
              <a:pathLst>
                <a:path extrusionOk="0" h="139192" w="120232">
                  <a:moveTo>
                    <a:pt x="89916" y="139192"/>
                  </a:moveTo>
                  <a:lnTo>
                    <a:pt x="78232" y="135890"/>
                  </a:lnTo>
                  <a:cubicBezTo>
                    <a:pt x="65532" y="110490"/>
                    <a:pt x="68326" y="86995"/>
                    <a:pt x="82423" y="70104"/>
                  </a:cubicBezTo>
                  <a:lnTo>
                    <a:pt x="89408" y="53975"/>
                  </a:lnTo>
                  <a:cubicBezTo>
                    <a:pt x="81661" y="37465"/>
                    <a:pt x="73914" y="32512"/>
                    <a:pt x="64770" y="32512"/>
                  </a:cubicBezTo>
                  <a:lnTo>
                    <a:pt x="16256" y="32512"/>
                  </a:lnTo>
                  <a:cubicBezTo>
                    <a:pt x="7239" y="32512"/>
                    <a:pt x="0" y="25273"/>
                    <a:pt x="0" y="16256"/>
                  </a:cubicBezTo>
                  <a:lnTo>
                    <a:pt x="7239" y="0"/>
                  </a:lnTo>
                  <a:lnTo>
                    <a:pt x="64897" y="0"/>
                  </a:lnTo>
                  <a:cubicBezTo>
                    <a:pt x="86614" y="0"/>
                    <a:pt x="105791" y="12192"/>
                    <a:pt x="114935" y="31877"/>
                  </a:cubicBezTo>
                  <a:cubicBezTo>
                    <a:pt x="124079" y="51562"/>
                    <a:pt x="121285" y="74041"/>
                    <a:pt x="107315" y="90805"/>
                  </a:cubicBezTo>
                  <a:lnTo>
                    <a:pt x="100457" y="107569"/>
                  </a:lnTo>
                  <a:cubicBezTo>
                    <a:pt x="108585" y="123698"/>
                    <a:pt x="105283" y="133477"/>
                    <a:pt x="97282" y="137414"/>
                  </a:cubicBezTo>
                  <a:lnTo>
                    <a:pt x="92456" y="13906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19"/>
            <p:cNvSpPr/>
            <p:nvPr/>
          </p:nvSpPr>
          <p:spPr>
            <a:xfrm>
              <a:off x="322072" y="705866"/>
              <a:ext cx="49657" cy="32385"/>
            </a:xfrm>
            <a:custGeom>
              <a:rect b="b" l="l" r="r" t="t"/>
              <a:pathLst>
                <a:path extrusionOk="0" h="32385" w="49657">
                  <a:moveTo>
                    <a:pt x="33401" y="32385"/>
                  </a:moveTo>
                  <a:lnTo>
                    <a:pt x="16256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33401" y="0"/>
                  </a:lnTo>
                  <a:cubicBezTo>
                    <a:pt x="42418" y="0"/>
                    <a:pt x="49657" y="7239"/>
                    <a:pt x="49657" y="16256"/>
                  </a:cubicBezTo>
                  <a:lnTo>
                    <a:pt x="42418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19"/>
            <p:cNvSpPr/>
            <p:nvPr/>
          </p:nvSpPr>
          <p:spPr>
            <a:xfrm>
              <a:off x="247178" y="717997"/>
              <a:ext cx="67401" cy="46670"/>
            </a:xfrm>
            <a:custGeom>
              <a:rect b="b" l="l" r="r" t="t"/>
              <a:pathLst>
                <a:path extrusionOk="0" h="46670" w="67401">
                  <a:moveTo>
                    <a:pt x="15204" y="46670"/>
                  </a:moveTo>
                  <a:lnTo>
                    <a:pt x="2631" y="42733"/>
                  </a:lnTo>
                  <a:cubicBezTo>
                    <a:pt x="-3084" y="27874"/>
                    <a:pt x="1107" y="18603"/>
                    <a:pt x="9489" y="15301"/>
                  </a:cubicBezTo>
                  <a:lnTo>
                    <a:pt x="46446" y="1077"/>
                  </a:lnTo>
                  <a:cubicBezTo>
                    <a:pt x="54828" y="-2098"/>
                    <a:pt x="64226" y="1966"/>
                    <a:pt x="67401" y="10348"/>
                  </a:cubicBezTo>
                  <a:lnTo>
                    <a:pt x="66385" y="28128"/>
                  </a:lnTo>
                  <a:lnTo>
                    <a:pt x="21046" y="45527"/>
                  </a:lnTo>
                  <a:cubicBezTo>
                    <a:pt x="19141" y="46289"/>
                    <a:pt x="17109" y="46670"/>
                    <a:pt x="15204" y="466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19"/>
            <p:cNvSpPr/>
            <p:nvPr/>
          </p:nvSpPr>
          <p:spPr>
            <a:xfrm>
              <a:off x="719420" y="632964"/>
              <a:ext cx="70253" cy="65409"/>
            </a:xfrm>
            <a:custGeom>
              <a:rect b="b" l="l" r="r" t="t"/>
              <a:pathLst>
                <a:path extrusionOk="0" h="65409" w="70253">
                  <a:moveTo>
                    <a:pt x="20609" y="65409"/>
                  </a:moveTo>
                  <a:lnTo>
                    <a:pt x="11084" y="63377"/>
                  </a:lnTo>
                  <a:cubicBezTo>
                    <a:pt x="2321" y="53852"/>
                    <a:pt x="-346" y="45978"/>
                    <a:pt x="35" y="37596"/>
                  </a:cubicBezTo>
                  <a:cubicBezTo>
                    <a:pt x="543" y="27690"/>
                    <a:pt x="5369" y="17911"/>
                    <a:pt x="13243" y="10672"/>
                  </a:cubicBezTo>
                  <a:cubicBezTo>
                    <a:pt x="20101" y="4449"/>
                    <a:pt x="28483" y="766"/>
                    <a:pt x="36992" y="131"/>
                  </a:cubicBezTo>
                  <a:cubicBezTo>
                    <a:pt x="46898" y="-758"/>
                    <a:pt x="56169" y="2925"/>
                    <a:pt x="62519" y="9783"/>
                  </a:cubicBezTo>
                  <a:cubicBezTo>
                    <a:pt x="71409" y="19562"/>
                    <a:pt x="72806" y="34294"/>
                    <a:pt x="65821" y="47375"/>
                  </a:cubicBezTo>
                  <a:lnTo>
                    <a:pt x="51851" y="58297"/>
                  </a:lnTo>
                  <a:cubicBezTo>
                    <a:pt x="36484" y="50169"/>
                    <a:pt x="33309" y="41025"/>
                    <a:pt x="36611" y="33405"/>
                  </a:cubicBezTo>
                  <a:lnTo>
                    <a:pt x="35595" y="34167"/>
                  </a:lnTo>
                  <a:lnTo>
                    <a:pt x="32420" y="38866"/>
                  </a:lnTo>
                  <a:cubicBezTo>
                    <a:pt x="38516" y="45851"/>
                    <a:pt x="37627" y="55376"/>
                    <a:pt x="31023" y="61472"/>
                  </a:cubicBezTo>
                  <a:lnTo>
                    <a:pt x="24419" y="6540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19"/>
            <p:cNvSpPr/>
            <p:nvPr/>
          </p:nvSpPr>
          <p:spPr>
            <a:xfrm>
              <a:off x="580547" y="726757"/>
              <a:ext cx="87425" cy="82106"/>
            </a:xfrm>
            <a:custGeom>
              <a:rect b="b" l="l" r="r" t="t"/>
              <a:pathLst>
                <a:path extrusionOk="0" h="82106" w="87425">
                  <a:moveTo>
                    <a:pt x="30069" y="54801"/>
                  </a:moveTo>
                  <a:lnTo>
                    <a:pt x="30069" y="54801"/>
                  </a:lnTo>
                  <a:lnTo>
                    <a:pt x="30069" y="54801"/>
                  </a:lnTo>
                  <a:moveTo>
                    <a:pt x="18131" y="81852"/>
                  </a:moveTo>
                  <a:lnTo>
                    <a:pt x="9368" y="80074"/>
                  </a:lnTo>
                  <a:cubicBezTo>
                    <a:pt x="-7015" y="62040"/>
                    <a:pt x="-1046" y="37148"/>
                    <a:pt x="20544" y="17590"/>
                  </a:cubicBezTo>
                  <a:lnTo>
                    <a:pt x="48611" y="1461"/>
                  </a:lnTo>
                  <a:cubicBezTo>
                    <a:pt x="61438" y="-1968"/>
                    <a:pt x="73122" y="699"/>
                    <a:pt x="80488" y="8827"/>
                  </a:cubicBezTo>
                  <a:cubicBezTo>
                    <a:pt x="90521" y="19876"/>
                    <a:pt x="89632" y="37275"/>
                    <a:pt x="78075" y="54293"/>
                  </a:cubicBezTo>
                  <a:lnTo>
                    <a:pt x="62962" y="63564"/>
                  </a:lnTo>
                  <a:cubicBezTo>
                    <a:pt x="48230" y="53531"/>
                    <a:pt x="46325" y="43498"/>
                    <a:pt x="51278" y="36005"/>
                  </a:cubicBezTo>
                  <a:lnTo>
                    <a:pt x="51913" y="35116"/>
                  </a:lnTo>
                  <a:lnTo>
                    <a:pt x="45944" y="38291"/>
                  </a:lnTo>
                  <a:cubicBezTo>
                    <a:pt x="35149" y="48197"/>
                    <a:pt x="32355" y="54420"/>
                    <a:pt x="31720" y="57087"/>
                  </a:cubicBezTo>
                  <a:lnTo>
                    <a:pt x="34895" y="72454"/>
                  </a:lnTo>
                  <a:cubicBezTo>
                    <a:pt x="25878" y="80709"/>
                    <a:pt x="21941" y="82106"/>
                    <a:pt x="18131" y="821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19"/>
            <p:cNvSpPr/>
            <p:nvPr/>
          </p:nvSpPr>
          <p:spPr>
            <a:xfrm>
              <a:off x="584327" y="177351"/>
              <a:ext cx="66294" cy="45407"/>
            </a:xfrm>
            <a:custGeom>
              <a:rect b="b" l="l" r="r" t="t"/>
              <a:pathLst>
                <a:path extrusionOk="0" h="45407" w="66294">
                  <a:moveTo>
                    <a:pt x="49657" y="45280"/>
                  </a:moveTo>
                  <a:lnTo>
                    <a:pt x="39751" y="42994"/>
                  </a:lnTo>
                  <a:cubicBezTo>
                    <a:pt x="32258" y="32834"/>
                    <a:pt x="26543" y="31564"/>
                    <a:pt x="25019" y="32580"/>
                  </a:cubicBezTo>
                  <a:lnTo>
                    <a:pt x="7620" y="36390"/>
                  </a:lnTo>
                  <a:cubicBezTo>
                    <a:pt x="-3048" y="22039"/>
                    <a:pt x="-1397" y="11879"/>
                    <a:pt x="5715" y="6545"/>
                  </a:cubicBezTo>
                  <a:cubicBezTo>
                    <a:pt x="22606" y="-5901"/>
                    <a:pt x="48133" y="-59"/>
                    <a:pt x="62484" y="19499"/>
                  </a:cubicBezTo>
                  <a:lnTo>
                    <a:pt x="66294" y="36898"/>
                  </a:lnTo>
                  <a:cubicBezTo>
                    <a:pt x="56261" y="44264"/>
                    <a:pt x="52832" y="45407"/>
                    <a:pt x="49530" y="4540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19"/>
            <p:cNvSpPr/>
            <p:nvPr/>
          </p:nvSpPr>
          <p:spPr>
            <a:xfrm>
              <a:off x="175133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19"/>
            <p:cNvSpPr/>
            <p:nvPr/>
          </p:nvSpPr>
          <p:spPr>
            <a:xfrm>
              <a:off x="175133" y="316230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19"/>
            <p:cNvSpPr/>
            <p:nvPr/>
          </p:nvSpPr>
          <p:spPr>
            <a:xfrm>
              <a:off x="538226" y="372110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19"/>
            <p:cNvSpPr/>
            <p:nvPr/>
          </p:nvSpPr>
          <p:spPr>
            <a:xfrm>
              <a:off x="538226" y="204597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19"/>
            <p:cNvSpPr/>
            <p:nvPr/>
          </p:nvSpPr>
          <p:spPr>
            <a:xfrm>
              <a:off x="566166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19"/>
            <p:cNvSpPr/>
            <p:nvPr/>
          </p:nvSpPr>
          <p:spPr>
            <a:xfrm>
              <a:off x="370586" y="790956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19"/>
            <p:cNvSpPr/>
            <p:nvPr/>
          </p:nvSpPr>
          <p:spPr>
            <a:xfrm>
              <a:off x="398526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19"/>
            <p:cNvSpPr/>
            <p:nvPr/>
          </p:nvSpPr>
          <p:spPr>
            <a:xfrm>
              <a:off x="258953" y="59550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19"/>
            <p:cNvSpPr/>
            <p:nvPr/>
          </p:nvSpPr>
          <p:spPr>
            <a:xfrm>
              <a:off x="337820" y="254635"/>
              <a:ext cx="72771" cy="71882"/>
            </a:xfrm>
            <a:custGeom>
              <a:rect b="b" l="l" r="r" t="t"/>
              <a:pathLst>
                <a:path extrusionOk="0" h="71882" w="72771">
                  <a:moveTo>
                    <a:pt x="17653" y="71882"/>
                  </a:moveTo>
                  <a:lnTo>
                    <a:pt x="15621" y="71755"/>
                  </a:lnTo>
                  <a:lnTo>
                    <a:pt x="0" y="61341"/>
                  </a:lnTo>
                  <a:cubicBezTo>
                    <a:pt x="5969" y="30734"/>
                    <a:pt x="25781" y="0"/>
                    <a:pt x="56515" y="0"/>
                  </a:cubicBezTo>
                  <a:lnTo>
                    <a:pt x="72771" y="7239"/>
                  </a:lnTo>
                  <a:cubicBezTo>
                    <a:pt x="72771" y="25146"/>
                    <a:pt x="65532" y="32385"/>
                    <a:pt x="56515" y="32385"/>
                  </a:cubicBezTo>
                  <a:cubicBezTo>
                    <a:pt x="45720" y="32385"/>
                    <a:pt x="35560" y="48260"/>
                    <a:pt x="33528" y="58674"/>
                  </a:cubicBezTo>
                  <a:lnTo>
                    <a:pt x="25273" y="7175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9"/>
            <p:cNvSpPr/>
            <p:nvPr/>
          </p:nvSpPr>
          <p:spPr>
            <a:xfrm>
              <a:off x="406940" y="77309"/>
              <a:ext cx="195675" cy="104428"/>
            </a:xfrm>
            <a:custGeom>
              <a:rect b="b" l="l" r="r" t="t"/>
              <a:pathLst>
                <a:path extrusionOk="0" h="104428" w="195675">
                  <a:moveTo>
                    <a:pt x="15208" y="104428"/>
                  </a:moveTo>
                  <a:lnTo>
                    <a:pt x="2127" y="100110"/>
                  </a:lnTo>
                  <a:cubicBezTo>
                    <a:pt x="-2953" y="84870"/>
                    <a:pt x="1619" y="75726"/>
                    <a:pt x="10001" y="72805"/>
                  </a:cubicBezTo>
                  <a:lnTo>
                    <a:pt x="49117" y="57565"/>
                  </a:lnTo>
                  <a:lnTo>
                    <a:pt x="174339" y="1431"/>
                  </a:lnTo>
                  <a:cubicBezTo>
                    <a:pt x="182467" y="-2252"/>
                    <a:pt x="192119" y="1431"/>
                    <a:pt x="195675" y="9559"/>
                  </a:cubicBezTo>
                  <a:lnTo>
                    <a:pt x="195675" y="27339"/>
                  </a:lnTo>
                  <a:lnTo>
                    <a:pt x="62452" y="87029"/>
                  </a:lnTo>
                  <a:cubicBezTo>
                    <a:pt x="48736" y="93125"/>
                    <a:pt x="34512" y="98713"/>
                    <a:pt x="20288" y="103539"/>
                  </a:cubicBezTo>
                  <a:lnTo>
                    <a:pt x="16859" y="10442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9"/>
            <p:cNvSpPr/>
            <p:nvPr/>
          </p:nvSpPr>
          <p:spPr>
            <a:xfrm>
              <a:off x="331397" y="164918"/>
              <a:ext cx="51127" cy="35107"/>
            </a:xfrm>
            <a:custGeom>
              <a:rect b="b" l="l" r="r" t="t"/>
              <a:pathLst>
                <a:path extrusionOk="0" h="35107" w="51127">
                  <a:moveTo>
                    <a:pt x="15313" y="34980"/>
                  </a:moveTo>
                  <a:lnTo>
                    <a:pt x="581" y="29265"/>
                  </a:lnTo>
                  <a:cubicBezTo>
                    <a:pt x="-1959" y="12374"/>
                    <a:pt x="4137" y="4119"/>
                    <a:pt x="12900" y="2849"/>
                  </a:cubicBezTo>
                  <a:lnTo>
                    <a:pt x="25727" y="817"/>
                  </a:lnTo>
                  <a:cubicBezTo>
                    <a:pt x="40840" y="-2231"/>
                    <a:pt x="49476" y="3611"/>
                    <a:pt x="51127" y="12374"/>
                  </a:cubicBezTo>
                  <a:lnTo>
                    <a:pt x="47063" y="29646"/>
                  </a:lnTo>
                  <a:cubicBezTo>
                    <a:pt x="31442" y="32694"/>
                    <a:pt x="24584" y="33837"/>
                    <a:pt x="17726" y="34853"/>
                  </a:cubicBezTo>
                  <a:lnTo>
                    <a:pt x="16075" y="35107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19"/>
            <p:cNvSpPr/>
            <p:nvPr/>
          </p:nvSpPr>
          <p:spPr>
            <a:xfrm>
              <a:off x="264287" y="174137"/>
              <a:ext cx="43688" cy="34016"/>
            </a:xfrm>
            <a:custGeom>
              <a:rect b="b" l="l" r="r" t="t"/>
              <a:pathLst>
                <a:path extrusionOk="0" h="34016" w="43688">
                  <a:moveTo>
                    <a:pt x="15494" y="34016"/>
                  </a:moveTo>
                  <a:lnTo>
                    <a:pt x="381" y="27920"/>
                  </a:lnTo>
                  <a:cubicBezTo>
                    <a:pt x="-1651" y="10775"/>
                    <a:pt x="4699" y="2774"/>
                    <a:pt x="13589" y="1631"/>
                  </a:cubicBezTo>
                  <a:lnTo>
                    <a:pt x="25654" y="107"/>
                  </a:lnTo>
                  <a:cubicBezTo>
                    <a:pt x="34544" y="-909"/>
                    <a:pt x="42545" y="5441"/>
                    <a:pt x="43688" y="14331"/>
                  </a:cubicBezTo>
                  <a:lnTo>
                    <a:pt x="38354" y="31222"/>
                  </a:lnTo>
                  <a:lnTo>
                    <a:pt x="17399" y="33762"/>
                  </a:lnTo>
                  <a:lnTo>
                    <a:pt x="16129" y="3388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19"/>
            <p:cNvSpPr/>
            <p:nvPr/>
          </p:nvSpPr>
          <p:spPr>
            <a:xfrm>
              <a:off x="63500" y="63500"/>
              <a:ext cx="746506" cy="842391"/>
            </a:xfrm>
            <a:custGeom>
              <a:rect b="b" l="l" r="r" t="t"/>
              <a:pathLst>
                <a:path extrusionOk="0" h="842391" w="746506">
                  <a:moveTo>
                    <a:pt x="421132" y="842264"/>
                  </a:moveTo>
                  <a:cubicBezTo>
                    <a:pt x="188976" y="842264"/>
                    <a:pt x="0" y="653415"/>
                    <a:pt x="0" y="421132"/>
                  </a:cubicBezTo>
                  <a:cubicBezTo>
                    <a:pt x="0" y="188849"/>
                    <a:pt x="188976" y="0"/>
                    <a:pt x="421132" y="0"/>
                  </a:cubicBezTo>
                  <a:cubicBezTo>
                    <a:pt x="544449" y="0"/>
                    <a:pt x="661162" y="53975"/>
                    <a:pt x="741553" y="148082"/>
                  </a:cubicBezTo>
                  <a:lnTo>
                    <a:pt x="746506" y="165100"/>
                  </a:lnTo>
                  <a:cubicBezTo>
                    <a:pt x="732917" y="176657"/>
                    <a:pt x="722630" y="175895"/>
                    <a:pt x="716915" y="169164"/>
                  </a:cubicBezTo>
                  <a:cubicBezTo>
                    <a:pt x="642747" y="82169"/>
                    <a:pt x="534924" y="32385"/>
                    <a:pt x="421132" y="32385"/>
                  </a:cubicBezTo>
                  <a:cubicBezTo>
                    <a:pt x="206756" y="32385"/>
                    <a:pt x="32385" y="206756"/>
                    <a:pt x="32385" y="421132"/>
                  </a:cubicBezTo>
                  <a:cubicBezTo>
                    <a:pt x="32385" y="635508"/>
                    <a:pt x="206756" y="809879"/>
                    <a:pt x="421132" y="809879"/>
                  </a:cubicBezTo>
                  <a:cubicBezTo>
                    <a:pt x="531749" y="809879"/>
                    <a:pt x="637540" y="762381"/>
                    <a:pt x="711327" y="679577"/>
                  </a:cubicBezTo>
                  <a:lnTo>
                    <a:pt x="727583" y="672338"/>
                  </a:lnTo>
                  <a:cubicBezTo>
                    <a:pt x="740918" y="684276"/>
                    <a:pt x="741553" y="694436"/>
                    <a:pt x="735584" y="701167"/>
                  </a:cubicBezTo>
                  <a:cubicBezTo>
                    <a:pt x="655574" y="790956"/>
                    <a:pt x="541020" y="842391"/>
                    <a:pt x="421259" y="84239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19"/>
            <p:cNvSpPr/>
            <p:nvPr/>
          </p:nvSpPr>
          <p:spPr>
            <a:xfrm>
              <a:off x="792480" y="63500"/>
              <a:ext cx="259207" cy="971804"/>
            </a:xfrm>
            <a:custGeom>
              <a:rect b="b" l="l" r="r" t="t"/>
              <a:pathLst>
                <a:path extrusionOk="0" h="971804" w="259207">
                  <a:moveTo>
                    <a:pt x="129540" y="32385"/>
                  </a:moveTo>
                  <a:cubicBezTo>
                    <a:pt x="102743" y="32385"/>
                    <a:pt x="80899" y="54229"/>
                    <a:pt x="80899" y="81026"/>
                  </a:cubicBezTo>
                  <a:lnTo>
                    <a:pt x="80899" y="749300"/>
                  </a:lnTo>
                  <a:cubicBezTo>
                    <a:pt x="80899" y="754507"/>
                    <a:pt x="78359" y="759460"/>
                    <a:pt x="74041" y="762508"/>
                  </a:cubicBezTo>
                  <a:cubicBezTo>
                    <a:pt x="47498" y="781177"/>
                    <a:pt x="32385" y="810260"/>
                    <a:pt x="32385" y="842264"/>
                  </a:cubicBezTo>
                  <a:cubicBezTo>
                    <a:pt x="32385" y="895858"/>
                    <a:pt x="75946" y="939419"/>
                    <a:pt x="129540" y="939419"/>
                  </a:cubicBezTo>
                  <a:cubicBezTo>
                    <a:pt x="183134" y="939419"/>
                    <a:pt x="226695" y="895858"/>
                    <a:pt x="226695" y="842264"/>
                  </a:cubicBezTo>
                  <a:cubicBezTo>
                    <a:pt x="226695" y="810260"/>
                    <a:pt x="211455" y="781177"/>
                    <a:pt x="185039" y="762508"/>
                  </a:cubicBezTo>
                  <a:lnTo>
                    <a:pt x="178181" y="754507"/>
                  </a:lnTo>
                  <a:lnTo>
                    <a:pt x="178181" y="81026"/>
                  </a:lnTo>
                  <a:cubicBezTo>
                    <a:pt x="178181" y="54229"/>
                    <a:pt x="156337" y="32385"/>
                    <a:pt x="129540" y="32385"/>
                  </a:cubicBezTo>
                  <a:moveTo>
                    <a:pt x="129540" y="971804"/>
                  </a:moveTo>
                  <a:cubicBezTo>
                    <a:pt x="58039" y="971804"/>
                    <a:pt x="0" y="913638"/>
                    <a:pt x="0" y="842264"/>
                  </a:cubicBezTo>
                  <a:cubicBezTo>
                    <a:pt x="0" y="802386"/>
                    <a:pt x="17653" y="766064"/>
                    <a:pt x="48641" y="741172"/>
                  </a:cubicBezTo>
                  <a:lnTo>
                    <a:pt x="48641" y="81026"/>
                  </a:lnTo>
                  <a:cubicBezTo>
                    <a:pt x="48514" y="36322"/>
                    <a:pt x="84836" y="0"/>
                    <a:pt x="129540" y="0"/>
                  </a:cubicBezTo>
                  <a:cubicBezTo>
                    <a:pt x="174244" y="0"/>
                    <a:pt x="210566" y="36322"/>
                    <a:pt x="210566" y="81026"/>
                  </a:cubicBezTo>
                  <a:lnTo>
                    <a:pt x="210566" y="741172"/>
                  </a:lnTo>
                  <a:cubicBezTo>
                    <a:pt x="241554" y="766064"/>
                    <a:pt x="259207" y="802386"/>
                    <a:pt x="259207" y="842264"/>
                  </a:cubicBezTo>
                  <a:cubicBezTo>
                    <a:pt x="259207" y="913765"/>
                    <a:pt x="201041" y="971804"/>
                    <a:pt x="129667" y="97180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19"/>
            <p:cNvSpPr/>
            <p:nvPr/>
          </p:nvSpPr>
          <p:spPr>
            <a:xfrm>
              <a:off x="938276" y="355092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19"/>
            <p:cNvSpPr/>
            <p:nvPr/>
          </p:nvSpPr>
          <p:spPr>
            <a:xfrm>
              <a:off x="938276" y="257937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9"/>
            <p:cNvSpPr/>
            <p:nvPr/>
          </p:nvSpPr>
          <p:spPr>
            <a:xfrm>
              <a:off x="938276" y="549402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19"/>
            <p:cNvSpPr/>
            <p:nvPr/>
          </p:nvSpPr>
          <p:spPr>
            <a:xfrm>
              <a:off x="938276" y="452247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9"/>
            <p:cNvSpPr/>
            <p:nvPr/>
          </p:nvSpPr>
          <p:spPr>
            <a:xfrm>
              <a:off x="938276" y="743839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19"/>
            <p:cNvSpPr/>
            <p:nvPr/>
          </p:nvSpPr>
          <p:spPr>
            <a:xfrm>
              <a:off x="938276" y="646684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9" name="Google Shape;859;p19"/>
          <p:cNvSpPr/>
          <p:nvPr/>
        </p:nvSpPr>
        <p:spPr>
          <a:xfrm>
            <a:off x="233877" y="502191"/>
            <a:ext cx="608930" cy="611105"/>
          </a:xfrm>
          <a:custGeom>
            <a:rect b="b" l="l" r="r" t="t"/>
            <a:pathLst>
              <a:path extrusionOk="0" h="939283" w="935944">
                <a:moveTo>
                  <a:pt x="594308" y="304156"/>
                </a:moveTo>
                <a:cubicBezTo>
                  <a:pt x="562304" y="328794"/>
                  <a:pt x="536650" y="358512"/>
                  <a:pt x="515060" y="395850"/>
                </a:cubicBezTo>
                <a:lnTo>
                  <a:pt x="522934" y="395596"/>
                </a:lnTo>
                <a:cubicBezTo>
                  <a:pt x="536523" y="387976"/>
                  <a:pt x="547953" y="381118"/>
                  <a:pt x="559256" y="374387"/>
                </a:cubicBezTo>
                <a:lnTo>
                  <a:pt x="562177" y="372355"/>
                </a:lnTo>
                <a:cubicBezTo>
                  <a:pt x="576147" y="350003"/>
                  <a:pt x="587069" y="328032"/>
                  <a:pt x="594308" y="304156"/>
                </a:cubicBezTo>
                <a:moveTo>
                  <a:pt x="385774" y="620259"/>
                </a:moveTo>
                <a:cubicBezTo>
                  <a:pt x="338784" y="635118"/>
                  <a:pt x="293826" y="676901"/>
                  <a:pt x="284682" y="713477"/>
                </a:cubicBezTo>
                <a:cubicBezTo>
                  <a:pt x="324560" y="689474"/>
                  <a:pt x="357834" y="659121"/>
                  <a:pt x="385774" y="620259"/>
                </a:cubicBezTo>
                <a:moveTo>
                  <a:pt x="626312" y="347209"/>
                </a:moveTo>
                <a:cubicBezTo>
                  <a:pt x="636218" y="344034"/>
                  <a:pt x="646632" y="342891"/>
                  <a:pt x="655522" y="335017"/>
                </a:cubicBezTo>
                <a:cubicBezTo>
                  <a:pt x="675715" y="317110"/>
                  <a:pt x="694257" y="297806"/>
                  <a:pt x="709243" y="275454"/>
                </a:cubicBezTo>
                <a:lnTo>
                  <a:pt x="730452" y="240910"/>
                </a:lnTo>
                <a:cubicBezTo>
                  <a:pt x="729690" y="239894"/>
                  <a:pt x="728928" y="238878"/>
                  <a:pt x="728166" y="237862"/>
                </a:cubicBezTo>
                <a:lnTo>
                  <a:pt x="664031" y="260341"/>
                </a:lnTo>
                <a:cubicBezTo>
                  <a:pt x="654379" y="263643"/>
                  <a:pt x="649934" y="269485"/>
                  <a:pt x="647394" y="279518"/>
                </a:cubicBezTo>
                <a:lnTo>
                  <a:pt x="626312" y="347209"/>
                </a:lnTo>
                <a:moveTo>
                  <a:pt x="325322" y="574666"/>
                </a:moveTo>
                <a:lnTo>
                  <a:pt x="243661" y="575428"/>
                </a:lnTo>
                <a:cubicBezTo>
                  <a:pt x="176605" y="571745"/>
                  <a:pt x="155142" y="570094"/>
                  <a:pt x="98627" y="534026"/>
                </a:cubicBezTo>
                <a:cubicBezTo>
                  <a:pt x="87451" y="526914"/>
                  <a:pt x="84530" y="514341"/>
                  <a:pt x="91007" y="503927"/>
                </a:cubicBezTo>
                <a:cubicBezTo>
                  <a:pt x="97611" y="493386"/>
                  <a:pt x="110311" y="490465"/>
                  <a:pt x="121995" y="497831"/>
                </a:cubicBezTo>
                <a:cubicBezTo>
                  <a:pt x="161238" y="522469"/>
                  <a:pt x="163397" y="519929"/>
                  <a:pt x="209117" y="528057"/>
                </a:cubicBezTo>
                <a:cubicBezTo>
                  <a:pt x="251916" y="535677"/>
                  <a:pt x="294715" y="535042"/>
                  <a:pt x="337387" y="526787"/>
                </a:cubicBezTo>
                <a:lnTo>
                  <a:pt x="340562" y="525771"/>
                </a:lnTo>
                <a:lnTo>
                  <a:pt x="340308" y="518786"/>
                </a:lnTo>
                <a:cubicBezTo>
                  <a:pt x="285444" y="459985"/>
                  <a:pt x="221055" y="423790"/>
                  <a:pt x="144855" y="409820"/>
                </a:cubicBezTo>
                <a:cubicBezTo>
                  <a:pt x="122249" y="405756"/>
                  <a:pt x="45668" y="401819"/>
                  <a:pt x="22681" y="400168"/>
                </a:cubicBezTo>
                <a:lnTo>
                  <a:pt x="5790" y="396485"/>
                </a:lnTo>
                <a:cubicBezTo>
                  <a:pt x="-1957" y="379975"/>
                  <a:pt x="-1195" y="372482"/>
                  <a:pt x="3758" y="365624"/>
                </a:cubicBezTo>
                <a:lnTo>
                  <a:pt x="15569" y="356988"/>
                </a:lnTo>
                <a:cubicBezTo>
                  <a:pt x="86943" y="356353"/>
                  <a:pt x="200354" y="373879"/>
                  <a:pt x="257123" y="402200"/>
                </a:cubicBezTo>
                <a:cubicBezTo>
                  <a:pt x="286968" y="417059"/>
                  <a:pt x="314400" y="435474"/>
                  <a:pt x="339546" y="457445"/>
                </a:cubicBezTo>
                <a:lnTo>
                  <a:pt x="343483" y="460493"/>
                </a:lnTo>
                <a:lnTo>
                  <a:pt x="353135" y="448936"/>
                </a:lnTo>
                <a:cubicBezTo>
                  <a:pt x="331037" y="426203"/>
                  <a:pt x="318083" y="415408"/>
                  <a:pt x="302335" y="407153"/>
                </a:cubicBezTo>
                <a:lnTo>
                  <a:pt x="253440" y="376165"/>
                </a:lnTo>
                <a:cubicBezTo>
                  <a:pt x="234263" y="366513"/>
                  <a:pt x="214070" y="357750"/>
                  <a:pt x="193369" y="353051"/>
                </a:cubicBezTo>
                <a:lnTo>
                  <a:pt x="115518" y="343399"/>
                </a:lnTo>
                <a:cubicBezTo>
                  <a:pt x="101421" y="342002"/>
                  <a:pt x="92150" y="335525"/>
                  <a:pt x="91134" y="323714"/>
                </a:cubicBezTo>
                <a:cubicBezTo>
                  <a:pt x="89864" y="310633"/>
                  <a:pt x="99008" y="299584"/>
                  <a:pt x="112724" y="300219"/>
                </a:cubicBezTo>
                <a:lnTo>
                  <a:pt x="176478" y="304791"/>
                </a:lnTo>
                <a:cubicBezTo>
                  <a:pt x="179018" y="304918"/>
                  <a:pt x="181558" y="305426"/>
                  <a:pt x="185495" y="305807"/>
                </a:cubicBezTo>
                <a:lnTo>
                  <a:pt x="183082" y="301235"/>
                </a:lnTo>
                <a:cubicBezTo>
                  <a:pt x="171144" y="279264"/>
                  <a:pt x="136219" y="207890"/>
                  <a:pt x="125932" y="187316"/>
                </a:cubicBezTo>
                <a:cubicBezTo>
                  <a:pt x="118566" y="172457"/>
                  <a:pt x="123011" y="159630"/>
                  <a:pt x="135584" y="154550"/>
                </a:cubicBezTo>
                <a:cubicBezTo>
                  <a:pt x="147903" y="149597"/>
                  <a:pt x="159079" y="155312"/>
                  <a:pt x="165429" y="170171"/>
                </a:cubicBezTo>
                <a:cubicBezTo>
                  <a:pt x="178383" y="200397"/>
                  <a:pt x="218769" y="279391"/>
                  <a:pt x="240613" y="304029"/>
                </a:cubicBezTo>
                <a:cubicBezTo>
                  <a:pt x="254837" y="320031"/>
                  <a:pt x="269950" y="334509"/>
                  <a:pt x="289762" y="344161"/>
                </a:cubicBezTo>
                <a:lnTo>
                  <a:pt x="331164" y="370704"/>
                </a:lnTo>
                <a:cubicBezTo>
                  <a:pt x="350468" y="385436"/>
                  <a:pt x="373074" y="390897"/>
                  <a:pt x="395680" y="396358"/>
                </a:cubicBezTo>
                <a:lnTo>
                  <a:pt x="406983" y="391786"/>
                </a:lnTo>
                <a:cubicBezTo>
                  <a:pt x="420445" y="388230"/>
                  <a:pt x="421715" y="383277"/>
                  <a:pt x="422985" y="376546"/>
                </a:cubicBezTo>
                <a:cubicBezTo>
                  <a:pt x="425271" y="364608"/>
                  <a:pt x="423620" y="353813"/>
                  <a:pt x="420064" y="342129"/>
                </a:cubicBezTo>
                <a:lnTo>
                  <a:pt x="401522" y="266818"/>
                </a:lnTo>
                <a:cubicBezTo>
                  <a:pt x="400633" y="263008"/>
                  <a:pt x="399490" y="258944"/>
                  <a:pt x="397458" y="255642"/>
                </a:cubicBezTo>
                <a:cubicBezTo>
                  <a:pt x="373709" y="217034"/>
                  <a:pt x="343229" y="184649"/>
                  <a:pt x="306526" y="158233"/>
                </a:cubicBezTo>
                <a:lnTo>
                  <a:pt x="297509" y="150740"/>
                </a:lnTo>
                <a:cubicBezTo>
                  <a:pt x="290143" y="137659"/>
                  <a:pt x="293064" y="127118"/>
                  <a:pt x="300430" y="120895"/>
                </a:cubicBezTo>
                <a:cubicBezTo>
                  <a:pt x="307796" y="114672"/>
                  <a:pt x="318591" y="113402"/>
                  <a:pt x="326846" y="120006"/>
                </a:cubicBezTo>
                <a:lnTo>
                  <a:pt x="387298" y="171568"/>
                </a:lnTo>
                <a:cubicBezTo>
                  <a:pt x="391997" y="175632"/>
                  <a:pt x="395934" y="180712"/>
                  <a:pt x="400887" y="186173"/>
                </a:cubicBezTo>
                <a:lnTo>
                  <a:pt x="408380" y="148200"/>
                </a:lnTo>
                <a:cubicBezTo>
                  <a:pt x="412317" y="133214"/>
                  <a:pt x="446099" y="30217"/>
                  <a:pt x="451306" y="15612"/>
                </a:cubicBezTo>
                <a:cubicBezTo>
                  <a:pt x="455751" y="2658"/>
                  <a:pt x="467562" y="-2803"/>
                  <a:pt x="479373" y="1388"/>
                </a:cubicBezTo>
                <a:cubicBezTo>
                  <a:pt x="490930" y="5579"/>
                  <a:pt x="496264" y="17644"/>
                  <a:pt x="491438" y="30725"/>
                </a:cubicBezTo>
                <a:cubicBezTo>
                  <a:pt x="478484" y="66285"/>
                  <a:pt x="442543" y="190872"/>
                  <a:pt x="442416" y="228845"/>
                </a:cubicBezTo>
                <a:cubicBezTo>
                  <a:pt x="442289" y="243069"/>
                  <a:pt x="445337" y="255515"/>
                  <a:pt x="454354" y="267580"/>
                </a:cubicBezTo>
                <a:lnTo>
                  <a:pt x="457148" y="262119"/>
                </a:lnTo>
                <a:cubicBezTo>
                  <a:pt x="486104" y="203064"/>
                  <a:pt x="491565" y="184903"/>
                  <a:pt x="541730" y="147057"/>
                </a:cubicBezTo>
                <a:lnTo>
                  <a:pt x="557224" y="139437"/>
                </a:lnTo>
                <a:cubicBezTo>
                  <a:pt x="573480" y="147057"/>
                  <a:pt x="577544" y="153153"/>
                  <a:pt x="578179" y="161154"/>
                </a:cubicBezTo>
                <a:lnTo>
                  <a:pt x="574242" y="176902"/>
                </a:lnTo>
                <a:cubicBezTo>
                  <a:pt x="534364" y="206747"/>
                  <a:pt x="540587" y="207255"/>
                  <a:pt x="518362" y="241418"/>
                </a:cubicBezTo>
                <a:cubicBezTo>
                  <a:pt x="502741" y="265421"/>
                  <a:pt x="490422" y="291075"/>
                  <a:pt x="480770" y="318126"/>
                </a:cubicBezTo>
                <a:lnTo>
                  <a:pt x="477214" y="334128"/>
                </a:lnTo>
                <a:cubicBezTo>
                  <a:pt x="481786" y="348352"/>
                  <a:pt x="482802" y="354448"/>
                  <a:pt x="484326" y="361052"/>
                </a:cubicBezTo>
                <a:lnTo>
                  <a:pt x="514679" y="321047"/>
                </a:lnTo>
                <a:cubicBezTo>
                  <a:pt x="540333" y="289805"/>
                  <a:pt x="570686" y="263643"/>
                  <a:pt x="605357" y="242815"/>
                </a:cubicBezTo>
                <a:lnTo>
                  <a:pt x="613104" y="236719"/>
                </a:lnTo>
                <a:cubicBezTo>
                  <a:pt x="613485" y="207128"/>
                  <a:pt x="614247" y="139564"/>
                  <a:pt x="614882" y="116069"/>
                </a:cubicBezTo>
                <a:lnTo>
                  <a:pt x="614501" y="111497"/>
                </a:lnTo>
                <a:cubicBezTo>
                  <a:pt x="614120" y="95622"/>
                  <a:pt x="622756" y="85716"/>
                  <a:pt x="635075" y="85208"/>
                </a:cubicBezTo>
                <a:cubicBezTo>
                  <a:pt x="647013" y="84700"/>
                  <a:pt x="656919" y="93590"/>
                  <a:pt x="657554" y="106671"/>
                </a:cubicBezTo>
                <a:cubicBezTo>
                  <a:pt x="658316" y="126483"/>
                  <a:pt x="658316" y="190237"/>
                  <a:pt x="658570" y="210176"/>
                </a:cubicBezTo>
                <a:lnTo>
                  <a:pt x="658570" y="212970"/>
                </a:lnTo>
                <a:lnTo>
                  <a:pt x="666952" y="212462"/>
                </a:lnTo>
                <a:cubicBezTo>
                  <a:pt x="687780" y="206366"/>
                  <a:pt x="704544" y="201159"/>
                  <a:pt x="721689" y="196968"/>
                </a:cubicBezTo>
                <a:cubicBezTo>
                  <a:pt x="743406" y="191761"/>
                  <a:pt x="755725" y="204842"/>
                  <a:pt x="750391" y="227194"/>
                </a:cubicBezTo>
                <a:lnTo>
                  <a:pt x="754201" y="228210"/>
                </a:lnTo>
                <a:cubicBezTo>
                  <a:pt x="770330" y="233544"/>
                  <a:pt x="776553" y="247133"/>
                  <a:pt x="768679" y="260595"/>
                </a:cubicBezTo>
                <a:lnTo>
                  <a:pt x="730452" y="320158"/>
                </a:lnTo>
                <a:cubicBezTo>
                  <a:pt x="728166" y="323714"/>
                  <a:pt x="725118" y="326889"/>
                  <a:pt x="721308" y="331461"/>
                </a:cubicBezTo>
                <a:lnTo>
                  <a:pt x="727912" y="331842"/>
                </a:lnTo>
                <a:cubicBezTo>
                  <a:pt x="760043" y="331969"/>
                  <a:pt x="757757" y="329810"/>
                  <a:pt x="786586" y="336668"/>
                </a:cubicBezTo>
                <a:cubicBezTo>
                  <a:pt x="800683" y="339970"/>
                  <a:pt x="808049" y="350511"/>
                  <a:pt x="805255" y="362957"/>
                </a:cubicBezTo>
                <a:cubicBezTo>
                  <a:pt x="802461" y="375403"/>
                  <a:pt x="791412" y="382007"/>
                  <a:pt x="777188" y="378832"/>
                </a:cubicBezTo>
                <a:cubicBezTo>
                  <a:pt x="731595" y="368672"/>
                  <a:pt x="717244" y="372101"/>
                  <a:pt x="671270" y="381245"/>
                </a:cubicBezTo>
                <a:lnTo>
                  <a:pt x="663142" y="384039"/>
                </a:lnTo>
                <a:cubicBezTo>
                  <a:pt x="635329" y="403089"/>
                  <a:pt x="609421" y="416678"/>
                  <a:pt x="581735" y="427092"/>
                </a:cubicBezTo>
                <a:lnTo>
                  <a:pt x="572591" y="432807"/>
                </a:lnTo>
                <a:lnTo>
                  <a:pt x="567257" y="442840"/>
                </a:lnTo>
                <a:cubicBezTo>
                  <a:pt x="570051" y="451857"/>
                  <a:pt x="574242" y="457572"/>
                  <a:pt x="575131" y="463922"/>
                </a:cubicBezTo>
                <a:cubicBezTo>
                  <a:pt x="576782" y="474463"/>
                  <a:pt x="583513" y="479416"/>
                  <a:pt x="591895" y="483988"/>
                </a:cubicBezTo>
                <a:cubicBezTo>
                  <a:pt x="670254" y="527549"/>
                  <a:pt x="815161" y="520691"/>
                  <a:pt x="900378" y="493132"/>
                </a:cubicBezTo>
                <a:lnTo>
                  <a:pt x="904696" y="491608"/>
                </a:lnTo>
                <a:cubicBezTo>
                  <a:pt x="919428" y="487290"/>
                  <a:pt x="930985" y="492878"/>
                  <a:pt x="934795" y="504435"/>
                </a:cubicBezTo>
                <a:cubicBezTo>
                  <a:pt x="938478" y="515611"/>
                  <a:pt x="933144" y="527549"/>
                  <a:pt x="921079" y="531359"/>
                </a:cubicBezTo>
                <a:lnTo>
                  <a:pt x="865326" y="546599"/>
                </a:lnTo>
                <a:cubicBezTo>
                  <a:pt x="855293" y="549012"/>
                  <a:pt x="782014" y="564633"/>
                  <a:pt x="770203" y="566411"/>
                </a:cubicBezTo>
                <a:lnTo>
                  <a:pt x="775410" y="570602"/>
                </a:lnTo>
                <a:cubicBezTo>
                  <a:pt x="794206" y="587747"/>
                  <a:pt x="811351" y="602733"/>
                  <a:pt x="827607" y="618735"/>
                </a:cubicBezTo>
                <a:cubicBezTo>
                  <a:pt x="839037" y="630038"/>
                  <a:pt x="838910" y="643246"/>
                  <a:pt x="829131" y="652263"/>
                </a:cubicBezTo>
                <a:cubicBezTo>
                  <a:pt x="819352" y="661280"/>
                  <a:pt x="806525" y="659756"/>
                  <a:pt x="795730" y="647818"/>
                </a:cubicBezTo>
                <a:cubicBezTo>
                  <a:pt x="747470" y="594859"/>
                  <a:pt x="688161" y="561712"/>
                  <a:pt x="617676" y="548631"/>
                </a:cubicBezTo>
                <a:lnTo>
                  <a:pt x="580846" y="544186"/>
                </a:lnTo>
                <a:cubicBezTo>
                  <a:pt x="573988" y="543297"/>
                  <a:pt x="570559" y="545710"/>
                  <a:pt x="569924" y="552949"/>
                </a:cubicBezTo>
                <a:lnTo>
                  <a:pt x="616787" y="563109"/>
                </a:lnTo>
                <a:cubicBezTo>
                  <a:pt x="694003" y="583175"/>
                  <a:pt x="813383" y="677663"/>
                  <a:pt x="866596" y="736972"/>
                </a:cubicBezTo>
                <a:cubicBezTo>
                  <a:pt x="876121" y="747513"/>
                  <a:pt x="875994" y="760848"/>
                  <a:pt x="866596" y="769357"/>
                </a:cubicBezTo>
                <a:cubicBezTo>
                  <a:pt x="857071" y="777993"/>
                  <a:pt x="844371" y="776977"/>
                  <a:pt x="834465" y="765928"/>
                </a:cubicBezTo>
                <a:cubicBezTo>
                  <a:pt x="795984" y="723002"/>
                  <a:pt x="695781" y="637023"/>
                  <a:pt x="641933" y="616449"/>
                </a:cubicBezTo>
                <a:cubicBezTo>
                  <a:pt x="611580" y="604892"/>
                  <a:pt x="580084" y="598034"/>
                  <a:pt x="547826" y="594732"/>
                </a:cubicBezTo>
                <a:lnTo>
                  <a:pt x="533856" y="594732"/>
                </a:lnTo>
                <a:cubicBezTo>
                  <a:pt x="523442" y="603622"/>
                  <a:pt x="518108" y="606035"/>
                  <a:pt x="512901" y="609210"/>
                </a:cubicBezTo>
                <a:cubicBezTo>
                  <a:pt x="533348" y="642865"/>
                  <a:pt x="558494" y="671948"/>
                  <a:pt x="588593" y="696713"/>
                </a:cubicBezTo>
                <a:cubicBezTo>
                  <a:pt x="626820" y="728082"/>
                  <a:pt x="654633" y="741163"/>
                  <a:pt x="702131" y="754752"/>
                </a:cubicBezTo>
                <a:cubicBezTo>
                  <a:pt x="716736" y="758943"/>
                  <a:pt x="723594" y="770246"/>
                  <a:pt x="719657" y="782565"/>
                </a:cubicBezTo>
                <a:cubicBezTo>
                  <a:pt x="715720" y="794884"/>
                  <a:pt x="704417" y="800218"/>
                  <a:pt x="690320" y="796281"/>
                </a:cubicBezTo>
                <a:cubicBezTo>
                  <a:pt x="654887" y="786375"/>
                  <a:pt x="636599" y="780914"/>
                  <a:pt x="605103" y="761610"/>
                </a:cubicBezTo>
                <a:cubicBezTo>
                  <a:pt x="562304" y="735321"/>
                  <a:pt x="525982" y="701920"/>
                  <a:pt x="496010" y="661661"/>
                </a:cubicBezTo>
                <a:lnTo>
                  <a:pt x="493851" y="658994"/>
                </a:lnTo>
                <a:lnTo>
                  <a:pt x="496518" y="672837"/>
                </a:lnTo>
                <a:cubicBezTo>
                  <a:pt x="528141" y="745227"/>
                  <a:pt x="623264" y="846065"/>
                  <a:pt x="684732" y="882006"/>
                </a:cubicBezTo>
                <a:lnTo>
                  <a:pt x="686764" y="883149"/>
                </a:lnTo>
                <a:cubicBezTo>
                  <a:pt x="700353" y="891277"/>
                  <a:pt x="704290" y="903215"/>
                  <a:pt x="697940" y="914391"/>
                </a:cubicBezTo>
                <a:cubicBezTo>
                  <a:pt x="691590" y="925567"/>
                  <a:pt x="678763" y="929123"/>
                  <a:pt x="666444" y="921249"/>
                </a:cubicBezTo>
                <a:lnTo>
                  <a:pt x="611707" y="883403"/>
                </a:lnTo>
                <a:cubicBezTo>
                  <a:pt x="577544" y="856098"/>
                  <a:pt x="500201" y="772405"/>
                  <a:pt x="478357" y="734559"/>
                </a:cubicBezTo>
                <a:lnTo>
                  <a:pt x="476325" y="731384"/>
                </a:lnTo>
                <a:cubicBezTo>
                  <a:pt x="474166" y="742306"/>
                  <a:pt x="474420" y="754498"/>
                  <a:pt x="474039" y="766817"/>
                </a:cubicBezTo>
                <a:cubicBezTo>
                  <a:pt x="472769" y="811394"/>
                  <a:pt x="463752" y="854320"/>
                  <a:pt x="447623" y="895849"/>
                </a:cubicBezTo>
                <a:cubicBezTo>
                  <a:pt x="442670" y="908549"/>
                  <a:pt x="430478" y="913883"/>
                  <a:pt x="418921" y="909311"/>
                </a:cubicBezTo>
                <a:cubicBezTo>
                  <a:pt x="407872" y="904866"/>
                  <a:pt x="403046" y="893055"/>
                  <a:pt x="407237" y="880482"/>
                </a:cubicBezTo>
                <a:lnTo>
                  <a:pt x="410031" y="872862"/>
                </a:lnTo>
                <a:cubicBezTo>
                  <a:pt x="412571" y="865242"/>
                  <a:pt x="413714" y="861432"/>
                  <a:pt x="415746" y="855209"/>
                </a:cubicBezTo>
                <a:cubicBezTo>
                  <a:pt x="404697" y="869179"/>
                  <a:pt x="359485" y="916804"/>
                  <a:pt x="349833" y="928742"/>
                </a:cubicBezTo>
                <a:lnTo>
                  <a:pt x="337514" y="939283"/>
                </a:lnTo>
                <a:cubicBezTo>
                  <a:pt x="311479" y="934965"/>
                  <a:pt x="305256" y="916423"/>
                  <a:pt x="315797" y="901818"/>
                </a:cubicBezTo>
                <a:cubicBezTo>
                  <a:pt x="329894" y="882514"/>
                  <a:pt x="380186" y="827777"/>
                  <a:pt x="392505" y="807457"/>
                </a:cubicBezTo>
                <a:cubicBezTo>
                  <a:pt x="410158" y="777993"/>
                  <a:pt x="421842" y="745735"/>
                  <a:pt x="425906" y="711699"/>
                </a:cubicBezTo>
                <a:cubicBezTo>
                  <a:pt x="427684" y="696586"/>
                  <a:pt x="422096" y="680584"/>
                  <a:pt x="419556" y="664963"/>
                </a:cubicBezTo>
                <a:lnTo>
                  <a:pt x="417397" y="657851"/>
                </a:lnTo>
                <a:lnTo>
                  <a:pt x="412190" y="657343"/>
                </a:lnTo>
                <a:cubicBezTo>
                  <a:pt x="371931" y="708397"/>
                  <a:pt x="323925" y="745989"/>
                  <a:pt x="266648" y="771389"/>
                </a:cubicBezTo>
                <a:lnTo>
                  <a:pt x="257758" y="776596"/>
                </a:lnTo>
                <a:cubicBezTo>
                  <a:pt x="254583" y="797424"/>
                  <a:pt x="251789" y="811902"/>
                  <a:pt x="248868" y="826253"/>
                </a:cubicBezTo>
                <a:cubicBezTo>
                  <a:pt x="246328" y="838699"/>
                  <a:pt x="234898" y="846192"/>
                  <a:pt x="223214" y="843525"/>
                </a:cubicBezTo>
                <a:cubicBezTo>
                  <a:pt x="212546" y="841112"/>
                  <a:pt x="205688" y="831968"/>
                  <a:pt x="206577" y="820411"/>
                </a:cubicBezTo>
                <a:lnTo>
                  <a:pt x="210260" y="791201"/>
                </a:lnTo>
                <a:cubicBezTo>
                  <a:pt x="204926" y="793106"/>
                  <a:pt x="200100" y="794249"/>
                  <a:pt x="195782" y="796535"/>
                </a:cubicBezTo>
                <a:cubicBezTo>
                  <a:pt x="184225" y="802377"/>
                  <a:pt x="172668" y="799583"/>
                  <a:pt x="164667" y="788407"/>
                </a:cubicBezTo>
                <a:cubicBezTo>
                  <a:pt x="157936" y="779136"/>
                  <a:pt x="159206" y="767960"/>
                  <a:pt x="167715" y="759451"/>
                </a:cubicBezTo>
                <a:lnTo>
                  <a:pt x="172160" y="754879"/>
                </a:lnTo>
                <a:cubicBezTo>
                  <a:pt x="196163" y="712334"/>
                  <a:pt x="224357" y="677282"/>
                  <a:pt x="259028" y="647310"/>
                </a:cubicBezTo>
                <a:lnTo>
                  <a:pt x="261695" y="646167"/>
                </a:lnTo>
                <a:lnTo>
                  <a:pt x="261314" y="643373"/>
                </a:lnTo>
                <a:lnTo>
                  <a:pt x="219023" y="648961"/>
                </a:lnTo>
                <a:cubicBezTo>
                  <a:pt x="167207" y="653914"/>
                  <a:pt x="85292" y="648326"/>
                  <a:pt x="35889" y="631435"/>
                </a:cubicBezTo>
                <a:cubicBezTo>
                  <a:pt x="23189" y="627117"/>
                  <a:pt x="17093" y="615941"/>
                  <a:pt x="20649" y="604511"/>
                </a:cubicBezTo>
                <a:cubicBezTo>
                  <a:pt x="24459" y="592192"/>
                  <a:pt x="36270" y="586350"/>
                  <a:pt x="49859" y="590795"/>
                </a:cubicBezTo>
                <a:cubicBezTo>
                  <a:pt x="90118" y="604130"/>
                  <a:pt x="162508" y="609464"/>
                  <a:pt x="204799" y="606924"/>
                </a:cubicBezTo>
                <a:cubicBezTo>
                  <a:pt x="246201" y="604384"/>
                  <a:pt x="285444" y="593970"/>
                  <a:pt x="322909" y="576190"/>
                </a:cubicBezTo>
                <a:lnTo>
                  <a:pt x="325703" y="574412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60" name="Google Shape;860;p19"/>
          <p:cNvGrpSpPr/>
          <p:nvPr/>
        </p:nvGrpSpPr>
        <p:grpSpPr>
          <a:xfrm>
            <a:off x="178004" y="7762778"/>
            <a:ext cx="720093" cy="727035"/>
            <a:chOff x="63500" y="63500"/>
            <a:chExt cx="1106805" cy="1117473"/>
          </a:xfrm>
        </p:grpSpPr>
        <p:sp>
          <p:nvSpPr>
            <p:cNvPr id="861" name="Google Shape;861;p19"/>
            <p:cNvSpPr/>
            <p:nvPr/>
          </p:nvSpPr>
          <p:spPr>
            <a:xfrm>
              <a:off x="452417" y="519747"/>
              <a:ext cx="530803" cy="322500"/>
            </a:xfrm>
            <a:custGeom>
              <a:rect b="b" l="l" r="r" t="t"/>
              <a:pathLst>
                <a:path extrusionOk="0" h="322500" w="530803">
                  <a:moveTo>
                    <a:pt x="300693" y="277051"/>
                  </a:moveTo>
                  <a:cubicBezTo>
                    <a:pt x="338031" y="274765"/>
                    <a:pt x="374099" y="269558"/>
                    <a:pt x="406738" y="250635"/>
                  </a:cubicBezTo>
                  <a:cubicBezTo>
                    <a:pt x="451950" y="224473"/>
                    <a:pt x="478747" y="185357"/>
                    <a:pt x="487637" y="133922"/>
                  </a:cubicBezTo>
                  <a:lnTo>
                    <a:pt x="488653" y="127064"/>
                  </a:lnTo>
                  <a:cubicBezTo>
                    <a:pt x="491828" y="110046"/>
                    <a:pt x="500845" y="103061"/>
                    <a:pt x="513418" y="104839"/>
                  </a:cubicBezTo>
                  <a:cubicBezTo>
                    <a:pt x="526372" y="106617"/>
                    <a:pt x="532087" y="114999"/>
                    <a:pt x="530563" y="129731"/>
                  </a:cubicBezTo>
                  <a:cubicBezTo>
                    <a:pt x="520657" y="223330"/>
                    <a:pt x="456014" y="297117"/>
                    <a:pt x="363304" y="316167"/>
                  </a:cubicBezTo>
                  <a:cubicBezTo>
                    <a:pt x="285961" y="332169"/>
                    <a:pt x="212555" y="317183"/>
                    <a:pt x="144229" y="278702"/>
                  </a:cubicBezTo>
                  <a:cubicBezTo>
                    <a:pt x="94191" y="250508"/>
                    <a:pt x="51138" y="214186"/>
                    <a:pt x="22817" y="162878"/>
                  </a:cubicBezTo>
                  <a:cubicBezTo>
                    <a:pt x="11768" y="142812"/>
                    <a:pt x="1608" y="121984"/>
                    <a:pt x="211" y="98489"/>
                  </a:cubicBezTo>
                  <a:cubicBezTo>
                    <a:pt x="-1948" y="59881"/>
                    <a:pt x="12403" y="29020"/>
                    <a:pt x="47455" y="10732"/>
                  </a:cubicBezTo>
                  <a:cubicBezTo>
                    <a:pt x="82634" y="-7683"/>
                    <a:pt x="115781" y="-1587"/>
                    <a:pt x="146134" y="22797"/>
                  </a:cubicBezTo>
                  <a:lnTo>
                    <a:pt x="170391" y="44260"/>
                  </a:lnTo>
                  <a:cubicBezTo>
                    <a:pt x="180932" y="55055"/>
                    <a:pt x="179789" y="65469"/>
                    <a:pt x="167978" y="76518"/>
                  </a:cubicBezTo>
                  <a:cubicBezTo>
                    <a:pt x="158072" y="85789"/>
                    <a:pt x="149817" y="85281"/>
                    <a:pt x="139149" y="74359"/>
                  </a:cubicBezTo>
                  <a:lnTo>
                    <a:pt x="120734" y="55055"/>
                  </a:lnTo>
                  <a:cubicBezTo>
                    <a:pt x="104097" y="40577"/>
                    <a:pt x="85301" y="37783"/>
                    <a:pt x="69807" y="46673"/>
                  </a:cubicBezTo>
                  <a:cubicBezTo>
                    <a:pt x="50503" y="57722"/>
                    <a:pt x="41232" y="77407"/>
                    <a:pt x="45042" y="99124"/>
                  </a:cubicBezTo>
                  <a:cubicBezTo>
                    <a:pt x="49487" y="123635"/>
                    <a:pt x="61044" y="144717"/>
                    <a:pt x="77046" y="163132"/>
                  </a:cubicBezTo>
                  <a:cubicBezTo>
                    <a:pt x="119972" y="212789"/>
                    <a:pt x="170391" y="251651"/>
                    <a:pt x="235542" y="267145"/>
                  </a:cubicBezTo>
                  <a:lnTo>
                    <a:pt x="300439" y="27705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19"/>
            <p:cNvSpPr/>
            <p:nvPr/>
          </p:nvSpPr>
          <p:spPr>
            <a:xfrm>
              <a:off x="277098" y="401210"/>
              <a:ext cx="478944" cy="315717"/>
            </a:xfrm>
            <a:custGeom>
              <a:rect b="b" l="l" r="r" t="t"/>
              <a:pathLst>
                <a:path extrusionOk="0" h="315717" w="478944">
                  <a:moveTo>
                    <a:pt x="178959" y="42020"/>
                  </a:moveTo>
                  <a:cubicBezTo>
                    <a:pt x="134890" y="42147"/>
                    <a:pt x="93996" y="51418"/>
                    <a:pt x="58817" y="79104"/>
                  </a:cubicBezTo>
                  <a:lnTo>
                    <a:pt x="38370" y="97773"/>
                  </a:lnTo>
                  <a:cubicBezTo>
                    <a:pt x="26813" y="108314"/>
                    <a:pt x="16780" y="108695"/>
                    <a:pt x="7382" y="99297"/>
                  </a:cubicBezTo>
                  <a:cubicBezTo>
                    <a:pt x="-2397" y="89518"/>
                    <a:pt x="-2651" y="79485"/>
                    <a:pt x="7763" y="68182"/>
                  </a:cubicBezTo>
                  <a:cubicBezTo>
                    <a:pt x="43196" y="30082"/>
                    <a:pt x="86757" y="6333"/>
                    <a:pt x="138446" y="1634"/>
                  </a:cubicBezTo>
                  <a:cubicBezTo>
                    <a:pt x="257191" y="-9161"/>
                    <a:pt x="354600" y="33765"/>
                    <a:pt x="431816" y="123554"/>
                  </a:cubicBezTo>
                  <a:cubicBezTo>
                    <a:pt x="452009" y="147049"/>
                    <a:pt x="469281" y="172322"/>
                    <a:pt x="476520" y="203564"/>
                  </a:cubicBezTo>
                  <a:cubicBezTo>
                    <a:pt x="485283" y="241410"/>
                    <a:pt x="469662" y="285352"/>
                    <a:pt x="439690" y="303894"/>
                  </a:cubicBezTo>
                  <a:cubicBezTo>
                    <a:pt x="408702" y="323071"/>
                    <a:pt x="361204" y="318499"/>
                    <a:pt x="331486" y="293226"/>
                  </a:cubicBezTo>
                  <a:lnTo>
                    <a:pt x="310404" y="272652"/>
                  </a:lnTo>
                  <a:cubicBezTo>
                    <a:pt x="299355" y="259444"/>
                    <a:pt x="304308" y="242680"/>
                    <a:pt x="320564" y="236330"/>
                  </a:cubicBezTo>
                  <a:lnTo>
                    <a:pt x="334788" y="236711"/>
                  </a:lnTo>
                  <a:cubicBezTo>
                    <a:pt x="348250" y="249411"/>
                    <a:pt x="355489" y="257539"/>
                    <a:pt x="363998" y="264016"/>
                  </a:cubicBezTo>
                  <a:cubicBezTo>
                    <a:pt x="378349" y="274938"/>
                    <a:pt x="394224" y="278494"/>
                    <a:pt x="411369" y="269985"/>
                  </a:cubicBezTo>
                  <a:cubicBezTo>
                    <a:pt x="428768" y="261349"/>
                    <a:pt x="435245" y="246871"/>
                    <a:pt x="436134" y="228075"/>
                  </a:cubicBezTo>
                  <a:cubicBezTo>
                    <a:pt x="436896" y="212073"/>
                    <a:pt x="433086" y="197595"/>
                    <a:pt x="424577" y="184514"/>
                  </a:cubicBezTo>
                  <a:cubicBezTo>
                    <a:pt x="366538" y="95995"/>
                    <a:pt x="286528" y="45068"/>
                    <a:pt x="179086" y="417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19"/>
            <p:cNvSpPr/>
            <p:nvPr/>
          </p:nvSpPr>
          <p:spPr>
            <a:xfrm>
              <a:off x="325981" y="253551"/>
              <a:ext cx="447026" cy="241876"/>
            </a:xfrm>
            <a:custGeom>
              <a:rect b="b" l="l" r="r" t="t"/>
              <a:pathLst>
                <a:path extrusionOk="0" h="241876" w="447026">
                  <a:moveTo>
                    <a:pt x="98072" y="40962"/>
                  </a:moveTo>
                  <a:lnTo>
                    <a:pt x="39652" y="52138"/>
                  </a:lnTo>
                  <a:cubicBezTo>
                    <a:pt x="34953" y="53027"/>
                    <a:pt x="30508" y="54932"/>
                    <a:pt x="25936" y="55948"/>
                  </a:cubicBezTo>
                  <a:cubicBezTo>
                    <a:pt x="13236" y="58615"/>
                    <a:pt x="5743" y="54551"/>
                    <a:pt x="1806" y="43375"/>
                  </a:cubicBezTo>
                  <a:cubicBezTo>
                    <a:pt x="-2385" y="31564"/>
                    <a:pt x="536" y="21277"/>
                    <a:pt x="12474" y="17594"/>
                  </a:cubicBezTo>
                  <a:lnTo>
                    <a:pt x="77117" y="2227"/>
                  </a:lnTo>
                  <a:cubicBezTo>
                    <a:pt x="140236" y="-6663"/>
                    <a:pt x="198021" y="12133"/>
                    <a:pt x="253647" y="39692"/>
                  </a:cubicBezTo>
                  <a:cubicBezTo>
                    <a:pt x="327053" y="76014"/>
                    <a:pt x="390045" y="125036"/>
                    <a:pt x="436019" y="193870"/>
                  </a:cubicBezTo>
                  <a:lnTo>
                    <a:pt x="443766" y="206316"/>
                  </a:lnTo>
                  <a:cubicBezTo>
                    <a:pt x="449735" y="221683"/>
                    <a:pt x="447068" y="229303"/>
                    <a:pt x="439321" y="234764"/>
                  </a:cubicBezTo>
                  <a:lnTo>
                    <a:pt x="423192" y="241876"/>
                  </a:lnTo>
                  <a:cubicBezTo>
                    <a:pt x="410111" y="230954"/>
                    <a:pt x="405412" y="225112"/>
                    <a:pt x="401348" y="219143"/>
                  </a:cubicBezTo>
                  <a:cubicBezTo>
                    <a:pt x="340769" y="129862"/>
                    <a:pt x="256187" y="75379"/>
                    <a:pt x="152809" y="48963"/>
                  </a:cubicBezTo>
                  <a:lnTo>
                    <a:pt x="98072" y="4096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19"/>
            <p:cNvSpPr/>
            <p:nvPr/>
          </p:nvSpPr>
          <p:spPr>
            <a:xfrm>
              <a:off x="432969" y="743106"/>
              <a:ext cx="446193" cy="239366"/>
            </a:xfrm>
            <a:custGeom>
              <a:rect b="b" l="l" r="r" t="t"/>
              <a:pathLst>
                <a:path extrusionOk="0" h="239366" w="446193">
                  <a:moveTo>
                    <a:pt x="348081" y="239366"/>
                  </a:moveTo>
                  <a:cubicBezTo>
                    <a:pt x="272389" y="237842"/>
                    <a:pt x="205206" y="214601"/>
                    <a:pt x="143738" y="174342"/>
                  </a:cubicBezTo>
                  <a:cubicBezTo>
                    <a:pt x="90525" y="139544"/>
                    <a:pt x="43281" y="98269"/>
                    <a:pt x="9118" y="43659"/>
                  </a:cubicBezTo>
                  <a:lnTo>
                    <a:pt x="3530" y="34261"/>
                  </a:lnTo>
                  <a:cubicBezTo>
                    <a:pt x="-3074" y="17497"/>
                    <a:pt x="-153" y="8988"/>
                    <a:pt x="10134" y="3400"/>
                  </a:cubicBezTo>
                  <a:cubicBezTo>
                    <a:pt x="20675" y="-2442"/>
                    <a:pt x="29057" y="-918"/>
                    <a:pt x="36804" y="9242"/>
                  </a:cubicBezTo>
                  <a:lnTo>
                    <a:pt x="79349" y="65503"/>
                  </a:lnTo>
                  <a:cubicBezTo>
                    <a:pt x="139928" y="131289"/>
                    <a:pt x="213080" y="176755"/>
                    <a:pt x="301472" y="195170"/>
                  </a:cubicBezTo>
                  <a:cubicBezTo>
                    <a:pt x="330301" y="201139"/>
                    <a:pt x="359003" y="198853"/>
                    <a:pt x="387705" y="193392"/>
                  </a:cubicBezTo>
                  <a:lnTo>
                    <a:pt x="422630" y="188820"/>
                  </a:lnTo>
                  <a:cubicBezTo>
                    <a:pt x="436473" y="188312"/>
                    <a:pt x="444474" y="194281"/>
                    <a:pt x="445871" y="203806"/>
                  </a:cubicBezTo>
                  <a:cubicBezTo>
                    <a:pt x="447649" y="214601"/>
                    <a:pt x="442061" y="224888"/>
                    <a:pt x="429107" y="228190"/>
                  </a:cubicBezTo>
                  <a:lnTo>
                    <a:pt x="374751" y="237588"/>
                  </a:lnTo>
                  <a:cubicBezTo>
                    <a:pt x="365353" y="238985"/>
                    <a:pt x="355701" y="238731"/>
                    <a:pt x="347700" y="23923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9"/>
            <p:cNvSpPr/>
            <p:nvPr/>
          </p:nvSpPr>
          <p:spPr>
            <a:xfrm>
              <a:off x="323596" y="590075"/>
              <a:ext cx="131850" cy="329767"/>
            </a:xfrm>
            <a:custGeom>
              <a:rect b="b" l="l" r="r" t="t"/>
              <a:pathLst>
                <a:path extrusionOk="0" h="329767" w="131850">
                  <a:moveTo>
                    <a:pt x="127" y="115156"/>
                  </a:moveTo>
                  <a:cubicBezTo>
                    <a:pt x="4318" y="74643"/>
                    <a:pt x="11938" y="39210"/>
                    <a:pt x="36830" y="10000"/>
                  </a:cubicBezTo>
                  <a:cubicBezTo>
                    <a:pt x="47117" y="-2065"/>
                    <a:pt x="57277" y="-2954"/>
                    <a:pt x="68326" y="5936"/>
                  </a:cubicBezTo>
                  <a:lnTo>
                    <a:pt x="77724" y="19271"/>
                  </a:lnTo>
                  <a:cubicBezTo>
                    <a:pt x="73152" y="30701"/>
                    <a:pt x="71882" y="33368"/>
                    <a:pt x="70104" y="35527"/>
                  </a:cubicBezTo>
                  <a:cubicBezTo>
                    <a:pt x="44958" y="67023"/>
                    <a:pt x="42545" y="102837"/>
                    <a:pt x="50038" y="140556"/>
                  </a:cubicBezTo>
                  <a:cubicBezTo>
                    <a:pt x="60325" y="191737"/>
                    <a:pt x="83820" y="236822"/>
                    <a:pt x="114427" y="278605"/>
                  </a:cubicBezTo>
                  <a:lnTo>
                    <a:pt x="122936" y="288892"/>
                  </a:lnTo>
                  <a:cubicBezTo>
                    <a:pt x="135509" y="306164"/>
                    <a:pt x="134112" y="316451"/>
                    <a:pt x="122936" y="325087"/>
                  </a:cubicBezTo>
                  <a:cubicBezTo>
                    <a:pt x="112776" y="332834"/>
                    <a:pt x="103632" y="330929"/>
                    <a:pt x="94234" y="319626"/>
                  </a:cubicBezTo>
                  <a:cubicBezTo>
                    <a:pt x="56134" y="273906"/>
                    <a:pt x="26289" y="223487"/>
                    <a:pt x="9906" y="166083"/>
                  </a:cubicBezTo>
                  <a:lnTo>
                    <a:pt x="0" y="11515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19"/>
            <p:cNvSpPr/>
            <p:nvPr/>
          </p:nvSpPr>
          <p:spPr>
            <a:xfrm>
              <a:off x="747631" y="315829"/>
              <a:ext cx="131971" cy="331109"/>
            </a:xfrm>
            <a:custGeom>
              <a:rect b="b" l="l" r="r" t="t"/>
              <a:pathLst>
                <a:path extrusionOk="0" h="331109" w="131971">
                  <a:moveTo>
                    <a:pt x="131844" y="224556"/>
                  </a:moveTo>
                  <a:cubicBezTo>
                    <a:pt x="133114" y="259862"/>
                    <a:pt x="121557" y="290596"/>
                    <a:pt x="101745" y="318663"/>
                  </a:cubicBezTo>
                  <a:lnTo>
                    <a:pt x="88918" y="331109"/>
                  </a:lnTo>
                  <a:cubicBezTo>
                    <a:pt x="61867" y="324251"/>
                    <a:pt x="56152" y="310281"/>
                    <a:pt x="65931" y="295930"/>
                  </a:cubicBezTo>
                  <a:cubicBezTo>
                    <a:pt x="87648" y="263926"/>
                    <a:pt x="94252" y="228747"/>
                    <a:pt x="86759" y="191155"/>
                  </a:cubicBezTo>
                  <a:cubicBezTo>
                    <a:pt x="79647" y="155595"/>
                    <a:pt x="66566" y="122067"/>
                    <a:pt x="47135" y="91460"/>
                  </a:cubicBezTo>
                  <a:lnTo>
                    <a:pt x="6749" y="37104"/>
                  </a:lnTo>
                  <a:cubicBezTo>
                    <a:pt x="-2014" y="25547"/>
                    <a:pt x="-2395" y="16276"/>
                    <a:pt x="6495" y="7259"/>
                  </a:cubicBezTo>
                  <a:cubicBezTo>
                    <a:pt x="15766" y="-2012"/>
                    <a:pt x="27069" y="-2774"/>
                    <a:pt x="35832" y="7132"/>
                  </a:cubicBezTo>
                  <a:cubicBezTo>
                    <a:pt x="90823" y="69616"/>
                    <a:pt x="129939" y="139212"/>
                    <a:pt x="131971" y="22455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9"/>
            <p:cNvSpPr/>
            <p:nvPr/>
          </p:nvSpPr>
          <p:spPr>
            <a:xfrm>
              <a:off x="63500" y="289687"/>
              <a:ext cx="167132" cy="166624"/>
            </a:xfrm>
            <a:custGeom>
              <a:rect b="b" l="l" r="r" t="t"/>
              <a:pathLst>
                <a:path extrusionOk="0" h="166624" w="167132">
                  <a:moveTo>
                    <a:pt x="167132" y="98171"/>
                  </a:moveTo>
                  <a:lnTo>
                    <a:pt x="117856" y="115062"/>
                  </a:lnTo>
                  <a:cubicBezTo>
                    <a:pt x="111760" y="117475"/>
                    <a:pt x="105791" y="121793"/>
                    <a:pt x="101346" y="126746"/>
                  </a:cubicBezTo>
                  <a:lnTo>
                    <a:pt x="68961" y="166624"/>
                  </a:lnTo>
                  <a:cubicBezTo>
                    <a:pt x="64135" y="152908"/>
                    <a:pt x="58928" y="140843"/>
                    <a:pt x="55880" y="128270"/>
                  </a:cubicBezTo>
                  <a:cubicBezTo>
                    <a:pt x="52324" y="113538"/>
                    <a:pt x="44577" y="102743"/>
                    <a:pt x="32258" y="94107"/>
                  </a:cubicBezTo>
                  <a:lnTo>
                    <a:pt x="0" y="68707"/>
                  </a:lnTo>
                  <a:cubicBezTo>
                    <a:pt x="16637" y="63119"/>
                    <a:pt x="31369" y="57658"/>
                    <a:pt x="46355" y="53213"/>
                  </a:cubicBezTo>
                  <a:cubicBezTo>
                    <a:pt x="55372" y="50546"/>
                    <a:pt x="62103" y="45974"/>
                    <a:pt x="67564" y="38481"/>
                  </a:cubicBezTo>
                  <a:lnTo>
                    <a:pt x="98171" y="0"/>
                  </a:lnTo>
                  <a:cubicBezTo>
                    <a:pt x="103759" y="16383"/>
                    <a:pt x="109474" y="31242"/>
                    <a:pt x="113792" y="46355"/>
                  </a:cubicBezTo>
                  <a:cubicBezTo>
                    <a:pt x="116459" y="55753"/>
                    <a:pt x="121666" y="62484"/>
                    <a:pt x="129413" y="68199"/>
                  </a:cubicBezTo>
                  <a:lnTo>
                    <a:pt x="167132" y="9817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19"/>
            <p:cNvSpPr/>
            <p:nvPr/>
          </p:nvSpPr>
          <p:spPr>
            <a:xfrm>
              <a:off x="551434" y="1033653"/>
              <a:ext cx="146939" cy="147320"/>
            </a:xfrm>
            <a:custGeom>
              <a:rect b="b" l="l" r="r" t="t"/>
              <a:pathLst>
                <a:path extrusionOk="0" h="147320" w="146939">
                  <a:moveTo>
                    <a:pt x="60452" y="147320"/>
                  </a:moveTo>
                  <a:lnTo>
                    <a:pt x="46990" y="107188"/>
                  </a:lnTo>
                  <a:cubicBezTo>
                    <a:pt x="44450" y="98933"/>
                    <a:pt x="40386" y="92583"/>
                    <a:pt x="33401" y="87376"/>
                  </a:cubicBezTo>
                  <a:lnTo>
                    <a:pt x="0" y="60706"/>
                  </a:lnTo>
                  <a:cubicBezTo>
                    <a:pt x="15875" y="55245"/>
                    <a:pt x="30226" y="50673"/>
                    <a:pt x="44323" y="45212"/>
                  </a:cubicBezTo>
                  <a:lnTo>
                    <a:pt x="53721" y="40132"/>
                  </a:lnTo>
                  <a:cubicBezTo>
                    <a:pt x="66802" y="25019"/>
                    <a:pt x="75819" y="13208"/>
                    <a:pt x="86360" y="0"/>
                  </a:cubicBezTo>
                  <a:lnTo>
                    <a:pt x="101346" y="43180"/>
                  </a:lnTo>
                  <a:cubicBezTo>
                    <a:pt x="103378" y="48514"/>
                    <a:pt x="106934" y="53721"/>
                    <a:pt x="111252" y="57531"/>
                  </a:cubicBezTo>
                  <a:lnTo>
                    <a:pt x="146939" y="86487"/>
                  </a:lnTo>
                  <a:cubicBezTo>
                    <a:pt x="130683" y="92075"/>
                    <a:pt x="115951" y="96901"/>
                    <a:pt x="101346" y="102235"/>
                  </a:cubicBezTo>
                  <a:lnTo>
                    <a:pt x="93472" y="106426"/>
                  </a:lnTo>
                  <a:cubicBezTo>
                    <a:pt x="80772" y="121412"/>
                    <a:pt x="71247" y="133604"/>
                    <a:pt x="60325" y="1470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19"/>
            <p:cNvSpPr/>
            <p:nvPr/>
          </p:nvSpPr>
          <p:spPr>
            <a:xfrm>
              <a:off x="922147" y="305181"/>
              <a:ext cx="122174" cy="121793"/>
            </a:xfrm>
            <a:custGeom>
              <a:rect b="b" l="l" r="r" t="t"/>
              <a:pathLst>
                <a:path extrusionOk="0" h="121793" w="122174">
                  <a:moveTo>
                    <a:pt x="71882" y="0"/>
                  </a:moveTo>
                  <a:cubicBezTo>
                    <a:pt x="77343" y="32258"/>
                    <a:pt x="94361" y="55118"/>
                    <a:pt x="122174" y="71628"/>
                  </a:cubicBezTo>
                  <a:cubicBezTo>
                    <a:pt x="89916" y="77216"/>
                    <a:pt x="66548" y="93345"/>
                    <a:pt x="50546" y="121793"/>
                  </a:cubicBezTo>
                  <a:cubicBezTo>
                    <a:pt x="44704" y="89408"/>
                    <a:pt x="28448" y="66167"/>
                    <a:pt x="0" y="50038"/>
                  </a:cubicBezTo>
                  <a:cubicBezTo>
                    <a:pt x="31877" y="44069"/>
                    <a:pt x="55499" y="28448"/>
                    <a:pt x="7200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19"/>
            <p:cNvSpPr/>
            <p:nvPr/>
          </p:nvSpPr>
          <p:spPr>
            <a:xfrm>
              <a:off x="1059053" y="717042"/>
              <a:ext cx="111252" cy="108712"/>
            </a:xfrm>
            <a:custGeom>
              <a:rect b="b" l="l" r="r" t="t"/>
              <a:pathLst>
                <a:path extrusionOk="0" h="108712" w="111252">
                  <a:moveTo>
                    <a:pt x="111125" y="46482"/>
                  </a:moveTo>
                  <a:lnTo>
                    <a:pt x="85598" y="66802"/>
                  </a:lnTo>
                  <a:cubicBezTo>
                    <a:pt x="83185" y="68961"/>
                    <a:pt x="81280" y="73025"/>
                    <a:pt x="81280" y="76200"/>
                  </a:cubicBezTo>
                  <a:lnTo>
                    <a:pt x="82550" y="108712"/>
                  </a:lnTo>
                  <a:cubicBezTo>
                    <a:pt x="75184" y="103886"/>
                    <a:pt x="68326" y="100457"/>
                    <a:pt x="62992" y="95631"/>
                  </a:cubicBezTo>
                  <a:cubicBezTo>
                    <a:pt x="54483" y="88011"/>
                    <a:pt x="46101" y="87503"/>
                    <a:pt x="36195" y="92710"/>
                  </a:cubicBezTo>
                  <a:lnTo>
                    <a:pt x="22987" y="98044"/>
                  </a:lnTo>
                  <a:cubicBezTo>
                    <a:pt x="17653" y="89789"/>
                    <a:pt x="20955" y="80645"/>
                    <a:pt x="22733" y="71120"/>
                  </a:cubicBezTo>
                  <a:lnTo>
                    <a:pt x="22352" y="61849"/>
                  </a:lnTo>
                  <a:cubicBezTo>
                    <a:pt x="14732" y="50419"/>
                    <a:pt x="8128" y="43180"/>
                    <a:pt x="0" y="33020"/>
                  </a:cubicBezTo>
                  <a:lnTo>
                    <a:pt x="31877" y="32766"/>
                  </a:lnTo>
                  <a:cubicBezTo>
                    <a:pt x="35814" y="32385"/>
                    <a:pt x="40640" y="29591"/>
                    <a:pt x="43180" y="26416"/>
                  </a:cubicBezTo>
                  <a:lnTo>
                    <a:pt x="60579" y="0"/>
                  </a:lnTo>
                  <a:cubicBezTo>
                    <a:pt x="64643" y="11176"/>
                    <a:pt x="68326" y="20066"/>
                    <a:pt x="71120" y="29337"/>
                  </a:cubicBezTo>
                  <a:lnTo>
                    <a:pt x="76073" y="37465"/>
                  </a:lnTo>
                  <a:cubicBezTo>
                    <a:pt x="90805" y="40767"/>
                    <a:pt x="99949" y="43561"/>
                    <a:pt x="111252" y="4660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19"/>
            <p:cNvSpPr/>
            <p:nvPr/>
          </p:nvSpPr>
          <p:spPr>
            <a:xfrm>
              <a:off x="174625" y="738378"/>
              <a:ext cx="111125" cy="109093"/>
            </a:xfrm>
            <a:custGeom>
              <a:rect b="b" l="l" r="r" t="t"/>
              <a:pathLst>
                <a:path extrusionOk="0" h="109093" w="111125">
                  <a:moveTo>
                    <a:pt x="60452" y="0"/>
                  </a:moveTo>
                  <a:lnTo>
                    <a:pt x="70358" y="27686"/>
                  </a:lnTo>
                  <a:cubicBezTo>
                    <a:pt x="72263" y="34163"/>
                    <a:pt x="75565" y="37719"/>
                    <a:pt x="82550" y="38989"/>
                  </a:cubicBezTo>
                  <a:lnTo>
                    <a:pt x="111125" y="46609"/>
                  </a:lnTo>
                  <a:cubicBezTo>
                    <a:pt x="101854" y="53848"/>
                    <a:pt x="93726" y="59309"/>
                    <a:pt x="86741" y="65913"/>
                  </a:cubicBezTo>
                  <a:lnTo>
                    <a:pt x="81534" y="73660"/>
                  </a:lnTo>
                  <a:cubicBezTo>
                    <a:pt x="80899" y="87376"/>
                    <a:pt x="81915" y="97155"/>
                    <a:pt x="82550" y="109093"/>
                  </a:cubicBezTo>
                  <a:lnTo>
                    <a:pt x="56134" y="91567"/>
                  </a:lnTo>
                  <a:cubicBezTo>
                    <a:pt x="52832" y="89662"/>
                    <a:pt x="47752" y="89154"/>
                    <a:pt x="44196" y="90297"/>
                  </a:cubicBezTo>
                  <a:lnTo>
                    <a:pt x="14605" y="101346"/>
                  </a:lnTo>
                  <a:cubicBezTo>
                    <a:pt x="17653" y="90170"/>
                    <a:pt x="20955" y="80772"/>
                    <a:pt x="22733" y="71120"/>
                  </a:cubicBezTo>
                  <a:lnTo>
                    <a:pt x="22479" y="61849"/>
                  </a:lnTo>
                  <a:cubicBezTo>
                    <a:pt x="14859" y="50419"/>
                    <a:pt x="8255" y="43180"/>
                    <a:pt x="0" y="33020"/>
                  </a:cubicBezTo>
                  <a:lnTo>
                    <a:pt x="32004" y="32766"/>
                  </a:lnTo>
                  <a:cubicBezTo>
                    <a:pt x="35941" y="32385"/>
                    <a:pt x="40767" y="29718"/>
                    <a:pt x="43180" y="26543"/>
                  </a:cubicBezTo>
                  <a:lnTo>
                    <a:pt x="60452" y="25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19"/>
            <p:cNvSpPr/>
            <p:nvPr/>
          </p:nvSpPr>
          <p:spPr>
            <a:xfrm>
              <a:off x="456438" y="63500"/>
              <a:ext cx="108331" cy="109093"/>
            </a:xfrm>
            <a:custGeom>
              <a:rect b="b" l="l" r="r" t="t"/>
              <a:pathLst>
                <a:path extrusionOk="0" h="109093" w="108331">
                  <a:moveTo>
                    <a:pt x="11557" y="101092"/>
                  </a:moveTo>
                  <a:lnTo>
                    <a:pt x="20320" y="70358"/>
                  </a:lnTo>
                  <a:cubicBezTo>
                    <a:pt x="21082" y="66675"/>
                    <a:pt x="19939" y="61595"/>
                    <a:pt x="17780" y="58547"/>
                  </a:cubicBezTo>
                  <a:lnTo>
                    <a:pt x="0" y="32893"/>
                  </a:lnTo>
                  <a:cubicBezTo>
                    <a:pt x="9652" y="32893"/>
                    <a:pt x="19304" y="33528"/>
                    <a:pt x="28702" y="32639"/>
                  </a:cubicBezTo>
                  <a:lnTo>
                    <a:pt x="37973" y="29337"/>
                  </a:lnTo>
                  <a:cubicBezTo>
                    <a:pt x="46736" y="18288"/>
                    <a:pt x="51562" y="9779"/>
                    <a:pt x="57912" y="0"/>
                  </a:cubicBezTo>
                  <a:lnTo>
                    <a:pt x="68834" y="29210"/>
                  </a:lnTo>
                  <a:cubicBezTo>
                    <a:pt x="70612" y="32893"/>
                    <a:pt x="74549" y="36576"/>
                    <a:pt x="78232" y="37973"/>
                  </a:cubicBezTo>
                  <a:lnTo>
                    <a:pt x="108331" y="46355"/>
                  </a:lnTo>
                  <a:cubicBezTo>
                    <a:pt x="99314" y="53467"/>
                    <a:pt x="91948" y="59817"/>
                    <a:pt x="84074" y="65405"/>
                  </a:cubicBezTo>
                  <a:lnTo>
                    <a:pt x="77724" y="72517"/>
                  </a:lnTo>
                  <a:cubicBezTo>
                    <a:pt x="79121" y="87630"/>
                    <a:pt x="79375" y="97155"/>
                    <a:pt x="80010" y="109093"/>
                  </a:cubicBezTo>
                  <a:lnTo>
                    <a:pt x="53848" y="91567"/>
                  </a:lnTo>
                  <a:cubicBezTo>
                    <a:pt x="50292" y="89662"/>
                    <a:pt x="44958" y="89027"/>
                    <a:pt x="41021" y="90170"/>
                  </a:cubicBezTo>
                  <a:lnTo>
                    <a:pt x="11684" y="10109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19"/>
            <p:cNvSpPr/>
            <p:nvPr/>
          </p:nvSpPr>
          <p:spPr>
            <a:xfrm>
              <a:off x="901227" y="881375"/>
              <a:ext cx="94960" cy="67696"/>
            </a:xfrm>
            <a:custGeom>
              <a:rect b="b" l="l" r="r" t="t"/>
              <a:pathLst>
                <a:path extrusionOk="0" h="67696" w="94960">
                  <a:moveTo>
                    <a:pt x="23587" y="67696"/>
                  </a:moveTo>
                  <a:cubicBezTo>
                    <a:pt x="11268" y="67442"/>
                    <a:pt x="3267" y="61346"/>
                    <a:pt x="854" y="52456"/>
                  </a:cubicBezTo>
                  <a:cubicBezTo>
                    <a:pt x="-1813" y="43058"/>
                    <a:pt x="1870" y="33279"/>
                    <a:pt x="10506" y="28707"/>
                  </a:cubicBezTo>
                  <a:lnTo>
                    <a:pt x="63338" y="2418"/>
                  </a:lnTo>
                  <a:cubicBezTo>
                    <a:pt x="72863" y="-2154"/>
                    <a:pt x="80356" y="-122"/>
                    <a:pt x="86325" y="7498"/>
                  </a:cubicBezTo>
                  <a:lnTo>
                    <a:pt x="94961" y="25532"/>
                  </a:lnTo>
                  <a:cubicBezTo>
                    <a:pt x="70450" y="51694"/>
                    <a:pt x="45558" y="59949"/>
                    <a:pt x="23587" y="675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19"/>
            <p:cNvSpPr/>
            <p:nvPr/>
          </p:nvSpPr>
          <p:spPr>
            <a:xfrm>
              <a:off x="641537" y="236171"/>
              <a:ext cx="88654" cy="73780"/>
            </a:xfrm>
            <a:custGeom>
              <a:rect b="b" l="l" r="r" t="t"/>
              <a:pathLst>
                <a:path extrusionOk="0" h="73780" w="88654">
                  <a:moveTo>
                    <a:pt x="23943" y="49"/>
                  </a:moveTo>
                  <a:lnTo>
                    <a:pt x="30547" y="1446"/>
                  </a:lnTo>
                  <a:cubicBezTo>
                    <a:pt x="50105" y="14781"/>
                    <a:pt x="66234" y="25449"/>
                    <a:pt x="81347" y="37514"/>
                  </a:cubicBezTo>
                  <a:cubicBezTo>
                    <a:pt x="90745" y="44880"/>
                    <a:pt x="90745" y="58088"/>
                    <a:pt x="83252" y="66597"/>
                  </a:cubicBezTo>
                  <a:cubicBezTo>
                    <a:pt x="75886" y="74979"/>
                    <a:pt x="64329" y="76122"/>
                    <a:pt x="54804" y="69518"/>
                  </a:cubicBezTo>
                  <a:lnTo>
                    <a:pt x="9592" y="37768"/>
                  </a:lnTo>
                  <a:cubicBezTo>
                    <a:pt x="1972" y="32307"/>
                    <a:pt x="-2219" y="25322"/>
                    <a:pt x="1210" y="15543"/>
                  </a:cubicBezTo>
                  <a:cubicBezTo>
                    <a:pt x="4893" y="5002"/>
                    <a:pt x="12005" y="-586"/>
                    <a:pt x="23943" y="4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19"/>
            <p:cNvSpPr/>
            <p:nvPr/>
          </p:nvSpPr>
          <p:spPr>
            <a:xfrm>
              <a:off x="464561" y="919978"/>
              <a:ext cx="45217" cy="45095"/>
            </a:xfrm>
            <a:custGeom>
              <a:rect b="b" l="l" r="r" t="t"/>
              <a:pathLst>
                <a:path extrusionOk="0" h="45095" w="45217">
                  <a:moveTo>
                    <a:pt x="5" y="22870"/>
                  </a:moveTo>
                  <a:cubicBezTo>
                    <a:pt x="-249" y="10551"/>
                    <a:pt x="9657" y="264"/>
                    <a:pt x="21976" y="10"/>
                  </a:cubicBezTo>
                  <a:cubicBezTo>
                    <a:pt x="34803" y="-371"/>
                    <a:pt x="45217" y="9789"/>
                    <a:pt x="45217" y="22616"/>
                  </a:cubicBezTo>
                  <a:cubicBezTo>
                    <a:pt x="45217" y="34808"/>
                    <a:pt x="34930" y="45095"/>
                    <a:pt x="22738" y="45095"/>
                  </a:cubicBezTo>
                  <a:cubicBezTo>
                    <a:pt x="10546" y="45095"/>
                    <a:pt x="259" y="35189"/>
                    <a:pt x="5" y="228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19"/>
            <p:cNvSpPr/>
            <p:nvPr/>
          </p:nvSpPr>
          <p:spPr>
            <a:xfrm>
              <a:off x="231892" y="520055"/>
              <a:ext cx="45224" cy="45097"/>
            </a:xfrm>
            <a:custGeom>
              <a:rect b="b" l="l" r="r" t="t"/>
              <a:pathLst>
                <a:path extrusionOk="0" h="45097" w="45224">
                  <a:moveTo>
                    <a:pt x="45222" y="22997"/>
                  </a:moveTo>
                  <a:cubicBezTo>
                    <a:pt x="44968" y="35570"/>
                    <a:pt x="35189" y="45222"/>
                    <a:pt x="22616" y="45095"/>
                  </a:cubicBezTo>
                  <a:cubicBezTo>
                    <a:pt x="9789" y="44968"/>
                    <a:pt x="-371" y="34554"/>
                    <a:pt x="10" y="21727"/>
                  </a:cubicBezTo>
                  <a:cubicBezTo>
                    <a:pt x="391" y="9662"/>
                    <a:pt x="11059" y="-371"/>
                    <a:pt x="23251" y="10"/>
                  </a:cubicBezTo>
                  <a:cubicBezTo>
                    <a:pt x="35697" y="391"/>
                    <a:pt x="45349" y="10551"/>
                    <a:pt x="45222" y="229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19"/>
            <p:cNvSpPr/>
            <p:nvPr/>
          </p:nvSpPr>
          <p:spPr>
            <a:xfrm>
              <a:off x="943355" y="559180"/>
              <a:ext cx="44959" cy="45224"/>
            </a:xfrm>
            <a:custGeom>
              <a:rect b="b" l="l" r="r" t="t"/>
              <a:pathLst>
                <a:path extrusionOk="0" h="45224" w="44959">
                  <a:moveTo>
                    <a:pt x="1" y="22099"/>
                  </a:moveTo>
                  <a:cubicBezTo>
                    <a:pt x="128" y="9653"/>
                    <a:pt x="10161" y="-126"/>
                    <a:pt x="22607" y="1"/>
                  </a:cubicBezTo>
                  <a:cubicBezTo>
                    <a:pt x="35053" y="128"/>
                    <a:pt x="44959" y="10034"/>
                    <a:pt x="44959" y="22480"/>
                  </a:cubicBezTo>
                  <a:cubicBezTo>
                    <a:pt x="44959" y="35434"/>
                    <a:pt x="34545" y="45594"/>
                    <a:pt x="21845" y="45213"/>
                  </a:cubicBezTo>
                  <a:cubicBezTo>
                    <a:pt x="9526" y="44832"/>
                    <a:pt x="-126" y="34672"/>
                    <a:pt x="1" y="222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19"/>
            <p:cNvSpPr/>
            <p:nvPr/>
          </p:nvSpPr>
          <p:spPr>
            <a:xfrm>
              <a:off x="773684" y="687705"/>
              <a:ext cx="60071" cy="58801"/>
            </a:xfrm>
            <a:custGeom>
              <a:rect b="b" l="l" r="r" t="t"/>
              <a:pathLst>
                <a:path extrusionOk="0" h="58801" w="60071">
                  <a:moveTo>
                    <a:pt x="7366" y="54737"/>
                  </a:moveTo>
                  <a:cubicBezTo>
                    <a:pt x="13589" y="40132"/>
                    <a:pt x="12065" y="28702"/>
                    <a:pt x="0" y="18796"/>
                  </a:cubicBezTo>
                  <a:cubicBezTo>
                    <a:pt x="14224" y="18796"/>
                    <a:pt x="26416" y="16891"/>
                    <a:pt x="30861" y="0"/>
                  </a:cubicBezTo>
                  <a:cubicBezTo>
                    <a:pt x="35052" y="14859"/>
                    <a:pt x="42164" y="24511"/>
                    <a:pt x="60071" y="23622"/>
                  </a:cubicBezTo>
                  <a:lnTo>
                    <a:pt x="46482" y="32893"/>
                  </a:lnTo>
                  <a:cubicBezTo>
                    <a:pt x="41783" y="43180"/>
                    <a:pt x="43688" y="50292"/>
                    <a:pt x="43688" y="58801"/>
                  </a:cubicBezTo>
                  <a:cubicBezTo>
                    <a:pt x="32258" y="49149"/>
                    <a:pt x="20955" y="43815"/>
                    <a:pt x="7366" y="547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19"/>
            <p:cNvSpPr/>
            <p:nvPr/>
          </p:nvSpPr>
          <p:spPr>
            <a:xfrm>
              <a:off x="622681" y="843280"/>
              <a:ext cx="37719" cy="37338"/>
            </a:xfrm>
            <a:custGeom>
              <a:rect b="b" l="l" r="r" t="t"/>
              <a:pathLst>
                <a:path extrusionOk="0" h="37338" w="37719">
                  <a:moveTo>
                    <a:pt x="37719" y="18669"/>
                  </a:moveTo>
                  <a:cubicBezTo>
                    <a:pt x="37719" y="28956"/>
                    <a:pt x="29210" y="37338"/>
                    <a:pt x="18796" y="37338"/>
                  </a:cubicBezTo>
                  <a:cubicBezTo>
                    <a:pt x="8255" y="37338"/>
                    <a:pt x="0" y="29083"/>
                    <a:pt x="0" y="18669"/>
                  </a:cubicBezTo>
                  <a:cubicBezTo>
                    <a:pt x="0" y="8255"/>
                    <a:pt x="8255" y="0"/>
                    <a:pt x="18796" y="0"/>
                  </a:cubicBezTo>
                  <a:cubicBezTo>
                    <a:pt x="29337" y="0"/>
                    <a:pt x="37719" y="8509"/>
                    <a:pt x="37719" y="186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19"/>
            <p:cNvSpPr/>
            <p:nvPr/>
          </p:nvSpPr>
          <p:spPr>
            <a:xfrm>
              <a:off x="449453" y="334264"/>
              <a:ext cx="42291" cy="42164"/>
            </a:xfrm>
            <a:custGeom>
              <a:rect b="b" l="l" r="r" t="t"/>
              <a:pathLst>
                <a:path extrusionOk="0" h="42164" w="42291">
                  <a:moveTo>
                    <a:pt x="24765" y="127"/>
                  </a:moveTo>
                  <a:lnTo>
                    <a:pt x="42291" y="24638"/>
                  </a:lnTo>
                  <a:cubicBezTo>
                    <a:pt x="34290" y="30226"/>
                    <a:pt x="25273" y="36576"/>
                    <a:pt x="17399" y="42164"/>
                  </a:cubicBezTo>
                  <a:lnTo>
                    <a:pt x="0" y="17145"/>
                  </a:lnTo>
                  <a:cubicBezTo>
                    <a:pt x="7620" y="11938"/>
                    <a:pt x="16510" y="5715"/>
                    <a:pt x="2476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1" name="Google Shape;881;p19"/>
          <p:cNvSpPr/>
          <p:nvPr/>
        </p:nvSpPr>
        <p:spPr>
          <a:xfrm>
            <a:off x="235748" y="1856293"/>
            <a:ext cx="606528" cy="615225"/>
          </a:xfrm>
          <a:custGeom>
            <a:rect b="b" l="l" r="r" t="t"/>
            <a:pathLst>
              <a:path extrusionOk="0" h="945607" w="932254">
                <a:moveTo>
                  <a:pt x="514905" y="852495"/>
                </a:moveTo>
                <a:cubicBezTo>
                  <a:pt x="497125" y="852622"/>
                  <a:pt x="483028" y="866592"/>
                  <a:pt x="483282" y="883991"/>
                </a:cubicBezTo>
                <a:cubicBezTo>
                  <a:pt x="483536" y="901390"/>
                  <a:pt x="498268" y="915614"/>
                  <a:pt x="515540" y="915360"/>
                </a:cubicBezTo>
                <a:cubicBezTo>
                  <a:pt x="532177" y="914979"/>
                  <a:pt x="546528" y="900120"/>
                  <a:pt x="546274" y="883483"/>
                </a:cubicBezTo>
                <a:cubicBezTo>
                  <a:pt x="546020" y="866211"/>
                  <a:pt x="532050" y="852495"/>
                  <a:pt x="514905" y="852622"/>
                </a:cubicBezTo>
                <a:moveTo>
                  <a:pt x="129714" y="852622"/>
                </a:moveTo>
                <a:cubicBezTo>
                  <a:pt x="111934" y="852622"/>
                  <a:pt x="97583" y="866465"/>
                  <a:pt x="97456" y="883737"/>
                </a:cubicBezTo>
                <a:cubicBezTo>
                  <a:pt x="97456" y="900501"/>
                  <a:pt x="112696" y="915614"/>
                  <a:pt x="129587" y="915487"/>
                </a:cubicBezTo>
                <a:cubicBezTo>
                  <a:pt x="146732" y="915360"/>
                  <a:pt x="160321" y="901390"/>
                  <a:pt x="160321" y="883864"/>
                </a:cubicBezTo>
                <a:cubicBezTo>
                  <a:pt x="160321" y="866084"/>
                  <a:pt x="147113" y="852622"/>
                  <a:pt x="129714" y="852622"/>
                </a:cubicBezTo>
                <a:moveTo>
                  <a:pt x="112188" y="562173"/>
                </a:moveTo>
                <a:cubicBezTo>
                  <a:pt x="112315" y="544901"/>
                  <a:pt x="98599" y="530931"/>
                  <a:pt x="81327" y="530677"/>
                </a:cubicBezTo>
                <a:cubicBezTo>
                  <a:pt x="64436" y="530423"/>
                  <a:pt x="49450" y="545282"/>
                  <a:pt x="49323" y="562427"/>
                </a:cubicBezTo>
                <a:cubicBezTo>
                  <a:pt x="49196" y="579191"/>
                  <a:pt x="63547" y="593288"/>
                  <a:pt x="80692" y="593415"/>
                </a:cubicBezTo>
                <a:cubicBezTo>
                  <a:pt x="98853" y="593542"/>
                  <a:pt x="112061" y="580334"/>
                  <a:pt x="112188" y="562046"/>
                </a:cubicBezTo>
                <a:moveTo>
                  <a:pt x="787066" y="95448"/>
                </a:moveTo>
                <a:cubicBezTo>
                  <a:pt x="805354" y="95448"/>
                  <a:pt x="818943" y="82367"/>
                  <a:pt x="819070" y="64460"/>
                </a:cubicBezTo>
                <a:cubicBezTo>
                  <a:pt x="819070" y="47315"/>
                  <a:pt x="805354" y="32837"/>
                  <a:pt x="788463" y="32583"/>
                </a:cubicBezTo>
                <a:cubicBezTo>
                  <a:pt x="771318" y="32329"/>
                  <a:pt x="756332" y="46934"/>
                  <a:pt x="756205" y="64079"/>
                </a:cubicBezTo>
                <a:cubicBezTo>
                  <a:pt x="756078" y="81224"/>
                  <a:pt x="770048" y="95448"/>
                  <a:pt x="787066" y="95448"/>
                </a:cubicBezTo>
                <a:moveTo>
                  <a:pt x="386254" y="95448"/>
                </a:moveTo>
                <a:cubicBezTo>
                  <a:pt x="403653" y="95448"/>
                  <a:pt x="417369" y="81986"/>
                  <a:pt x="417496" y="64714"/>
                </a:cubicBezTo>
                <a:cubicBezTo>
                  <a:pt x="417623" y="47061"/>
                  <a:pt x="403526" y="32710"/>
                  <a:pt x="386254" y="32710"/>
                </a:cubicBezTo>
                <a:cubicBezTo>
                  <a:pt x="369490" y="32710"/>
                  <a:pt x="355012" y="47061"/>
                  <a:pt x="354758" y="63825"/>
                </a:cubicBezTo>
                <a:cubicBezTo>
                  <a:pt x="354504" y="81351"/>
                  <a:pt x="368474" y="95448"/>
                  <a:pt x="386254" y="95448"/>
                </a:cubicBezTo>
                <a:moveTo>
                  <a:pt x="321865" y="691586"/>
                </a:moveTo>
                <a:cubicBezTo>
                  <a:pt x="304593" y="691713"/>
                  <a:pt x="289734" y="706699"/>
                  <a:pt x="290242" y="723590"/>
                </a:cubicBezTo>
                <a:cubicBezTo>
                  <a:pt x="290750" y="740481"/>
                  <a:pt x="305228" y="754578"/>
                  <a:pt x="321992" y="754451"/>
                </a:cubicBezTo>
                <a:cubicBezTo>
                  <a:pt x="339772" y="754324"/>
                  <a:pt x="353361" y="740354"/>
                  <a:pt x="353107" y="722574"/>
                </a:cubicBezTo>
                <a:cubicBezTo>
                  <a:pt x="352853" y="705302"/>
                  <a:pt x="338883" y="691459"/>
                  <a:pt x="321865" y="691713"/>
                </a:cubicBezTo>
                <a:moveTo>
                  <a:pt x="594026" y="545282"/>
                </a:moveTo>
                <a:cubicBezTo>
                  <a:pt x="612314" y="545409"/>
                  <a:pt x="626284" y="532201"/>
                  <a:pt x="626538" y="514675"/>
                </a:cubicBezTo>
                <a:cubicBezTo>
                  <a:pt x="626792" y="497530"/>
                  <a:pt x="612314" y="482671"/>
                  <a:pt x="595169" y="482544"/>
                </a:cubicBezTo>
                <a:cubicBezTo>
                  <a:pt x="578278" y="482290"/>
                  <a:pt x="563927" y="496514"/>
                  <a:pt x="563800" y="513532"/>
                </a:cubicBezTo>
                <a:cubicBezTo>
                  <a:pt x="563546" y="531185"/>
                  <a:pt x="576881" y="545155"/>
                  <a:pt x="594026" y="545282"/>
                </a:cubicBezTo>
                <a:moveTo>
                  <a:pt x="321992" y="402661"/>
                </a:moveTo>
                <a:cubicBezTo>
                  <a:pt x="295068" y="402407"/>
                  <a:pt x="275129" y="421965"/>
                  <a:pt x="274748" y="448635"/>
                </a:cubicBezTo>
                <a:cubicBezTo>
                  <a:pt x="274494" y="476829"/>
                  <a:pt x="293671" y="496768"/>
                  <a:pt x="321484" y="497022"/>
                </a:cubicBezTo>
                <a:cubicBezTo>
                  <a:pt x="348281" y="497276"/>
                  <a:pt x="369109" y="477464"/>
                  <a:pt x="369363" y="451429"/>
                </a:cubicBezTo>
                <a:cubicBezTo>
                  <a:pt x="369617" y="422854"/>
                  <a:pt x="350186" y="402788"/>
                  <a:pt x="321992" y="402534"/>
                </a:cubicBezTo>
                <a:moveTo>
                  <a:pt x="804465" y="674822"/>
                </a:moveTo>
                <a:cubicBezTo>
                  <a:pt x="804338" y="701238"/>
                  <a:pt x="825293" y="722320"/>
                  <a:pt x="851836" y="722574"/>
                </a:cubicBezTo>
                <a:cubicBezTo>
                  <a:pt x="878379" y="722828"/>
                  <a:pt x="899080" y="702254"/>
                  <a:pt x="899588" y="675203"/>
                </a:cubicBezTo>
                <a:cubicBezTo>
                  <a:pt x="900096" y="648914"/>
                  <a:pt x="879141" y="627324"/>
                  <a:pt x="852725" y="626943"/>
                </a:cubicBezTo>
                <a:cubicBezTo>
                  <a:pt x="825928" y="626562"/>
                  <a:pt x="804592" y="647771"/>
                  <a:pt x="804592" y="674822"/>
                </a:cubicBezTo>
                <a:moveTo>
                  <a:pt x="80819" y="240101"/>
                </a:moveTo>
                <a:cubicBezTo>
                  <a:pt x="108251" y="240101"/>
                  <a:pt x="128571" y="219781"/>
                  <a:pt x="128571" y="192222"/>
                </a:cubicBezTo>
                <a:cubicBezTo>
                  <a:pt x="128571" y="166060"/>
                  <a:pt x="107997" y="145486"/>
                  <a:pt x="81581" y="145486"/>
                </a:cubicBezTo>
                <a:cubicBezTo>
                  <a:pt x="53895" y="145359"/>
                  <a:pt x="33702" y="165171"/>
                  <a:pt x="33448" y="192857"/>
                </a:cubicBezTo>
                <a:cubicBezTo>
                  <a:pt x="33194" y="219527"/>
                  <a:pt x="53768" y="240101"/>
                  <a:pt x="80819" y="240101"/>
                </a:cubicBezTo>
                <a:moveTo>
                  <a:pt x="547290" y="224734"/>
                </a:moveTo>
                <a:cubicBezTo>
                  <a:pt x="547163" y="251150"/>
                  <a:pt x="568245" y="272613"/>
                  <a:pt x="594534" y="272613"/>
                </a:cubicBezTo>
                <a:cubicBezTo>
                  <a:pt x="621204" y="272740"/>
                  <a:pt x="643048" y="251023"/>
                  <a:pt x="642794" y="224480"/>
                </a:cubicBezTo>
                <a:cubicBezTo>
                  <a:pt x="642540" y="198572"/>
                  <a:pt x="621585" y="177363"/>
                  <a:pt x="595804" y="176982"/>
                </a:cubicBezTo>
                <a:cubicBezTo>
                  <a:pt x="569134" y="176601"/>
                  <a:pt x="547417" y="197937"/>
                  <a:pt x="547290" y="224607"/>
                </a:cubicBezTo>
                <a:moveTo>
                  <a:pt x="279574" y="772231"/>
                </a:moveTo>
                <a:lnTo>
                  <a:pt x="189785" y="849701"/>
                </a:lnTo>
                <a:cubicBezTo>
                  <a:pt x="188134" y="851098"/>
                  <a:pt x="188261" y="856178"/>
                  <a:pt x="189277" y="858972"/>
                </a:cubicBezTo>
                <a:cubicBezTo>
                  <a:pt x="201469" y="890468"/>
                  <a:pt x="189150" y="924631"/>
                  <a:pt x="160194" y="941014"/>
                </a:cubicBezTo>
                <a:cubicBezTo>
                  <a:pt x="148510" y="947618"/>
                  <a:pt x="136191" y="945078"/>
                  <a:pt x="124126" y="945332"/>
                </a:cubicBezTo>
                <a:cubicBezTo>
                  <a:pt x="95678" y="945713"/>
                  <a:pt x="71802" y="926536"/>
                  <a:pt x="66087" y="898850"/>
                </a:cubicBezTo>
                <a:cubicBezTo>
                  <a:pt x="60753" y="873196"/>
                  <a:pt x="67738" y="850971"/>
                  <a:pt x="88058" y="834207"/>
                </a:cubicBezTo>
                <a:cubicBezTo>
                  <a:pt x="109013" y="816935"/>
                  <a:pt x="132508" y="814776"/>
                  <a:pt x="157273" y="825444"/>
                </a:cubicBezTo>
                <a:lnTo>
                  <a:pt x="160575" y="827095"/>
                </a:lnTo>
                <a:cubicBezTo>
                  <a:pt x="179117" y="814522"/>
                  <a:pt x="195500" y="800679"/>
                  <a:pt x="211756" y="786709"/>
                </a:cubicBezTo>
                <a:lnTo>
                  <a:pt x="255317" y="749371"/>
                </a:lnTo>
                <a:cubicBezTo>
                  <a:pt x="259381" y="745942"/>
                  <a:pt x="260016" y="743021"/>
                  <a:pt x="258873" y="737687"/>
                </a:cubicBezTo>
                <a:cubicBezTo>
                  <a:pt x="252015" y="705556"/>
                  <a:pt x="268144" y="675838"/>
                  <a:pt x="298497" y="662630"/>
                </a:cubicBezTo>
                <a:lnTo>
                  <a:pt x="304847" y="657931"/>
                </a:lnTo>
                <a:cubicBezTo>
                  <a:pt x="305228" y="613862"/>
                  <a:pt x="305101" y="572206"/>
                  <a:pt x="305101" y="531439"/>
                </a:cubicBezTo>
                <a:lnTo>
                  <a:pt x="273732" y="515056"/>
                </a:lnTo>
                <a:cubicBezTo>
                  <a:pt x="264588" y="508198"/>
                  <a:pt x="257476" y="498673"/>
                  <a:pt x="248713" y="489529"/>
                </a:cubicBezTo>
                <a:lnTo>
                  <a:pt x="157146" y="535376"/>
                </a:lnTo>
                <a:cubicBezTo>
                  <a:pt x="154352" y="536773"/>
                  <a:pt x="151812" y="538551"/>
                  <a:pt x="148891" y="539440"/>
                </a:cubicBezTo>
                <a:lnTo>
                  <a:pt x="143176" y="543631"/>
                </a:lnTo>
                <a:cubicBezTo>
                  <a:pt x="151558" y="584398"/>
                  <a:pt x="130857" y="617037"/>
                  <a:pt x="95424" y="625673"/>
                </a:cubicBezTo>
                <a:cubicBezTo>
                  <a:pt x="61769" y="633928"/>
                  <a:pt x="26082" y="612084"/>
                  <a:pt x="17954" y="578175"/>
                </a:cubicBezTo>
                <a:cubicBezTo>
                  <a:pt x="9572" y="542742"/>
                  <a:pt x="32051" y="506547"/>
                  <a:pt x="66976" y="499181"/>
                </a:cubicBezTo>
                <a:cubicBezTo>
                  <a:pt x="86280" y="495117"/>
                  <a:pt x="103425" y="499435"/>
                  <a:pt x="119554" y="510230"/>
                </a:cubicBezTo>
                <a:lnTo>
                  <a:pt x="127047" y="512516"/>
                </a:lnTo>
                <a:cubicBezTo>
                  <a:pt x="165020" y="493974"/>
                  <a:pt x="200072" y="476067"/>
                  <a:pt x="235378" y="458668"/>
                </a:cubicBezTo>
                <a:lnTo>
                  <a:pt x="241601" y="454985"/>
                </a:lnTo>
                <a:cubicBezTo>
                  <a:pt x="240585" y="434157"/>
                  <a:pt x="245538" y="419679"/>
                  <a:pt x="254047" y="405201"/>
                </a:cubicBezTo>
                <a:lnTo>
                  <a:pt x="229282" y="377134"/>
                </a:lnTo>
                <a:cubicBezTo>
                  <a:pt x="196516" y="340685"/>
                  <a:pt x="163623" y="304236"/>
                  <a:pt x="131111" y="267660"/>
                </a:cubicBezTo>
                <a:lnTo>
                  <a:pt x="123364" y="262453"/>
                </a:lnTo>
                <a:cubicBezTo>
                  <a:pt x="87423" y="278836"/>
                  <a:pt x="58467" y="277058"/>
                  <a:pt x="31797" y="257246"/>
                </a:cubicBezTo>
                <a:cubicBezTo>
                  <a:pt x="5127" y="237434"/>
                  <a:pt x="-4017" y="209494"/>
                  <a:pt x="1571" y="177871"/>
                </a:cubicBezTo>
                <a:cubicBezTo>
                  <a:pt x="7286" y="145486"/>
                  <a:pt x="27352" y="124023"/>
                  <a:pt x="59356" y="114752"/>
                </a:cubicBezTo>
                <a:cubicBezTo>
                  <a:pt x="90217" y="105862"/>
                  <a:pt x="124761" y="117038"/>
                  <a:pt x="144192" y="141676"/>
                </a:cubicBezTo>
                <a:cubicBezTo>
                  <a:pt x="164639" y="167584"/>
                  <a:pt x="167814" y="203398"/>
                  <a:pt x="152193" y="231973"/>
                </a:cubicBezTo>
                <a:lnTo>
                  <a:pt x="150034" y="235656"/>
                </a:lnTo>
                <a:cubicBezTo>
                  <a:pt x="191817" y="285694"/>
                  <a:pt x="234743" y="333319"/>
                  <a:pt x="275256" y="378404"/>
                </a:cubicBezTo>
                <a:cubicBezTo>
                  <a:pt x="292782" y="375102"/>
                  <a:pt x="307895" y="370022"/>
                  <a:pt x="323135" y="369641"/>
                </a:cubicBezTo>
                <a:cubicBezTo>
                  <a:pt x="360854" y="368752"/>
                  <a:pt x="391969" y="394152"/>
                  <a:pt x="400605" y="430982"/>
                </a:cubicBezTo>
                <a:lnTo>
                  <a:pt x="403653" y="437459"/>
                </a:lnTo>
                <a:cubicBezTo>
                  <a:pt x="451278" y="450286"/>
                  <a:pt x="494458" y="462351"/>
                  <a:pt x="537765" y="473908"/>
                </a:cubicBezTo>
                <a:lnTo>
                  <a:pt x="543861" y="472892"/>
                </a:lnTo>
                <a:cubicBezTo>
                  <a:pt x="555291" y="465526"/>
                  <a:pt x="564054" y="459557"/>
                  <a:pt x="572690" y="453207"/>
                </a:cubicBezTo>
                <a:lnTo>
                  <a:pt x="578151" y="448127"/>
                </a:lnTo>
                <a:cubicBezTo>
                  <a:pt x="578532" y="400502"/>
                  <a:pt x="578532" y="355417"/>
                  <a:pt x="578151" y="310332"/>
                </a:cubicBezTo>
                <a:lnTo>
                  <a:pt x="574849" y="303728"/>
                </a:lnTo>
                <a:cubicBezTo>
                  <a:pt x="535606" y="293187"/>
                  <a:pt x="507031" y="253944"/>
                  <a:pt x="515540" y="210637"/>
                </a:cubicBezTo>
                <a:lnTo>
                  <a:pt x="515286" y="201112"/>
                </a:lnTo>
                <a:cubicBezTo>
                  <a:pt x="495474" y="184729"/>
                  <a:pt x="480615" y="171902"/>
                  <a:pt x="465629" y="158948"/>
                </a:cubicBezTo>
                <a:lnTo>
                  <a:pt x="420163" y="119959"/>
                </a:lnTo>
                <a:cubicBezTo>
                  <a:pt x="402383" y="129484"/>
                  <a:pt x="383841" y="132151"/>
                  <a:pt x="364410" y="125293"/>
                </a:cubicBezTo>
                <a:cubicBezTo>
                  <a:pt x="349932" y="120086"/>
                  <a:pt x="338756" y="110815"/>
                  <a:pt x="330755" y="97861"/>
                </a:cubicBezTo>
                <a:cubicBezTo>
                  <a:pt x="315134" y="72842"/>
                  <a:pt x="319452" y="40965"/>
                  <a:pt x="339899" y="18740"/>
                </a:cubicBezTo>
                <a:cubicBezTo>
                  <a:pt x="359457" y="-2469"/>
                  <a:pt x="399208" y="-3993"/>
                  <a:pt x="419401" y="8580"/>
                </a:cubicBezTo>
                <a:cubicBezTo>
                  <a:pt x="448865" y="26868"/>
                  <a:pt x="457247" y="55697"/>
                  <a:pt x="443785" y="96210"/>
                </a:cubicBezTo>
                <a:lnTo>
                  <a:pt x="532812" y="172537"/>
                </a:lnTo>
                <a:cubicBezTo>
                  <a:pt x="548179" y="155265"/>
                  <a:pt x="567229" y="145486"/>
                  <a:pt x="589835" y="144216"/>
                </a:cubicBezTo>
                <a:cubicBezTo>
                  <a:pt x="612187" y="142946"/>
                  <a:pt x="632380" y="149677"/>
                  <a:pt x="649906" y="165044"/>
                </a:cubicBezTo>
                <a:lnTo>
                  <a:pt x="715311" y="109545"/>
                </a:lnTo>
                <a:cubicBezTo>
                  <a:pt x="725852" y="101163"/>
                  <a:pt x="729916" y="94686"/>
                  <a:pt x="725344" y="79700"/>
                </a:cubicBezTo>
                <a:cubicBezTo>
                  <a:pt x="715692" y="48077"/>
                  <a:pt x="733218" y="15184"/>
                  <a:pt x="764079" y="4389"/>
                </a:cubicBezTo>
                <a:cubicBezTo>
                  <a:pt x="788336" y="-4120"/>
                  <a:pt x="814752" y="-691"/>
                  <a:pt x="833421" y="18486"/>
                </a:cubicBezTo>
                <a:cubicBezTo>
                  <a:pt x="852090" y="37663"/>
                  <a:pt x="857678" y="64968"/>
                  <a:pt x="847391" y="89225"/>
                </a:cubicBezTo>
                <a:cubicBezTo>
                  <a:pt x="837104" y="113482"/>
                  <a:pt x="813863" y="129738"/>
                  <a:pt x="788209" y="128722"/>
                </a:cubicBezTo>
                <a:lnTo>
                  <a:pt x="758745" y="122626"/>
                </a:lnTo>
                <a:cubicBezTo>
                  <a:pt x="755951" y="122118"/>
                  <a:pt x="751887" y="121991"/>
                  <a:pt x="749982" y="123515"/>
                </a:cubicBezTo>
                <a:lnTo>
                  <a:pt x="669337" y="192222"/>
                </a:lnTo>
                <a:cubicBezTo>
                  <a:pt x="677973" y="215717"/>
                  <a:pt x="678481" y="239212"/>
                  <a:pt x="667051" y="261818"/>
                </a:cubicBezTo>
                <a:cubicBezTo>
                  <a:pt x="655621" y="284678"/>
                  <a:pt x="636444" y="298267"/>
                  <a:pt x="611552" y="304617"/>
                </a:cubicBezTo>
                <a:lnTo>
                  <a:pt x="611298" y="426156"/>
                </a:lnTo>
                <a:cubicBezTo>
                  <a:pt x="611044" y="441396"/>
                  <a:pt x="611806" y="452318"/>
                  <a:pt x="629078" y="460319"/>
                </a:cubicBezTo>
                <a:cubicBezTo>
                  <a:pt x="649906" y="469844"/>
                  <a:pt x="658669" y="490545"/>
                  <a:pt x="659685" y="513659"/>
                </a:cubicBezTo>
                <a:lnTo>
                  <a:pt x="661082" y="521406"/>
                </a:lnTo>
                <a:cubicBezTo>
                  <a:pt x="710485" y="551378"/>
                  <a:pt x="757729" y="579699"/>
                  <a:pt x="804719" y="607893"/>
                </a:cubicBezTo>
                <a:cubicBezTo>
                  <a:pt x="845613" y="582239"/>
                  <a:pt x="891206" y="593796"/>
                  <a:pt x="915463" y="624657"/>
                </a:cubicBezTo>
                <a:cubicBezTo>
                  <a:pt x="939085" y="654629"/>
                  <a:pt x="937561" y="700984"/>
                  <a:pt x="912288" y="728670"/>
                </a:cubicBezTo>
                <a:cubicBezTo>
                  <a:pt x="884348" y="759277"/>
                  <a:pt x="840152" y="764865"/>
                  <a:pt x="805735" y="741878"/>
                </a:cubicBezTo>
                <a:cubicBezTo>
                  <a:pt x="775890" y="721939"/>
                  <a:pt x="757729" y="678251"/>
                  <a:pt x="781478" y="632912"/>
                </a:cubicBezTo>
                <a:lnTo>
                  <a:pt x="648001" y="552648"/>
                </a:lnTo>
                <a:cubicBezTo>
                  <a:pt x="626665" y="576905"/>
                  <a:pt x="600757" y="586430"/>
                  <a:pt x="570277" y="573857"/>
                </a:cubicBezTo>
                <a:cubicBezTo>
                  <a:pt x="541448" y="561919"/>
                  <a:pt x="529256" y="538297"/>
                  <a:pt x="530018" y="506674"/>
                </a:cubicBezTo>
                <a:lnTo>
                  <a:pt x="403399" y="472003"/>
                </a:lnTo>
                <a:cubicBezTo>
                  <a:pt x="394382" y="484957"/>
                  <a:pt x="387524" y="498800"/>
                  <a:pt x="376983" y="508833"/>
                </a:cubicBezTo>
                <a:cubicBezTo>
                  <a:pt x="366696" y="518612"/>
                  <a:pt x="352599" y="524454"/>
                  <a:pt x="338248" y="533217"/>
                </a:cubicBezTo>
                <a:lnTo>
                  <a:pt x="338248" y="619577"/>
                </a:lnTo>
                <a:cubicBezTo>
                  <a:pt x="338248" y="630372"/>
                  <a:pt x="338502" y="641167"/>
                  <a:pt x="338121" y="651962"/>
                </a:cubicBezTo>
                <a:lnTo>
                  <a:pt x="339264" y="660344"/>
                </a:lnTo>
                <a:cubicBezTo>
                  <a:pt x="376602" y="675330"/>
                  <a:pt x="391842" y="705683"/>
                  <a:pt x="384730" y="739084"/>
                </a:cubicBezTo>
                <a:lnTo>
                  <a:pt x="385746" y="746323"/>
                </a:lnTo>
                <a:cubicBezTo>
                  <a:pt x="416480" y="773120"/>
                  <a:pt x="445309" y="797758"/>
                  <a:pt x="474011" y="822523"/>
                </a:cubicBezTo>
                <a:lnTo>
                  <a:pt x="482266" y="827476"/>
                </a:lnTo>
                <a:cubicBezTo>
                  <a:pt x="520874" y="809823"/>
                  <a:pt x="558974" y="824555"/>
                  <a:pt x="573706" y="857067"/>
                </a:cubicBezTo>
                <a:cubicBezTo>
                  <a:pt x="588311" y="889198"/>
                  <a:pt x="574468" y="927298"/>
                  <a:pt x="542083" y="941903"/>
                </a:cubicBezTo>
                <a:lnTo>
                  <a:pt x="525954" y="944443"/>
                </a:lnTo>
                <a:cubicBezTo>
                  <a:pt x="499284" y="946983"/>
                  <a:pt x="482647" y="944189"/>
                  <a:pt x="468804" y="929838"/>
                </a:cubicBezTo>
                <a:cubicBezTo>
                  <a:pt x="452802" y="913201"/>
                  <a:pt x="442261" y="885388"/>
                  <a:pt x="457374" y="852114"/>
                </a:cubicBezTo>
                <a:lnTo>
                  <a:pt x="364537" y="772485"/>
                </a:lnTo>
                <a:cubicBezTo>
                  <a:pt x="351837" y="781375"/>
                  <a:pt x="338248" y="788106"/>
                  <a:pt x="322246" y="787979"/>
                </a:cubicBezTo>
                <a:cubicBezTo>
                  <a:pt x="306244" y="787852"/>
                  <a:pt x="292147" y="782518"/>
                  <a:pt x="279447" y="772231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2" name="Google Shape;882;p19"/>
          <p:cNvGrpSpPr/>
          <p:nvPr/>
        </p:nvGrpSpPr>
        <p:grpSpPr>
          <a:xfrm>
            <a:off x="138508" y="9307776"/>
            <a:ext cx="801365" cy="443320"/>
            <a:chOff x="63500" y="63500"/>
            <a:chExt cx="1508506" cy="834517"/>
          </a:xfrm>
        </p:grpSpPr>
        <p:sp>
          <p:nvSpPr>
            <p:cNvPr id="883" name="Google Shape;883;p19"/>
            <p:cNvSpPr/>
            <p:nvPr/>
          </p:nvSpPr>
          <p:spPr>
            <a:xfrm>
              <a:off x="63500" y="63500"/>
              <a:ext cx="1508506" cy="834517"/>
            </a:xfrm>
            <a:custGeom>
              <a:rect b="b" l="l" r="r" t="t"/>
              <a:pathLst>
                <a:path extrusionOk="0" h="834517" w="1508506">
                  <a:moveTo>
                    <a:pt x="754253" y="30988"/>
                  </a:moveTo>
                  <a:cubicBezTo>
                    <a:pt x="355473" y="30988"/>
                    <a:pt x="30988" y="204216"/>
                    <a:pt x="30988" y="417195"/>
                  </a:cubicBezTo>
                  <a:cubicBezTo>
                    <a:pt x="30988" y="630174"/>
                    <a:pt x="355473" y="803402"/>
                    <a:pt x="754253" y="803402"/>
                  </a:cubicBezTo>
                  <a:cubicBezTo>
                    <a:pt x="1153033" y="803402"/>
                    <a:pt x="1477518" y="630174"/>
                    <a:pt x="1477518" y="417195"/>
                  </a:cubicBezTo>
                  <a:cubicBezTo>
                    <a:pt x="1477518" y="204216"/>
                    <a:pt x="1153033" y="30988"/>
                    <a:pt x="754253" y="30988"/>
                  </a:cubicBezTo>
                  <a:moveTo>
                    <a:pt x="754253" y="834390"/>
                  </a:moveTo>
                  <a:cubicBezTo>
                    <a:pt x="338328" y="834517"/>
                    <a:pt x="0" y="647319"/>
                    <a:pt x="0" y="417195"/>
                  </a:cubicBezTo>
                  <a:cubicBezTo>
                    <a:pt x="0" y="187071"/>
                    <a:pt x="338328" y="0"/>
                    <a:pt x="754253" y="0"/>
                  </a:cubicBezTo>
                  <a:cubicBezTo>
                    <a:pt x="1170178" y="0"/>
                    <a:pt x="1508506" y="187198"/>
                    <a:pt x="1508506" y="417195"/>
                  </a:cubicBezTo>
                  <a:cubicBezTo>
                    <a:pt x="1508506" y="647192"/>
                    <a:pt x="1170178" y="834517"/>
                    <a:pt x="754253" y="8345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19"/>
            <p:cNvSpPr/>
            <p:nvPr/>
          </p:nvSpPr>
          <p:spPr>
            <a:xfrm>
              <a:off x="309372" y="287274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19"/>
            <p:cNvSpPr/>
            <p:nvPr/>
          </p:nvSpPr>
          <p:spPr>
            <a:xfrm>
              <a:off x="515239" y="642112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19"/>
            <p:cNvSpPr/>
            <p:nvPr/>
          </p:nvSpPr>
          <p:spPr>
            <a:xfrm>
              <a:off x="372745" y="561467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19"/>
            <p:cNvSpPr/>
            <p:nvPr/>
          </p:nvSpPr>
          <p:spPr>
            <a:xfrm>
              <a:off x="453390" y="39331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19"/>
            <p:cNvSpPr/>
            <p:nvPr/>
          </p:nvSpPr>
          <p:spPr>
            <a:xfrm>
              <a:off x="957580" y="325755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19"/>
            <p:cNvSpPr/>
            <p:nvPr/>
          </p:nvSpPr>
          <p:spPr>
            <a:xfrm>
              <a:off x="850392" y="727202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19"/>
            <p:cNvSpPr/>
            <p:nvPr/>
          </p:nvSpPr>
          <p:spPr>
            <a:xfrm>
              <a:off x="217170" y="451358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19"/>
            <p:cNvSpPr/>
            <p:nvPr/>
          </p:nvSpPr>
          <p:spPr>
            <a:xfrm>
              <a:off x="618490" y="302006"/>
              <a:ext cx="35052" cy="34798"/>
            </a:xfrm>
            <a:custGeom>
              <a:rect b="b" l="l" r="r" t="t"/>
              <a:pathLst>
                <a:path extrusionOk="0" h="34798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747"/>
                  </a:lnTo>
                  <a:cubicBezTo>
                    <a:pt x="0" y="27051"/>
                    <a:pt x="7874" y="34798"/>
                    <a:pt x="17526" y="34798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19"/>
            <p:cNvSpPr/>
            <p:nvPr/>
          </p:nvSpPr>
          <p:spPr>
            <a:xfrm>
              <a:off x="1103122" y="708914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19"/>
            <p:cNvSpPr/>
            <p:nvPr/>
          </p:nvSpPr>
          <p:spPr>
            <a:xfrm>
              <a:off x="845947" y="435483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127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19"/>
            <p:cNvSpPr/>
            <p:nvPr/>
          </p:nvSpPr>
          <p:spPr>
            <a:xfrm>
              <a:off x="1069594" y="284734"/>
              <a:ext cx="35052" cy="34798"/>
            </a:xfrm>
            <a:custGeom>
              <a:rect b="b" l="l" r="r" t="t"/>
              <a:pathLst>
                <a:path extrusionOk="0" h="34798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747"/>
                  </a:lnTo>
                  <a:cubicBezTo>
                    <a:pt x="0" y="27051"/>
                    <a:pt x="7874" y="34798"/>
                    <a:pt x="17526" y="34798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19"/>
            <p:cNvSpPr/>
            <p:nvPr/>
          </p:nvSpPr>
          <p:spPr>
            <a:xfrm>
              <a:off x="615950" y="758190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19"/>
            <p:cNvSpPr/>
            <p:nvPr/>
          </p:nvSpPr>
          <p:spPr>
            <a:xfrm>
              <a:off x="930148" y="19392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19"/>
            <p:cNvSpPr/>
            <p:nvPr/>
          </p:nvSpPr>
          <p:spPr>
            <a:xfrm>
              <a:off x="1380236" y="346964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19"/>
            <p:cNvSpPr/>
            <p:nvPr/>
          </p:nvSpPr>
          <p:spPr>
            <a:xfrm>
              <a:off x="1293622" y="603377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19"/>
            <p:cNvSpPr/>
            <p:nvPr/>
          </p:nvSpPr>
          <p:spPr>
            <a:xfrm>
              <a:off x="691261" y="174498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19"/>
            <p:cNvSpPr/>
            <p:nvPr/>
          </p:nvSpPr>
          <p:spPr>
            <a:xfrm>
              <a:off x="1224153" y="416433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19"/>
            <p:cNvSpPr/>
            <p:nvPr/>
          </p:nvSpPr>
          <p:spPr>
            <a:xfrm>
              <a:off x="276733" y="615696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19"/>
            <p:cNvSpPr/>
            <p:nvPr/>
          </p:nvSpPr>
          <p:spPr>
            <a:xfrm>
              <a:off x="995299" y="455295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19"/>
            <p:cNvSpPr/>
            <p:nvPr/>
          </p:nvSpPr>
          <p:spPr>
            <a:xfrm>
              <a:off x="701421" y="568579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19"/>
            <p:cNvSpPr/>
            <p:nvPr/>
          </p:nvSpPr>
          <p:spPr>
            <a:xfrm>
              <a:off x="740029" y="366141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19"/>
            <p:cNvSpPr/>
            <p:nvPr/>
          </p:nvSpPr>
          <p:spPr>
            <a:xfrm>
              <a:off x="517525" y="16979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19"/>
            <p:cNvSpPr/>
            <p:nvPr/>
          </p:nvSpPr>
          <p:spPr>
            <a:xfrm>
              <a:off x="600075" y="435991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19"/>
            <p:cNvSpPr/>
            <p:nvPr/>
          </p:nvSpPr>
          <p:spPr>
            <a:xfrm>
              <a:off x="884809" y="609981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19"/>
            <p:cNvSpPr/>
            <p:nvPr/>
          </p:nvSpPr>
          <p:spPr>
            <a:xfrm>
              <a:off x="1108710" y="605028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19"/>
            <p:cNvSpPr/>
            <p:nvPr/>
          </p:nvSpPr>
          <p:spPr>
            <a:xfrm>
              <a:off x="1383157" y="511048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19"/>
            <p:cNvSpPr/>
            <p:nvPr/>
          </p:nvSpPr>
          <p:spPr>
            <a:xfrm>
              <a:off x="1134237" y="508381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19"/>
            <p:cNvSpPr/>
            <p:nvPr/>
          </p:nvSpPr>
          <p:spPr>
            <a:xfrm>
              <a:off x="1224407" y="237744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2" name="Google Shape;912;p19"/>
          <p:cNvGrpSpPr/>
          <p:nvPr/>
        </p:nvGrpSpPr>
        <p:grpSpPr>
          <a:xfrm>
            <a:off x="198554" y="3255793"/>
            <a:ext cx="678944" cy="675645"/>
            <a:chOff x="63500" y="63500"/>
            <a:chExt cx="1043559" cy="1038479"/>
          </a:xfrm>
        </p:grpSpPr>
        <p:sp>
          <p:nvSpPr>
            <p:cNvPr id="913" name="Google Shape;913;p19"/>
            <p:cNvSpPr/>
            <p:nvPr/>
          </p:nvSpPr>
          <p:spPr>
            <a:xfrm>
              <a:off x="66929" y="144399"/>
              <a:ext cx="242316" cy="611378"/>
            </a:xfrm>
            <a:custGeom>
              <a:rect b="b" l="l" r="r" t="t"/>
              <a:pathLst>
                <a:path extrusionOk="0" h="611378" w="242316">
                  <a:moveTo>
                    <a:pt x="225044" y="611378"/>
                  </a:moveTo>
                  <a:lnTo>
                    <a:pt x="178308" y="611378"/>
                  </a:lnTo>
                  <a:cubicBezTo>
                    <a:pt x="78359" y="611378"/>
                    <a:pt x="0" y="535305"/>
                    <a:pt x="0" y="438277"/>
                  </a:cubicBezTo>
                  <a:cubicBezTo>
                    <a:pt x="0" y="350520"/>
                    <a:pt x="63246" y="276733"/>
                    <a:pt x="148717" y="262509"/>
                  </a:cubicBezTo>
                  <a:cubicBezTo>
                    <a:pt x="138049" y="234061"/>
                    <a:pt x="132588" y="203962"/>
                    <a:pt x="132588" y="173101"/>
                  </a:cubicBezTo>
                  <a:cubicBezTo>
                    <a:pt x="132588" y="112649"/>
                    <a:pt x="154305" y="53975"/>
                    <a:pt x="193675" y="8001"/>
                  </a:cubicBezTo>
                  <a:lnTo>
                    <a:pt x="210820" y="0"/>
                  </a:lnTo>
                  <a:cubicBezTo>
                    <a:pt x="225298" y="12446"/>
                    <a:pt x="226187" y="23241"/>
                    <a:pt x="219964" y="30607"/>
                  </a:cubicBezTo>
                  <a:cubicBezTo>
                    <a:pt x="185928" y="70358"/>
                    <a:pt x="167259" y="121031"/>
                    <a:pt x="167259" y="173228"/>
                  </a:cubicBezTo>
                  <a:cubicBezTo>
                    <a:pt x="167259" y="202819"/>
                    <a:pt x="172974" y="231521"/>
                    <a:pt x="184404" y="258572"/>
                  </a:cubicBezTo>
                  <a:lnTo>
                    <a:pt x="189357" y="270256"/>
                  </a:lnTo>
                  <a:cubicBezTo>
                    <a:pt x="191516" y="275336"/>
                    <a:pt x="191135" y="281051"/>
                    <a:pt x="188341" y="285750"/>
                  </a:cubicBezTo>
                  <a:lnTo>
                    <a:pt x="180721" y="293624"/>
                  </a:lnTo>
                  <a:lnTo>
                    <a:pt x="162687" y="295656"/>
                  </a:lnTo>
                  <a:cubicBezTo>
                    <a:pt x="89662" y="303403"/>
                    <a:pt x="34671" y="364871"/>
                    <a:pt x="34671" y="438277"/>
                  </a:cubicBezTo>
                  <a:cubicBezTo>
                    <a:pt x="34671" y="515874"/>
                    <a:pt x="97790" y="576707"/>
                    <a:pt x="178308" y="576707"/>
                  </a:cubicBezTo>
                  <a:lnTo>
                    <a:pt x="225044" y="576707"/>
                  </a:lnTo>
                  <a:cubicBezTo>
                    <a:pt x="234569" y="576707"/>
                    <a:pt x="242316" y="584454"/>
                    <a:pt x="242316" y="593979"/>
                  </a:cubicBezTo>
                  <a:lnTo>
                    <a:pt x="234569" y="611251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19"/>
            <p:cNvSpPr/>
            <p:nvPr/>
          </p:nvSpPr>
          <p:spPr>
            <a:xfrm>
              <a:off x="370797" y="63500"/>
              <a:ext cx="734484" cy="692277"/>
            </a:xfrm>
            <a:custGeom>
              <a:rect b="b" l="l" r="r" t="t"/>
              <a:pathLst>
                <a:path extrusionOk="0" h="692277" w="734484">
                  <a:moveTo>
                    <a:pt x="594149" y="692277"/>
                  </a:moveTo>
                  <a:lnTo>
                    <a:pt x="509567" y="692277"/>
                  </a:lnTo>
                  <a:cubicBezTo>
                    <a:pt x="500042" y="692277"/>
                    <a:pt x="492295" y="684530"/>
                    <a:pt x="492295" y="675005"/>
                  </a:cubicBezTo>
                  <a:lnTo>
                    <a:pt x="500042" y="657733"/>
                  </a:lnTo>
                  <a:lnTo>
                    <a:pt x="594149" y="657733"/>
                  </a:lnTo>
                  <a:cubicBezTo>
                    <a:pt x="654474" y="657733"/>
                    <a:pt x="699940" y="614426"/>
                    <a:pt x="699940" y="557149"/>
                  </a:cubicBezTo>
                  <a:cubicBezTo>
                    <a:pt x="699940" y="499872"/>
                    <a:pt x="654982" y="453517"/>
                    <a:pt x="597705" y="451612"/>
                  </a:cubicBezTo>
                  <a:lnTo>
                    <a:pt x="584370" y="451231"/>
                  </a:lnTo>
                  <a:cubicBezTo>
                    <a:pt x="578782" y="451104"/>
                    <a:pt x="573575" y="448183"/>
                    <a:pt x="570527" y="443484"/>
                  </a:cubicBezTo>
                  <a:lnTo>
                    <a:pt x="566844" y="432816"/>
                  </a:lnTo>
                  <a:lnTo>
                    <a:pt x="573829" y="415036"/>
                  </a:lnTo>
                  <a:cubicBezTo>
                    <a:pt x="582211" y="393700"/>
                    <a:pt x="586402" y="371348"/>
                    <a:pt x="586402" y="348869"/>
                  </a:cubicBezTo>
                  <a:cubicBezTo>
                    <a:pt x="586402" y="248793"/>
                    <a:pt x="504868" y="167259"/>
                    <a:pt x="404792" y="167259"/>
                  </a:cubicBezTo>
                  <a:cubicBezTo>
                    <a:pt x="376471" y="167259"/>
                    <a:pt x="349039" y="173736"/>
                    <a:pt x="323385" y="186690"/>
                  </a:cubicBezTo>
                  <a:lnTo>
                    <a:pt x="314368" y="191262"/>
                  </a:lnTo>
                  <a:lnTo>
                    <a:pt x="304970" y="193675"/>
                  </a:lnTo>
                  <a:cubicBezTo>
                    <a:pt x="295953" y="190246"/>
                    <a:pt x="292270" y="186690"/>
                    <a:pt x="290492" y="182245"/>
                  </a:cubicBezTo>
                  <a:lnTo>
                    <a:pt x="286682" y="172593"/>
                  </a:lnTo>
                  <a:cubicBezTo>
                    <a:pt x="252900" y="88773"/>
                    <a:pt x="172890" y="34671"/>
                    <a:pt x="82720" y="34671"/>
                  </a:cubicBezTo>
                  <a:cubicBezTo>
                    <a:pt x="61638" y="34671"/>
                    <a:pt x="40937" y="37592"/>
                    <a:pt x="20998" y="43434"/>
                  </a:cubicBezTo>
                  <a:lnTo>
                    <a:pt x="2202" y="40894"/>
                  </a:lnTo>
                  <a:cubicBezTo>
                    <a:pt x="-3259" y="22606"/>
                    <a:pt x="2075" y="12954"/>
                    <a:pt x="11219" y="10287"/>
                  </a:cubicBezTo>
                  <a:cubicBezTo>
                    <a:pt x="34333" y="3429"/>
                    <a:pt x="58336" y="0"/>
                    <a:pt x="82720" y="0"/>
                  </a:cubicBezTo>
                  <a:cubicBezTo>
                    <a:pt x="184320" y="0"/>
                    <a:pt x="274744" y="59436"/>
                    <a:pt x="315257" y="152019"/>
                  </a:cubicBezTo>
                  <a:cubicBezTo>
                    <a:pt x="343705" y="139065"/>
                    <a:pt x="373677" y="132461"/>
                    <a:pt x="404665" y="132461"/>
                  </a:cubicBezTo>
                  <a:cubicBezTo>
                    <a:pt x="523918" y="132461"/>
                    <a:pt x="620819" y="229489"/>
                    <a:pt x="620819" y="348615"/>
                  </a:cubicBezTo>
                  <a:cubicBezTo>
                    <a:pt x="620819" y="371983"/>
                    <a:pt x="617009" y="395097"/>
                    <a:pt x="609389" y="417449"/>
                  </a:cubicBezTo>
                  <a:cubicBezTo>
                    <a:pt x="680382" y="425069"/>
                    <a:pt x="734484" y="484378"/>
                    <a:pt x="734484" y="556895"/>
                  </a:cubicBezTo>
                  <a:cubicBezTo>
                    <a:pt x="734484" y="632714"/>
                    <a:pt x="672762" y="692150"/>
                    <a:pt x="594022" y="692150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19"/>
            <p:cNvSpPr/>
            <p:nvPr/>
          </p:nvSpPr>
          <p:spPr>
            <a:xfrm>
              <a:off x="414528" y="998093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19"/>
            <p:cNvSpPr/>
            <p:nvPr/>
          </p:nvSpPr>
          <p:spPr>
            <a:xfrm>
              <a:off x="414528" y="790448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19"/>
            <p:cNvSpPr/>
            <p:nvPr/>
          </p:nvSpPr>
          <p:spPr>
            <a:xfrm>
              <a:off x="414528" y="582803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19"/>
            <p:cNvSpPr/>
            <p:nvPr/>
          </p:nvSpPr>
          <p:spPr>
            <a:xfrm>
              <a:off x="343916" y="928878"/>
              <a:ext cx="484505" cy="173101"/>
            </a:xfrm>
            <a:custGeom>
              <a:rect b="b" l="l" r="r" t="t"/>
              <a:pathLst>
                <a:path extrusionOk="0" h="173101" w="484505">
                  <a:moveTo>
                    <a:pt x="34544" y="138430"/>
                  </a:moveTo>
                  <a:lnTo>
                    <a:pt x="449834" y="138430"/>
                  </a:lnTo>
                  <a:lnTo>
                    <a:pt x="449834" y="34544"/>
                  </a:lnTo>
                  <a:lnTo>
                    <a:pt x="34544" y="34544"/>
                  </a:lnTo>
                  <a:close/>
                  <a:moveTo>
                    <a:pt x="467233" y="173101"/>
                  </a:moveTo>
                  <a:lnTo>
                    <a:pt x="17272" y="173101"/>
                  </a:lnTo>
                  <a:cubicBezTo>
                    <a:pt x="7747" y="173101"/>
                    <a:pt x="0" y="165354"/>
                    <a:pt x="0" y="155829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19"/>
            <p:cNvSpPr/>
            <p:nvPr/>
          </p:nvSpPr>
          <p:spPr>
            <a:xfrm>
              <a:off x="343916" y="721233"/>
              <a:ext cx="484505" cy="172974"/>
            </a:xfrm>
            <a:custGeom>
              <a:rect b="b" l="l" r="r" t="t"/>
              <a:pathLst>
                <a:path extrusionOk="0" h="172974" w="484505">
                  <a:moveTo>
                    <a:pt x="34544" y="138303"/>
                  </a:moveTo>
                  <a:lnTo>
                    <a:pt x="449834" y="138303"/>
                  </a:lnTo>
                  <a:lnTo>
                    <a:pt x="449834" y="34544"/>
                  </a:lnTo>
                  <a:lnTo>
                    <a:pt x="34544" y="34544"/>
                  </a:lnTo>
                  <a:close/>
                  <a:moveTo>
                    <a:pt x="467233" y="172974"/>
                  </a:moveTo>
                  <a:lnTo>
                    <a:pt x="17272" y="172974"/>
                  </a:lnTo>
                  <a:cubicBezTo>
                    <a:pt x="7747" y="172974"/>
                    <a:pt x="0" y="165227"/>
                    <a:pt x="0" y="155702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19"/>
            <p:cNvSpPr/>
            <p:nvPr/>
          </p:nvSpPr>
          <p:spPr>
            <a:xfrm>
              <a:off x="343916" y="513461"/>
              <a:ext cx="484505" cy="173101"/>
            </a:xfrm>
            <a:custGeom>
              <a:rect b="b" l="l" r="r" t="t"/>
              <a:pathLst>
                <a:path extrusionOk="0" h="173101" w="484505">
                  <a:moveTo>
                    <a:pt x="34544" y="138430"/>
                  </a:moveTo>
                  <a:lnTo>
                    <a:pt x="449834" y="138430"/>
                  </a:lnTo>
                  <a:lnTo>
                    <a:pt x="449834" y="34671"/>
                  </a:lnTo>
                  <a:lnTo>
                    <a:pt x="34544" y="34671"/>
                  </a:lnTo>
                  <a:close/>
                  <a:moveTo>
                    <a:pt x="467233" y="173101"/>
                  </a:moveTo>
                  <a:lnTo>
                    <a:pt x="17272" y="173101"/>
                  </a:lnTo>
                  <a:cubicBezTo>
                    <a:pt x="7747" y="173101"/>
                    <a:pt x="0" y="165354"/>
                    <a:pt x="0" y="155829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19"/>
            <p:cNvSpPr/>
            <p:nvPr/>
          </p:nvSpPr>
          <p:spPr>
            <a:xfrm>
              <a:off x="170815" y="824992"/>
              <a:ext cx="138430" cy="207645"/>
            </a:xfrm>
            <a:custGeom>
              <a:rect b="b" l="l" r="r" t="t"/>
              <a:pathLst>
                <a:path extrusionOk="0" h="207645" w="138430">
                  <a:moveTo>
                    <a:pt x="51943" y="207645"/>
                  </a:moveTo>
                  <a:lnTo>
                    <a:pt x="17272" y="207645"/>
                  </a:lnTo>
                  <a:cubicBezTo>
                    <a:pt x="7747" y="207645"/>
                    <a:pt x="0" y="199898"/>
                    <a:pt x="0" y="190373"/>
                  </a:cubicBezTo>
                  <a:lnTo>
                    <a:pt x="7747" y="173101"/>
                  </a:lnTo>
                  <a:lnTo>
                    <a:pt x="51943" y="173101"/>
                  </a:lnTo>
                  <a:cubicBezTo>
                    <a:pt x="80518" y="173101"/>
                    <a:pt x="103886" y="149860"/>
                    <a:pt x="103886" y="121158"/>
                  </a:cubicBezTo>
                  <a:lnTo>
                    <a:pt x="103886" y="17272"/>
                  </a:lnTo>
                  <a:cubicBezTo>
                    <a:pt x="103886" y="7747"/>
                    <a:pt x="111633" y="0"/>
                    <a:pt x="121158" y="0"/>
                  </a:cubicBezTo>
                  <a:lnTo>
                    <a:pt x="138430" y="7747"/>
                  </a:lnTo>
                  <a:lnTo>
                    <a:pt x="138430" y="121158"/>
                  </a:lnTo>
                  <a:cubicBezTo>
                    <a:pt x="138430" y="168910"/>
                    <a:pt x="99568" y="207645"/>
                    <a:pt x="51943" y="207645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19"/>
            <p:cNvSpPr/>
            <p:nvPr/>
          </p:nvSpPr>
          <p:spPr>
            <a:xfrm>
              <a:off x="136271" y="790448"/>
              <a:ext cx="103759" cy="138430"/>
            </a:xfrm>
            <a:custGeom>
              <a:rect b="b" l="l" r="r" t="t"/>
              <a:pathLst>
                <a:path extrusionOk="0" h="138430" w="103759">
                  <a:moveTo>
                    <a:pt x="51816" y="138430"/>
                  </a:moveTo>
                  <a:lnTo>
                    <a:pt x="17272" y="138430"/>
                  </a:lnTo>
                  <a:cubicBezTo>
                    <a:pt x="7747" y="138430"/>
                    <a:pt x="0" y="130683"/>
                    <a:pt x="0" y="121158"/>
                  </a:cubicBezTo>
                  <a:lnTo>
                    <a:pt x="7747" y="103886"/>
                  </a:lnTo>
                  <a:lnTo>
                    <a:pt x="51943" y="103886"/>
                  </a:lnTo>
                  <a:cubicBezTo>
                    <a:pt x="61468" y="103886"/>
                    <a:pt x="69215" y="96139"/>
                    <a:pt x="69215" y="86614"/>
                  </a:cubicBezTo>
                  <a:lnTo>
                    <a:pt x="69215" y="17272"/>
                  </a:lnTo>
                  <a:cubicBezTo>
                    <a:pt x="69215" y="7747"/>
                    <a:pt x="76962" y="0"/>
                    <a:pt x="86487" y="0"/>
                  </a:cubicBezTo>
                  <a:lnTo>
                    <a:pt x="103759" y="7747"/>
                  </a:lnTo>
                  <a:lnTo>
                    <a:pt x="103759" y="86487"/>
                  </a:lnTo>
                  <a:cubicBezTo>
                    <a:pt x="103759" y="115062"/>
                    <a:pt x="80518" y="138430"/>
                    <a:pt x="51816" y="138430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19"/>
            <p:cNvSpPr/>
            <p:nvPr/>
          </p:nvSpPr>
          <p:spPr>
            <a:xfrm>
              <a:off x="863092" y="824992"/>
              <a:ext cx="138430" cy="207645"/>
            </a:xfrm>
            <a:custGeom>
              <a:rect b="b" l="l" r="r" t="t"/>
              <a:pathLst>
                <a:path extrusionOk="0" h="207645" w="138430">
                  <a:moveTo>
                    <a:pt x="121031" y="207645"/>
                  </a:moveTo>
                  <a:lnTo>
                    <a:pt x="86487" y="207645"/>
                  </a:lnTo>
                  <a:cubicBezTo>
                    <a:pt x="38735" y="207645"/>
                    <a:pt x="0" y="168783"/>
                    <a:pt x="0" y="121158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34544" y="7747"/>
                  </a:lnTo>
                  <a:lnTo>
                    <a:pt x="34544" y="121158"/>
                  </a:lnTo>
                  <a:cubicBezTo>
                    <a:pt x="34544" y="149860"/>
                    <a:pt x="57785" y="173101"/>
                    <a:pt x="86487" y="173101"/>
                  </a:cubicBezTo>
                  <a:lnTo>
                    <a:pt x="121158" y="173101"/>
                  </a:lnTo>
                  <a:cubicBezTo>
                    <a:pt x="130683" y="173101"/>
                    <a:pt x="138430" y="180848"/>
                    <a:pt x="138430" y="190373"/>
                  </a:cubicBezTo>
                  <a:lnTo>
                    <a:pt x="130683" y="207645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19"/>
            <p:cNvSpPr/>
            <p:nvPr/>
          </p:nvSpPr>
          <p:spPr>
            <a:xfrm>
              <a:off x="932307" y="790448"/>
              <a:ext cx="103759" cy="138430"/>
            </a:xfrm>
            <a:custGeom>
              <a:rect b="b" l="l" r="r" t="t"/>
              <a:pathLst>
                <a:path extrusionOk="0" h="138430" w="103759">
                  <a:moveTo>
                    <a:pt x="86487" y="138430"/>
                  </a:moveTo>
                  <a:lnTo>
                    <a:pt x="51943" y="138430"/>
                  </a:lnTo>
                  <a:cubicBezTo>
                    <a:pt x="23241" y="138430"/>
                    <a:pt x="0" y="115189"/>
                    <a:pt x="0" y="86487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34544" y="7747"/>
                  </a:lnTo>
                  <a:lnTo>
                    <a:pt x="34544" y="86487"/>
                  </a:lnTo>
                  <a:cubicBezTo>
                    <a:pt x="34544" y="96012"/>
                    <a:pt x="42291" y="103759"/>
                    <a:pt x="51816" y="103759"/>
                  </a:cubicBezTo>
                  <a:lnTo>
                    <a:pt x="86487" y="103759"/>
                  </a:lnTo>
                  <a:cubicBezTo>
                    <a:pt x="96012" y="103759"/>
                    <a:pt x="103759" y="111506"/>
                    <a:pt x="103759" y="121031"/>
                  </a:cubicBezTo>
                  <a:lnTo>
                    <a:pt x="96012" y="138303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19"/>
            <p:cNvSpPr/>
            <p:nvPr/>
          </p:nvSpPr>
          <p:spPr>
            <a:xfrm>
              <a:off x="1070737" y="894334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19"/>
            <p:cNvSpPr/>
            <p:nvPr/>
          </p:nvSpPr>
          <p:spPr>
            <a:xfrm>
              <a:off x="1036193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19"/>
            <p:cNvSpPr/>
            <p:nvPr/>
          </p:nvSpPr>
          <p:spPr>
            <a:xfrm>
              <a:off x="63500" y="894334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19"/>
            <p:cNvSpPr/>
            <p:nvPr/>
          </p:nvSpPr>
          <p:spPr>
            <a:xfrm>
              <a:off x="98171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19"/>
            <p:cNvSpPr/>
            <p:nvPr/>
          </p:nvSpPr>
          <p:spPr>
            <a:xfrm>
              <a:off x="652018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19"/>
            <p:cNvSpPr/>
            <p:nvPr/>
          </p:nvSpPr>
          <p:spPr>
            <a:xfrm>
              <a:off x="721233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19"/>
            <p:cNvSpPr/>
            <p:nvPr/>
          </p:nvSpPr>
          <p:spPr>
            <a:xfrm>
              <a:off x="652018" y="790448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19"/>
            <p:cNvSpPr/>
            <p:nvPr/>
          </p:nvSpPr>
          <p:spPr>
            <a:xfrm>
              <a:off x="721233" y="790448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19"/>
            <p:cNvSpPr/>
            <p:nvPr/>
          </p:nvSpPr>
          <p:spPr>
            <a:xfrm>
              <a:off x="652018" y="58280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19"/>
            <p:cNvSpPr/>
            <p:nvPr/>
          </p:nvSpPr>
          <p:spPr>
            <a:xfrm>
              <a:off x="721233" y="58280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9"/>
            <p:cNvSpPr/>
            <p:nvPr/>
          </p:nvSpPr>
          <p:spPr>
            <a:xfrm>
              <a:off x="306395" y="98065"/>
              <a:ext cx="37902" cy="37063"/>
            </a:xfrm>
            <a:custGeom>
              <a:rect b="b" l="l" r="r" t="t"/>
              <a:pathLst>
                <a:path extrusionOk="0" h="37063" w="37902">
                  <a:moveTo>
                    <a:pt x="16693" y="37063"/>
                  </a:moveTo>
                  <a:lnTo>
                    <a:pt x="5898" y="34523"/>
                  </a:lnTo>
                  <a:cubicBezTo>
                    <a:pt x="-2992" y="21950"/>
                    <a:pt x="-1087" y="11155"/>
                    <a:pt x="6660" y="5567"/>
                  </a:cubicBezTo>
                  <a:lnTo>
                    <a:pt x="10089" y="3154"/>
                  </a:lnTo>
                  <a:cubicBezTo>
                    <a:pt x="17963" y="-2307"/>
                    <a:pt x="28758" y="-529"/>
                    <a:pt x="34219" y="7345"/>
                  </a:cubicBezTo>
                  <a:lnTo>
                    <a:pt x="37902" y="25887"/>
                  </a:lnTo>
                  <a:lnTo>
                    <a:pt x="26599" y="33888"/>
                  </a:lnTo>
                  <a:lnTo>
                    <a:pt x="20122" y="37063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6" name="Google Shape;936;p19"/>
          <p:cNvSpPr/>
          <p:nvPr/>
        </p:nvSpPr>
        <p:spPr>
          <a:xfrm>
            <a:off x="209864" y="4715635"/>
            <a:ext cx="743213" cy="804997"/>
          </a:xfrm>
          <a:custGeom>
            <a:rect b="b" l="l" r="r" t="t"/>
            <a:pathLst>
              <a:path extrusionOk="0" h="804997" w="743213">
                <a:moveTo>
                  <a:pt x="0" y="0"/>
                </a:moveTo>
                <a:lnTo>
                  <a:pt x="743213" y="0"/>
                </a:lnTo>
                <a:lnTo>
                  <a:pt x="743213" y="804997"/>
                </a:lnTo>
                <a:lnTo>
                  <a:pt x="0" y="804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290" l="-16087" r="-16830" t="-11423"/>
            </a:stretch>
          </a:blipFill>
          <a:ln>
            <a:noFill/>
          </a:ln>
        </p:spPr>
      </p:sp>
      <p:sp>
        <p:nvSpPr>
          <p:cNvPr id="937" name="Google Shape;937;p19"/>
          <p:cNvSpPr/>
          <p:nvPr/>
        </p:nvSpPr>
        <p:spPr>
          <a:xfrm>
            <a:off x="6873721" y="9529940"/>
            <a:ext cx="1354895" cy="466995"/>
          </a:xfrm>
          <a:custGeom>
            <a:rect b="b" l="l" r="r" t="t"/>
            <a:pathLst>
              <a:path extrusionOk="0" h="466995" w="1354895">
                <a:moveTo>
                  <a:pt x="0" y="0"/>
                </a:moveTo>
                <a:lnTo>
                  <a:pt x="1354895" y="0"/>
                </a:lnTo>
                <a:lnTo>
                  <a:pt x="1354895" y="466994"/>
                </a:lnTo>
                <a:lnTo>
                  <a:pt x="0" y="4669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8" name="Google Shape;938;p19"/>
          <p:cNvSpPr/>
          <p:nvPr/>
        </p:nvSpPr>
        <p:spPr>
          <a:xfrm>
            <a:off x="8462186" y="9587767"/>
            <a:ext cx="1694380" cy="415653"/>
          </a:xfrm>
          <a:custGeom>
            <a:rect b="b" l="l" r="r" t="t"/>
            <a:pathLst>
              <a:path extrusionOk="0" h="415653" w="1694380">
                <a:moveTo>
                  <a:pt x="0" y="0"/>
                </a:moveTo>
                <a:lnTo>
                  <a:pt x="1694380" y="0"/>
                </a:lnTo>
                <a:lnTo>
                  <a:pt x="1694380" y="415652"/>
                </a:lnTo>
                <a:lnTo>
                  <a:pt x="0" y="4156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9" name="Google Shape;939;p19"/>
          <p:cNvSpPr/>
          <p:nvPr/>
        </p:nvSpPr>
        <p:spPr>
          <a:xfrm>
            <a:off x="10317519" y="9477357"/>
            <a:ext cx="2368914" cy="614916"/>
          </a:xfrm>
          <a:custGeom>
            <a:rect b="b" l="l" r="r" t="t"/>
            <a:pathLst>
              <a:path extrusionOk="0" h="614916" w="2368914">
                <a:moveTo>
                  <a:pt x="0" y="0"/>
                </a:moveTo>
                <a:lnTo>
                  <a:pt x="2368913" y="0"/>
                </a:lnTo>
                <a:lnTo>
                  <a:pt x="2368913" y="614917"/>
                </a:lnTo>
                <a:lnTo>
                  <a:pt x="0" y="6149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0" name="Google Shape;940;p19"/>
          <p:cNvSpPr/>
          <p:nvPr/>
        </p:nvSpPr>
        <p:spPr>
          <a:xfrm>
            <a:off x="5601568" y="9500406"/>
            <a:ext cx="1034028" cy="526062"/>
          </a:xfrm>
          <a:custGeom>
            <a:rect b="b" l="l" r="r" t="t"/>
            <a:pathLst>
              <a:path extrusionOk="0" h="526062" w="1034028">
                <a:moveTo>
                  <a:pt x="0" y="0"/>
                </a:moveTo>
                <a:lnTo>
                  <a:pt x="1034028" y="0"/>
                </a:lnTo>
                <a:lnTo>
                  <a:pt x="1034028" y="526062"/>
                </a:lnTo>
                <a:lnTo>
                  <a:pt x="0" y="526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941" name="Google Shape;941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254627" y="2199950"/>
            <a:ext cx="3152283" cy="7387825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19"/>
          <p:cNvSpPr txBox="1"/>
          <p:nvPr/>
        </p:nvSpPr>
        <p:spPr>
          <a:xfrm>
            <a:off x="2717225" y="2510748"/>
            <a:ext cx="9255000" cy="28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3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Every</a:t>
            </a:r>
            <a:r>
              <a:rPr b="1" i="1" lang="en-US" sz="33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Commit</a:t>
            </a:r>
            <a:r>
              <a:rPr i="1" lang="en-US" sz="2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is bundled with crucial information (</a:t>
            </a:r>
            <a:r>
              <a:rPr b="1" i="1" lang="en-US" sz="2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metadata</a:t>
            </a:r>
            <a:r>
              <a:rPr i="1" lang="en-US" sz="2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)</a:t>
            </a:r>
            <a:endParaRPr i="1" sz="2999">
              <a:solidFill>
                <a:srgbClr val="191D0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999">
              <a:solidFill>
                <a:srgbClr val="191D0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037" lvl="0" marL="9144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rgbClr val="191D0F"/>
              </a:buClr>
              <a:buSzPts val="2999"/>
              <a:buFont typeface="Barlow Condensed"/>
              <a:buChar char="●"/>
            </a:pPr>
            <a:r>
              <a:rPr i="1" lang="en-US" sz="2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Who made the change (Author)</a:t>
            </a:r>
            <a:endParaRPr i="1" sz="2999">
              <a:solidFill>
                <a:srgbClr val="191D0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037" lvl="0" marL="9144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rgbClr val="191D0F"/>
              </a:buClr>
              <a:buSzPts val="2999"/>
              <a:buFont typeface="Barlow Condensed"/>
              <a:buChar char="●"/>
            </a:pPr>
            <a:r>
              <a:rPr i="1" lang="en-US" sz="2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When it was made (Timestamp)</a:t>
            </a:r>
            <a:endParaRPr i="1" sz="2999">
              <a:solidFill>
                <a:srgbClr val="191D0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037" lvl="0" marL="9144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rgbClr val="191D0F"/>
              </a:buClr>
              <a:buSzPts val="2999"/>
              <a:buFont typeface="Barlow Condensed"/>
              <a:buChar char="●"/>
            </a:pPr>
            <a:r>
              <a:rPr i="1" lang="en-US" sz="2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Why it was made (Commit Message)</a:t>
            </a:r>
            <a:endParaRPr i="1" sz="2999">
              <a:solidFill>
                <a:srgbClr val="191D0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037" lvl="0" marL="9144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rgbClr val="191D0F"/>
              </a:buClr>
              <a:buSzPts val="2999"/>
              <a:buFont typeface="Barlow Condensed"/>
              <a:buChar char="●"/>
            </a:pPr>
            <a:r>
              <a:rPr i="1" lang="en-US" sz="2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…</a:t>
            </a:r>
            <a:endParaRPr i="1" sz="2999">
              <a:solidFill>
                <a:srgbClr val="191D0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943" name="Google Shape;943;p19"/>
          <p:cNvSpPr txBox="1"/>
          <p:nvPr/>
        </p:nvSpPr>
        <p:spPr>
          <a:xfrm>
            <a:off x="2165275" y="6025848"/>
            <a:ext cx="9255000" cy="22242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7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Core concept</a:t>
            </a:r>
            <a:endParaRPr b="1" i="1" sz="3799">
              <a:solidFill>
                <a:schemeClr val="dk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3799">
              <a:solidFill>
                <a:srgbClr val="191D0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4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</a:t>
            </a:r>
            <a:r>
              <a:rPr b="1" i="1" lang="en-US" sz="34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Delta</a:t>
            </a:r>
            <a:r>
              <a:rPr i="1" lang="en-US" sz="34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 Instead of duplicating the whole folder, the system </a:t>
            </a:r>
            <a:r>
              <a:rPr b="1" i="1" lang="en-US" sz="34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only records what was added (+) or removed (-)</a:t>
            </a:r>
            <a:r>
              <a:rPr i="1" lang="en-US" sz="34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.</a:t>
            </a:r>
            <a:endParaRPr i="1" sz="3499">
              <a:solidFill>
                <a:srgbClr val="191D0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944" name="Google Shape;944;p19"/>
          <p:cNvSpPr/>
          <p:nvPr/>
        </p:nvSpPr>
        <p:spPr>
          <a:xfrm>
            <a:off x="6891050" y="5461600"/>
            <a:ext cx="198300" cy="3966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7B9CE"/>
        </a:solidFill>
      </p:bgPr>
    </p:bg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9" name="Google Shape;949;p20"/>
          <p:cNvCxnSpPr/>
          <p:nvPr/>
        </p:nvCxnSpPr>
        <p:spPr>
          <a:xfrm>
            <a:off x="1051792" y="1798524"/>
            <a:ext cx="172593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0" name="Google Shape;950;p20"/>
          <p:cNvCxnSpPr/>
          <p:nvPr/>
        </p:nvCxnSpPr>
        <p:spPr>
          <a:xfrm rot="-5400000">
            <a:off x="-4105275" y="5119688"/>
            <a:ext cx="102870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1" name="Google Shape;951;p20"/>
          <p:cNvSpPr txBox="1"/>
          <p:nvPr/>
        </p:nvSpPr>
        <p:spPr>
          <a:xfrm>
            <a:off x="1592775" y="373150"/>
            <a:ext cx="15758700" cy="12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18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HOW VERSION CONTROL WORKS</a:t>
            </a:r>
            <a:endParaRPr/>
          </a:p>
        </p:txBody>
      </p:sp>
      <p:grpSp>
        <p:nvGrpSpPr>
          <p:cNvPr id="952" name="Google Shape;952;p20"/>
          <p:cNvGrpSpPr/>
          <p:nvPr/>
        </p:nvGrpSpPr>
        <p:grpSpPr>
          <a:xfrm>
            <a:off x="216606" y="6304895"/>
            <a:ext cx="642914" cy="632256"/>
            <a:chOff x="63500" y="63500"/>
            <a:chExt cx="988187" cy="971804"/>
          </a:xfrm>
        </p:grpSpPr>
        <p:sp>
          <p:nvSpPr>
            <p:cNvPr id="953" name="Google Shape;953;p20"/>
            <p:cNvSpPr/>
            <p:nvPr/>
          </p:nvSpPr>
          <p:spPr>
            <a:xfrm>
              <a:off x="857250" y="840994"/>
              <a:ext cx="129540" cy="129540"/>
            </a:xfrm>
            <a:custGeom>
              <a:rect b="b" l="l" r="r" t="t"/>
              <a:pathLst>
                <a:path extrusionOk="0" h="129540" w="129540">
                  <a:moveTo>
                    <a:pt x="64770" y="32385"/>
                  </a:moveTo>
                  <a:cubicBezTo>
                    <a:pt x="46863" y="32385"/>
                    <a:pt x="32385" y="46990"/>
                    <a:pt x="32385" y="64770"/>
                  </a:cubicBezTo>
                  <a:cubicBezTo>
                    <a:pt x="32385" y="82550"/>
                    <a:pt x="46990" y="97155"/>
                    <a:pt x="64770" y="97155"/>
                  </a:cubicBezTo>
                  <a:cubicBezTo>
                    <a:pt x="82550" y="97155"/>
                    <a:pt x="97155" y="82550"/>
                    <a:pt x="97155" y="64770"/>
                  </a:cubicBezTo>
                  <a:cubicBezTo>
                    <a:pt x="97155" y="46990"/>
                    <a:pt x="82550" y="32385"/>
                    <a:pt x="64770" y="32385"/>
                  </a:cubicBezTo>
                  <a:moveTo>
                    <a:pt x="64770" y="129540"/>
                  </a:moveTo>
                  <a:cubicBezTo>
                    <a:pt x="29083" y="129540"/>
                    <a:pt x="0" y="100457"/>
                    <a:pt x="0" y="64770"/>
                  </a:cubicBezTo>
                  <a:cubicBezTo>
                    <a:pt x="0" y="29083"/>
                    <a:pt x="29083" y="0"/>
                    <a:pt x="64770" y="0"/>
                  </a:cubicBezTo>
                  <a:cubicBezTo>
                    <a:pt x="100457" y="0"/>
                    <a:pt x="129540" y="29083"/>
                    <a:pt x="129540" y="64770"/>
                  </a:cubicBezTo>
                  <a:cubicBezTo>
                    <a:pt x="129540" y="100457"/>
                    <a:pt x="100457" y="129540"/>
                    <a:pt x="64770" y="1295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20"/>
            <p:cNvSpPr/>
            <p:nvPr/>
          </p:nvSpPr>
          <p:spPr>
            <a:xfrm>
              <a:off x="905764" y="225552"/>
              <a:ext cx="32512" cy="647827"/>
            </a:xfrm>
            <a:custGeom>
              <a:rect b="b" l="l" r="r" t="t"/>
              <a:pathLst>
                <a:path extrusionOk="0" h="647827" w="32512">
                  <a:moveTo>
                    <a:pt x="16256" y="647827"/>
                  </a:moveTo>
                  <a:lnTo>
                    <a:pt x="0" y="640588"/>
                  </a:lnTo>
                  <a:lnTo>
                    <a:pt x="0" y="16129"/>
                  </a:lnTo>
                  <a:cubicBezTo>
                    <a:pt x="0" y="7112"/>
                    <a:pt x="7239" y="0"/>
                    <a:pt x="16256" y="0"/>
                  </a:cubicBezTo>
                  <a:lnTo>
                    <a:pt x="32512" y="7239"/>
                  </a:lnTo>
                  <a:lnTo>
                    <a:pt x="32512" y="631698"/>
                  </a:lnTo>
                  <a:cubicBezTo>
                    <a:pt x="32512" y="640588"/>
                    <a:pt x="25273" y="647827"/>
                    <a:pt x="16256" y="64782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20"/>
            <p:cNvSpPr/>
            <p:nvPr/>
          </p:nvSpPr>
          <p:spPr>
            <a:xfrm>
              <a:off x="121679" y="510286"/>
              <a:ext cx="44042" cy="38989"/>
            </a:xfrm>
            <a:custGeom>
              <a:rect b="b" l="l" r="r" t="t"/>
              <a:pathLst>
                <a:path extrusionOk="0" h="38989" w="44042">
                  <a:moveTo>
                    <a:pt x="27927" y="38989"/>
                  </a:moveTo>
                  <a:lnTo>
                    <a:pt x="23990" y="38608"/>
                  </a:lnTo>
                  <a:lnTo>
                    <a:pt x="10401" y="33401"/>
                  </a:lnTo>
                  <a:cubicBezTo>
                    <a:pt x="2019" y="30226"/>
                    <a:pt x="-2172" y="20828"/>
                    <a:pt x="1130" y="12446"/>
                  </a:cubicBezTo>
                  <a:lnTo>
                    <a:pt x="13703" y="0"/>
                  </a:lnTo>
                  <a:lnTo>
                    <a:pt x="33642" y="7620"/>
                  </a:lnTo>
                  <a:cubicBezTo>
                    <a:pt x="42024" y="10795"/>
                    <a:pt x="46215" y="20193"/>
                    <a:pt x="42913" y="28575"/>
                  </a:cubicBezTo>
                  <a:lnTo>
                    <a:pt x="34277" y="3898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20"/>
            <p:cNvSpPr/>
            <p:nvPr/>
          </p:nvSpPr>
          <p:spPr>
            <a:xfrm>
              <a:off x="180213" y="535721"/>
              <a:ext cx="620903" cy="90770"/>
            </a:xfrm>
            <a:custGeom>
              <a:rect b="b" l="l" r="r" t="t"/>
              <a:pathLst>
                <a:path extrusionOk="0" h="90770" w="620903">
                  <a:moveTo>
                    <a:pt x="476758" y="90770"/>
                  </a:moveTo>
                  <a:lnTo>
                    <a:pt x="300863" y="90770"/>
                  </a:lnTo>
                  <a:cubicBezTo>
                    <a:pt x="291211" y="90770"/>
                    <a:pt x="281813" y="88230"/>
                    <a:pt x="273431" y="83531"/>
                  </a:cubicBezTo>
                  <a:lnTo>
                    <a:pt x="193675" y="37938"/>
                  </a:lnTo>
                  <a:cubicBezTo>
                    <a:pt x="190246" y="36033"/>
                    <a:pt x="186309" y="34890"/>
                    <a:pt x="182245" y="34890"/>
                  </a:cubicBezTo>
                  <a:lnTo>
                    <a:pt x="32385" y="34890"/>
                  </a:lnTo>
                  <a:cubicBezTo>
                    <a:pt x="25527" y="34890"/>
                    <a:pt x="18923" y="33620"/>
                    <a:pt x="12446" y="31207"/>
                  </a:cubicBezTo>
                  <a:lnTo>
                    <a:pt x="0" y="18634"/>
                  </a:lnTo>
                  <a:cubicBezTo>
                    <a:pt x="6477" y="1997"/>
                    <a:pt x="15875" y="-2194"/>
                    <a:pt x="24130" y="981"/>
                  </a:cubicBezTo>
                  <a:lnTo>
                    <a:pt x="29464" y="2505"/>
                  </a:lnTo>
                  <a:lnTo>
                    <a:pt x="182372" y="2505"/>
                  </a:lnTo>
                  <a:cubicBezTo>
                    <a:pt x="192024" y="2505"/>
                    <a:pt x="201549" y="5045"/>
                    <a:pt x="209804" y="9744"/>
                  </a:cubicBezTo>
                  <a:lnTo>
                    <a:pt x="289560" y="55337"/>
                  </a:lnTo>
                  <a:cubicBezTo>
                    <a:pt x="292989" y="57242"/>
                    <a:pt x="296926" y="58385"/>
                    <a:pt x="300863" y="58385"/>
                  </a:cubicBezTo>
                  <a:lnTo>
                    <a:pt x="476758" y="58385"/>
                  </a:lnTo>
                  <a:cubicBezTo>
                    <a:pt x="480314" y="58385"/>
                    <a:pt x="483870" y="57496"/>
                    <a:pt x="486918" y="55972"/>
                  </a:cubicBezTo>
                  <a:lnTo>
                    <a:pt x="526288" y="36287"/>
                  </a:lnTo>
                  <a:cubicBezTo>
                    <a:pt x="533908" y="32477"/>
                    <a:pt x="542417" y="30445"/>
                    <a:pt x="551053" y="30445"/>
                  </a:cubicBezTo>
                  <a:lnTo>
                    <a:pt x="604647" y="30445"/>
                  </a:lnTo>
                  <a:cubicBezTo>
                    <a:pt x="613664" y="30445"/>
                    <a:pt x="620903" y="37684"/>
                    <a:pt x="620903" y="46574"/>
                  </a:cubicBezTo>
                  <a:lnTo>
                    <a:pt x="613664" y="62830"/>
                  </a:lnTo>
                  <a:lnTo>
                    <a:pt x="551053" y="62830"/>
                  </a:lnTo>
                  <a:cubicBezTo>
                    <a:pt x="547497" y="62830"/>
                    <a:pt x="543941" y="63719"/>
                    <a:pt x="540893" y="65243"/>
                  </a:cubicBezTo>
                  <a:lnTo>
                    <a:pt x="501523" y="84928"/>
                  </a:lnTo>
                  <a:cubicBezTo>
                    <a:pt x="493903" y="88738"/>
                    <a:pt x="485394" y="90770"/>
                    <a:pt x="476758" y="907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20"/>
            <p:cNvSpPr/>
            <p:nvPr/>
          </p:nvSpPr>
          <p:spPr>
            <a:xfrm>
              <a:off x="378206" y="705739"/>
              <a:ext cx="120232" cy="139192"/>
            </a:xfrm>
            <a:custGeom>
              <a:rect b="b" l="l" r="r" t="t"/>
              <a:pathLst>
                <a:path extrusionOk="0" h="139192" w="120232">
                  <a:moveTo>
                    <a:pt x="89916" y="139192"/>
                  </a:moveTo>
                  <a:lnTo>
                    <a:pt x="78232" y="135890"/>
                  </a:lnTo>
                  <a:cubicBezTo>
                    <a:pt x="65532" y="110490"/>
                    <a:pt x="68326" y="86995"/>
                    <a:pt x="82423" y="70104"/>
                  </a:cubicBezTo>
                  <a:lnTo>
                    <a:pt x="89408" y="53975"/>
                  </a:lnTo>
                  <a:cubicBezTo>
                    <a:pt x="81661" y="37465"/>
                    <a:pt x="73914" y="32512"/>
                    <a:pt x="64770" y="32512"/>
                  </a:cubicBezTo>
                  <a:lnTo>
                    <a:pt x="16256" y="32512"/>
                  </a:lnTo>
                  <a:cubicBezTo>
                    <a:pt x="7239" y="32512"/>
                    <a:pt x="0" y="25273"/>
                    <a:pt x="0" y="16256"/>
                  </a:cubicBezTo>
                  <a:lnTo>
                    <a:pt x="7239" y="0"/>
                  </a:lnTo>
                  <a:lnTo>
                    <a:pt x="64897" y="0"/>
                  </a:lnTo>
                  <a:cubicBezTo>
                    <a:pt x="86614" y="0"/>
                    <a:pt x="105791" y="12192"/>
                    <a:pt x="114935" y="31877"/>
                  </a:cubicBezTo>
                  <a:cubicBezTo>
                    <a:pt x="124079" y="51562"/>
                    <a:pt x="121285" y="74041"/>
                    <a:pt x="107315" y="90805"/>
                  </a:cubicBezTo>
                  <a:lnTo>
                    <a:pt x="100457" y="107569"/>
                  </a:lnTo>
                  <a:cubicBezTo>
                    <a:pt x="108585" y="123698"/>
                    <a:pt x="105283" y="133477"/>
                    <a:pt x="97282" y="137414"/>
                  </a:cubicBezTo>
                  <a:lnTo>
                    <a:pt x="92456" y="13906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20"/>
            <p:cNvSpPr/>
            <p:nvPr/>
          </p:nvSpPr>
          <p:spPr>
            <a:xfrm>
              <a:off x="322072" y="705866"/>
              <a:ext cx="49657" cy="32385"/>
            </a:xfrm>
            <a:custGeom>
              <a:rect b="b" l="l" r="r" t="t"/>
              <a:pathLst>
                <a:path extrusionOk="0" h="32385" w="49657">
                  <a:moveTo>
                    <a:pt x="33401" y="32385"/>
                  </a:moveTo>
                  <a:lnTo>
                    <a:pt x="16256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33401" y="0"/>
                  </a:lnTo>
                  <a:cubicBezTo>
                    <a:pt x="42418" y="0"/>
                    <a:pt x="49657" y="7239"/>
                    <a:pt x="49657" y="16256"/>
                  </a:cubicBezTo>
                  <a:lnTo>
                    <a:pt x="42418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20"/>
            <p:cNvSpPr/>
            <p:nvPr/>
          </p:nvSpPr>
          <p:spPr>
            <a:xfrm>
              <a:off x="247178" y="717997"/>
              <a:ext cx="67401" cy="46670"/>
            </a:xfrm>
            <a:custGeom>
              <a:rect b="b" l="l" r="r" t="t"/>
              <a:pathLst>
                <a:path extrusionOk="0" h="46670" w="67401">
                  <a:moveTo>
                    <a:pt x="15204" y="46670"/>
                  </a:moveTo>
                  <a:lnTo>
                    <a:pt x="2631" y="42733"/>
                  </a:lnTo>
                  <a:cubicBezTo>
                    <a:pt x="-3084" y="27874"/>
                    <a:pt x="1107" y="18603"/>
                    <a:pt x="9489" y="15301"/>
                  </a:cubicBezTo>
                  <a:lnTo>
                    <a:pt x="46446" y="1077"/>
                  </a:lnTo>
                  <a:cubicBezTo>
                    <a:pt x="54828" y="-2098"/>
                    <a:pt x="64226" y="1966"/>
                    <a:pt x="67401" y="10348"/>
                  </a:cubicBezTo>
                  <a:lnTo>
                    <a:pt x="66385" y="28128"/>
                  </a:lnTo>
                  <a:lnTo>
                    <a:pt x="21046" y="45527"/>
                  </a:lnTo>
                  <a:cubicBezTo>
                    <a:pt x="19141" y="46289"/>
                    <a:pt x="17109" y="46670"/>
                    <a:pt x="15204" y="466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20"/>
            <p:cNvSpPr/>
            <p:nvPr/>
          </p:nvSpPr>
          <p:spPr>
            <a:xfrm>
              <a:off x="719420" y="632964"/>
              <a:ext cx="70253" cy="65409"/>
            </a:xfrm>
            <a:custGeom>
              <a:rect b="b" l="l" r="r" t="t"/>
              <a:pathLst>
                <a:path extrusionOk="0" h="65409" w="70253">
                  <a:moveTo>
                    <a:pt x="20609" y="65409"/>
                  </a:moveTo>
                  <a:lnTo>
                    <a:pt x="11084" y="63377"/>
                  </a:lnTo>
                  <a:cubicBezTo>
                    <a:pt x="2321" y="53852"/>
                    <a:pt x="-346" y="45978"/>
                    <a:pt x="35" y="37596"/>
                  </a:cubicBezTo>
                  <a:cubicBezTo>
                    <a:pt x="543" y="27690"/>
                    <a:pt x="5369" y="17911"/>
                    <a:pt x="13243" y="10672"/>
                  </a:cubicBezTo>
                  <a:cubicBezTo>
                    <a:pt x="20101" y="4449"/>
                    <a:pt x="28483" y="766"/>
                    <a:pt x="36992" y="131"/>
                  </a:cubicBezTo>
                  <a:cubicBezTo>
                    <a:pt x="46898" y="-758"/>
                    <a:pt x="56169" y="2925"/>
                    <a:pt x="62519" y="9783"/>
                  </a:cubicBezTo>
                  <a:cubicBezTo>
                    <a:pt x="71409" y="19562"/>
                    <a:pt x="72806" y="34294"/>
                    <a:pt x="65821" y="47375"/>
                  </a:cubicBezTo>
                  <a:lnTo>
                    <a:pt x="51851" y="58297"/>
                  </a:lnTo>
                  <a:cubicBezTo>
                    <a:pt x="36484" y="50169"/>
                    <a:pt x="33309" y="41025"/>
                    <a:pt x="36611" y="33405"/>
                  </a:cubicBezTo>
                  <a:lnTo>
                    <a:pt x="35595" y="34167"/>
                  </a:lnTo>
                  <a:lnTo>
                    <a:pt x="32420" y="38866"/>
                  </a:lnTo>
                  <a:cubicBezTo>
                    <a:pt x="38516" y="45851"/>
                    <a:pt x="37627" y="55376"/>
                    <a:pt x="31023" y="61472"/>
                  </a:cubicBezTo>
                  <a:lnTo>
                    <a:pt x="24419" y="6540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20"/>
            <p:cNvSpPr/>
            <p:nvPr/>
          </p:nvSpPr>
          <p:spPr>
            <a:xfrm>
              <a:off x="580547" y="726757"/>
              <a:ext cx="87425" cy="82106"/>
            </a:xfrm>
            <a:custGeom>
              <a:rect b="b" l="l" r="r" t="t"/>
              <a:pathLst>
                <a:path extrusionOk="0" h="82106" w="87425">
                  <a:moveTo>
                    <a:pt x="30069" y="54801"/>
                  </a:moveTo>
                  <a:lnTo>
                    <a:pt x="30069" y="54801"/>
                  </a:lnTo>
                  <a:lnTo>
                    <a:pt x="30069" y="54801"/>
                  </a:lnTo>
                  <a:moveTo>
                    <a:pt x="18131" y="81852"/>
                  </a:moveTo>
                  <a:lnTo>
                    <a:pt x="9368" y="80074"/>
                  </a:lnTo>
                  <a:cubicBezTo>
                    <a:pt x="-7015" y="62040"/>
                    <a:pt x="-1046" y="37148"/>
                    <a:pt x="20544" y="17590"/>
                  </a:cubicBezTo>
                  <a:lnTo>
                    <a:pt x="48611" y="1461"/>
                  </a:lnTo>
                  <a:cubicBezTo>
                    <a:pt x="61438" y="-1968"/>
                    <a:pt x="73122" y="699"/>
                    <a:pt x="80488" y="8827"/>
                  </a:cubicBezTo>
                  <a:cubicBezTo>
                    <a:pt x="90521" y="19876"/>
                    <a:pt x="89632" y="37275"/>
                    <a:pt x="78075" y="54293"/>
                  </a:cubicBezTo>
                  <a:lnTo>
                    <a:pt x="62962" y="63564"/>
                  </a:lnTo>
                  <a:cubicBezTo>
                    <a:pt x="48230" y="53531"/>
                    <a:pt x="46325" y="43498"/>
                    <a:pt x="51278" y="36005"/>
                  </a:cubicBezTo>
                  <a:lnTo>
                    <a:pt x="51913" y="35116"/>
                  </a:lnTo>
                  <a:lnTo>
                    <a:pt x="45944" y="38291"/>
                  </a:lnTo>
                  <a:cubicBezTo>
                    <a:pt x="35149" y="48197"/>
                    <a:pt x="32355" y="54420"/>
                    <a:pt x="31720" y="57087"/>
                  </a:cubicBezTo>
                  <a:lnTo>
                    <a:pt x="34895" y="72454"/>
                  </a:lnTo>
                  <a:cubicBezTo>
                    <a:pt x="25878" y="80709"/>
                    <a:pt x="21941" y="82106"/>
                    <a:pt x="18131" y="821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20"/>
            <p:cNvSpPr/>
            <p:nvPr/>
          </p:nvSpPr>
          <p:spPr>
            <a:xfrm>
              <a:off x="584327" y="177351"/>
              <a:ext cx="66294" cy="45407"/>
            </a:xfrm>
            <a:custGeom>
              <a:rect b="b" l="l" r="r" t="t"/>
              <a:pathLst>
                <a:path extrusionOk="0" h="45407" w="66294">
                  <a:moveTo>
                    <a:pt x="49657" y="45280"/>
                  </a:moveTo>
                  <a:lnTo>
                    <a:pt x="39751" y="42994"/>
                  </a:lnTo>
                  <a:cubicBezTo>
                    <a:pt x="32258" y="32834"/>
                    <a:pt x="26543" y="31564"/>
                    <a:pt x="25019" y="32580"/>
                  </a:cubicBezTo>
                  <a:lnTo>
                    <a:pt x="7620" y="36390"/>
                  </a:lnTo>
                  <a:cubicBezTo>
                    <a:pt x="-3048" y="22039"/>
                    <a:pt x="-1397" y="11879"/>
                    <a:pt x="5715" y="6545"/>
                  </a:cubicBezTo>
                  <a:cubicBezTo>
                    <a:pt x="22606" y="-5901"/>
                    <a:pt x="48133" y="-59"/>
                    <a:pt x="62484" y="19499"/>
                  </a:cubicBezTo>
                  <a:lnTo>
                    <a:pt x="66294" y="36898"/>
                  </a:lnTo>
                  <a:cubicBezTo>
                    <a:pt x="56261" y="44264"/>
                    <a:pt x="52832" y="45407"/>
                    <a:pt x="49530" y="4540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20"/>
            <p:cNvSpPr/>
            <p:nvPr/>
          </p:nvSpPr>
          <p:spPr>
            <a:xfrm>
              <a:off x="175133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20"/>
            <p:cNvSpPr/>
            <p:nvPr/>
          </p:nvSpPr>
          <p:spPr>
            <a:xfrm>
              <a:off x="175133" y="316230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20"/>
            <p:cNvSpPr/>
            <p:nvPr/>
          </p:nvSpPr>
          <p:spPr>
            <a:xfrm>
              <a:off x="538226" y="372110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20"/>
            <p:cNvSpPr/>
            <p:nvPr/>
          </p:nvSpPr>
          <p:spPr>
            <a:xfrm>
              <a:off x="538226" y="204597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20"/>
            <p:cNvSpPr/>
            <p:nvPr/>
          </p:nvSpPr>
          <p:spPr>
            <a:xfrm>
              <a:off x="566166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20"/>
            <p:cNvSpPr/>
            <p:nvPr/>
          </p:nvSpPr>
          <p:spPr>
            <a:xfrm>
              <a:off x="370586" y="790956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20"/>
            <p:cNvSpPr/>
            <p:nvPr/>
          </p:nvSpPr>
          <p:spPr>
            <a:xfrm>
              <a:off x="398526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20"/>
            <p:cNvSpPr/>
            <p:nvPr/>
          </p:nvSpPr>
          <p:spPr>
            <a:xfrm>
              <a:off x="258953" y="59550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20"/>
            <p:cNvSpPr/>
            <p:nvPr/>
          </p:nvSpPr>
          <p:spPr>
            <a:xfrm>
              <a:off x="337820" y="254635"/>
              <a:ext cx="72771" cy="71882"/>
            </a:xfrm>
            <a:custGeom>
              <a:rect b="b" l="l" r="r" t="t"/>
              <a:pathLst>
                <a:path extrusionOk="0" h="71882" w="72771">
                  <a:moveTo>
                    <a:pt x="17653" y="71882"/>
                  </a:moveTo>
                  <a:lnTo>
                    <a:pt x="15621" y="71755"/>
                  </a:lnTo>
                  <a:lnTo>
                    <a:pt x="0" y="61341"/>
                  </a:lnTo>
                  <a:cubicBezTo>
                    <a:pt x="5969" y="30734"/>
                    <a:pt x="25781" y="0"/>
                    <a:pt x="56515" y="0"/>
                  </a:cubicBezTo>
                  <a:lnTo>
                    <a:pt x="72771" y="7239"/>
                  </a:lnTo>
                  <a:cubicBezTo>
                    <a:pt x="72771" y="25146"/>
                    <a:pt x="65532" y="32385"/>
                    <a:pt x="56515" y="32385"/>
                  </a:cubicBezTo>
                  <a:cubicBezTo>
                    <a:pt x="45720" y="32385"/>
                    <a:pt x="35560" y="48260"/>
                    <a:pt x="33528" y="58674"/>
                  </a:cubicBezTo>
                  <a:lnTo>
                    <a:pt x="25273" y="7175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20"/>
            <p:cNvSpPr/>
            <p:nvPr/>
          </p:nvSpPr>
          <p:spPr>
            <a:xfrm>
              <a:off x="406940" y="77309"/>
              <a:ext cx="195675" cy="104428"/>
            </a:xfrm>
            <a:custGeom>
              <a:rect b="b" l="l" r="r" t="t"/>
              <a:pathLst>
                <a:path extrusionOk="0" h="104428" w="195675">
                  <a:moveTo>
                    <a:pt x="15208" y="104428"/>
                  </a:moveTo>
                  <a:lnTo>
                    <a:pt x="2127" y="100110"/>
                  </a:lnTo>
                  <a:cubicBezTo>
                    <a:pt x="-2953" y="84870"/>
                    <a:pt x="1619" y="75726"/>
                    <a:pt x="10001" y="72805"/>
                  </a:cubicBezTo>
                  <a:lnTo>
                    <a:pt x="49117" y="57565"/>
                  </a:lnTo>
                  <a:lnTo>
                    <a:pt x="174339" y="1431"/>
                  </a:lnTo>
                  <a:cubicBezTo>
                    <a:pt x="182467" y="-2252"/>
                    <a:pt x="192119" y="1431"/>
                    <a:pt x="195675" y="9559"/>
                  </a:cubicBezTo>
                  <a:lnTo>
                    <a:pt x="195675" y="27339"/>
                  </a:lnTo>
                  <a:lnTo>
                    <a:pt x="62452" y="87029"/>
                  </a:lnTo>
                  <a:cubicBezTo>
                    <a:pt x="48736" y="93125"/>
                    <a:pt x="34512" y="98713"/>
                    <a:pt x="20288" y="103539"/>
                  </a:cubicBezTo>
                  <a:lnTo>
                    <a:pt x="16859" y="10442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20"/>
            <p:cNvSpPr/>
            <p:nvPr/>
          </p:nvSpPr>
          <p:spPr>
            <a:xfrm>
              <a:off x="331397" y="164918"/>
              <a:ext cx="51127" cy="35107"/>
            </a:xfrm>
            <a:custGeom>
              <a:rect b="b" l="l" r="r" t="t"/>
              <a:pathLst>
                <a:path extrusionOk="0" h="35107" w="51127">
                  <a:moveTo>
                    <a:pt x="15313" y="34980"/>
                  </a:moveTo>
                  <a:lnTo>
                    <a:pt x="581" y="29265"/>
                  </a:lnTo>
                  <a:cubicBezTo>
                    <a:pt x="-1959" y="12374"/>
                    <a:pt x="4137" y="4119"/>
                    <a:pt x="12900" y="2849"/>
                  </a:cubicBezTo>
                  <a:lnTo>
                    <a:pt x="25727" y="817"/>
                  </a:lnTo>
                  <a:cubicBezTo>
                    <a:pt x="40840" y="-2231"/>
                    <a:pt x="49476" y="3611"/>
                    <a:pt x="51127" y="12374"/>
                  </a:cubicBezTo>
                  <a:lnTo>
                    <a:pt x="47063" y="29646"/>
                  </a:lnTo>
                  <a:cubicBezTo>
                    <a:pt x="31442" y="32694"/>
                    <a:pt x="24584" y="33837"/>
                    <a:pt x="17726" y="34853"/>
                  </a:cubicBezTo>
                  <a:lnTo>
                    <a:pt x="16075" y="35107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20"/>
            <p:cNvSpPr/>
            <p:nvPr/>
          </p:nvSpPr>
          <p:spPr>
            <a:xfrm>
              <a:off x="264287" y="174137"/>
              <a:ext cx="43688" cy="34016"/>
            </a:xfrm>
            <a:custGeom>
              <a:rect b="b" l="l" r="r" t="t"/>
              <a:pathLst>
                <a:path extrusionOk="0" h="34016" w="43688">
                  <a:moveTo>
                    <a:pt x="15494" y="34016"/>
                  </a:moveTo>
                  <a:lnTo>
                    <a:pt x="381" y="27920"/>
                  </a:lnTo>
                  <a:cubicBezTo>
                    <a:pt x="-1651" y="10775"/>
                    <a:pt x="4699" y="2774"/>
                    <a:pt x="13589" y="1631"/>
                  </a:cubicBezTo>
                  <a:lnTo>
                    <a:pt x="25654" y="107"/>
                  </a:lnTo>
                  <a:cubicBezTo>
                    <a:pt x="34544" y="-909"/>
                    <a:pt x="42545" y="5441"/>
                    <a:pt x="43688" y="14331"/>
                  </a:cubicBezTo>
                  <a:lnTo>
                    <a:pt x="38354" y="31222"/>
                  </a:lnTo>
                  <a:lnTo>
                    <a:pt x="17399" y="33762"/>
                  </a:lnTo>
                  <a:lnTo>
                    <a:pt x="16129" y="3388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20"/>
            <p:cNvSpPr/>
            <p:nvPr/>
          </p:nvSpPr>
          <p:spPr>
            <a:xfrm>
              <a:off x="63500" y="63500"/>
              <a:ext cx="746506" cy="842391"/>
            </a:xfrm>
            <a:custGeom>
              <a:rect b="b" l="l" r="r" t="t"/>
              <a:pathLst>
                <a:path extrusionOk="0" h="842391" w="746506">
                  <a:moveTo>
                    <a:pt x="421132" y="842264"/>
                  </a:moveTo>
                  <a:cubicBezTo>
                    <a:pt x="188976" y="842264"/>
                    <a:pt x="0" y="653415"/>
                    <a:pt x="0" y="421132"/>
                  </a:cubicBezTo>
                  <a:cubicBezTo>
                    <a:pt x="0" y="188849"/>
                    <a:pt x="188976" y="0"/>
                    <a:pt x="421132" y="0"/>
                  </a:cubicBezTo>
                  <a:cubicBezTo>
                    <a:pt x="544449" y="0"/>
                    <a:pt x="661162" y="53975"/>
                    <a:pt x="741553" y="148082"/>
                  </a:cubicBezTo>
                  <a:lnTo>
                    <a:pt x="746506" y="165100"/>
                  </a:lnTo>
                  <a:cubicBezTo>
                    <a:pt x="732917" y="176657"/>
                    <a:pt x="722630" y="175895"/>
                    <a:pt x="716915" y="169164"/>
                  </a:cubicBezTo>
                  <a:cubicBezTo>
                    <a:pt x="642747" y="82169"/>
                    <a:pt x="534924" y="32385"/>
                    <a:pt x="421132" y="32385"/>
                  </a:cubicBezTo>
                  <a:cubicBezTo>
                    <a:pt x="206756" y="32385"/>
                    <a:pt x="32385" y="206756"/>
                    <a:pt x="32385" y="421132"/>
                  </a:cubicBezTo>
                  <a:cubicBezTo>
                    <a:pt x="32385" y="635508"/>
                    <a:pt x="206756" y="809879"/>
                    <a:pt x="421132" y="809879"/>
                  </a:cubicBezTo>
                  <a:cubicBezTo>
                    <a:pt x="531749" y="809879"/>
                    <a:pt x="637540" y="762381"/>
                    <a:pt x="711327" y="679577"/>
                  </a:cubicBezTo>
                  <a:lnTo>
                    <a:pt x="727583" y="672338"/>
                  </a:lnTo>
                  <a:cubicBezTo>
                    <a:pt x="740918" y="684276"/>
                    <a:pt x="741553" y="694436"/>
                    <a:pt x="735584" y="701167"/>
                  </a:cubicBezTo>
                  <a:cubicBezTo>
                    <a:pt x="655574" y="790956"/>
                    <a:pt x="541020" y="842391"/>
                    <a:pt x="421259" y="84239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20"/>
            <p:cNvSpPr/>
            <p:nvPr/>
          </p:nvSpPr>
          <p:spPr>
            <a:xfrm>
              <a:off x="792480" y="63500"/>
              <a:ext cx="259207" cy="971804"/>
            </a:xfrm>
            <a:custGeom>
              <a:rect b="b" l="l" r="r" t="t"/>
              <a:pathLst>
                <a:path extrusionOk="0" h="971804" w="259207">
                  <a:moveTo>
                    <a:pt x="129540" y="32385"/>
                  </a:moveTo>
                  <a:cubicBezTo>
                    <a:pt x="102743" y="32385"/>
                    <a:pt x="80899" y="54229"/>
                    <a:pt x="80899" y="81026"/>
                  </a:cubicBezTo>
                  <a:lnTo>
                    <a:pt x="80899" y="749300"/>
                  </a:lnTo>
                  <a:cubicBezTo>
                    <a:pt x="80899" y="754507"/>
                    <a:pt x="78359" y="759460"/>
                    <a:pt x="74041" y="762508"/>
                  </a:cubicBezTo>
                  <a:cubicBezTo>
                    <a:pt x="47498" y="781177"/>
                    <a:pt x="32385" y="810260"/>
                    <a:pt x="32385" y="842264"/>
                  </a:cubicBezTo>
                  <a:cubicBezTo>
                    <a:pt x="32385" y="895858"/>
                    <a:pt x="75946" y="939419"/>
                    <a:pt x="129540" y="939419"/>
                  </a:cubicBezTo>
                  <a:cubicBezTo>
                    <a:pt x="183134" y="939419"/>
                    <a:pt x="226695" y="895858"/>
                    <a:pt x="226695" y="842264"/>
                  </a:cubicBezTo>
                  <a:cubicBezTo>
                    <a:pt x="226695" y="810260"/>
                    <a:pt x="211455" y="781177"/>
                    <a:pt x="185039" y="762508"/>
                  </a:cubicBezTo>
                  <a:lnTo>
                    <a:pt x="178181" y="754507"/>
                  </a:lnTo>
                  <a:lnTo>
                    <a:pt x="178181" y="81026"/>
                  </a:lnTo>
                  <a:cubicBezTo>
                    <a:pt x="178181" y="54229"/>
                    <a:pt x="156337" y="32385"/>
                    <a:pt x="129540" y="32385"/>
                  </a:cubicBezTo>
                  <a:moveTo>
                    <a:pt x="129540" y="971804"/>
                  </a:moveTo>
                  <a:cubicBezTo>
                    <a:pt x="58039" y="971804"/>
                    <a:pt x="0" y="913638"/>
                    <a:pt x="0" y="842264"/>
                  </a:cubicBezTo>
                  <a:cubicBezTo>
                    <a:pt x="0" y="802386"/>
                    <a:pt x="17653" y="766064"/>
                    <a:pt x="48641" y="741172"/>
                  </a:cubicBezTo>
                  <a:lnTo>
                    <a:pt x="48641" y="81026"/>
                  </a:lnTo>
                  <a:cubicBezTo>
                    <a:pt x="48514" y="36322"/>
                    <a:pt x="84836" y="0"/>
                    <a:pt x="129540" y="0"/>
                  </a:cubicBezTo>
                  <a:cubicBezTo>
                    <a:pt x="174244" y="0"/>
                    <a:pt x="210566" y="36322"/>
                    <a:pt x="210566" y="81026"/>
                  </a:cubicBezTo>
                  <a:lnTo>
                    <a:pt x="210566" y="741172"/>
                  </a:lnTo>
                  <a:cubicBezTo>
                    <a:pt x="241554" y="766064"/>
                    <a:pt x="259207" y="802386"/>
                    <a:pt x="259207" y="842264"/>
                  </a:cubicBezTo>
                  <a:cubicBezTo>
                    <a:pt x="259207" y="913765"/>
                    <a:pt x="201041" y="971804"/>
                    <a:pt x="129667" y="97180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20"/>
            <p:cNvSpPr/>
            <p:nvPr/>
          </p:nvSpPr>
          <p:spPr>
            <a:xfrm>
              <a:off x="938276" y="355092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20"/>
            <p:cNvSpPr/>
            <p:nvPr/>
          </p:nvSpPr>
          <p:spPr>
            <a:xfrm>
              <a:off x="938276" y="257937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20"/>
            <p:cNvSpPr/>
            <p:nvPr/>
          </p:nvSpPr>
          <p:spPr>
            <a:xfrm>
              <a:off x="938276" y="549402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20"/>
            <p:cNvSpPr/>
            <p:nvPr/>
          </p:nvSpPr>
          <p:spPr>
            <a:xfrm>
              <a:off x="938276" y="452247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20"/>
            <p:cNvSpPr/>
            <p:nvPr/>
          </p:nvSpPr>
          <p:spPr>
            <a:xfrm>
              <a:off x="938276" y="743839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20"/>
            <p:cNvSpPr/>
            <p:nvPr/>
          </p:nvSpPr>
          <p:spPr>
            <a:xfrm>
              <a:off x="938276" y="646684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3" name="Google Shape;983;p20"/>
          <p:cNvSpPr/>
          <p:nvPr/>
        </p:nvSpPr>
        <p:spPr>
          <a:xfrm>
            <a:off x="233877" y="502191"/>
            <a:ext cx="608364" cy="610534"/>
          </a:xfrm>
          <a:custGeom>
            <a:rect b="b" l="l" r="r" t="t"/>
            <a:pathLst>
              <a:path extrusionOk="0" h="939283" w="935944">
                <a:moveTo>
                  <a:pt x="594308" y="304156"/>
                </a:moveTo>
                <a:cubicBezTo>
                  <a:pt x="562304" y="328794"/>
                  <a:pt x="536650" y="358512"/>
                  <a:pt x="515060" y="395850"/>
                </a:cubicBezTo>
                <a:lnTo>
                  <a:pt x="522934" y="395596"/>
                </a:lnTo>
                <a:cubicBezTo>
                  <a:pt x="536523" y="387976"/>
                  <a:pt x="547953" y="381118"/>
                  <a:pt x="559256" y="374387"/>
                </a:cubicBezTo>
                <a:lnTo>
                  <a:pt x="562177" y="372355"/>
                </a:lnTo>
                <a:cubicBezTo>
                  <a:pt x="576147" y="350003"/>
                  <a:pt x="587069" y="328032"/>
                  <a:pt x="594308" y="304156"/>
                </a:cubicBezTo>
                <a:moveTo>
                  <a:pt x="385774" y="620259"/>
                </a:moveTo>
                <a:cubicBezTo>
                  <a:pt x="338784" y="635118"/>
                  <a:pt x="293826" y="676901"/>
                  <a:pt x="284682" y="713477"/>
                </a:cubicBezTo>
                <a:cubicBezTo>
                  <a:pt x="324560" y="689474"/>
                  <a:pt x="357834" y="659121"/>
                  <a:pt x="385774" y="620259"/>
                </a:cubicBezTo>
                <a:moveTo>
                  <a:pt x="626312" y="347209"/>
                </a:moveTo>
                <a:cubicBezTo>
                  <a:pt x="636218" y="344034"/>
                  <a:pt x="646632" y="342891"/>
                  <a:pt x="655522" y="335017"/>
                </a:cubicBezTo>
                <a:cubicBezTo>
                  <a:pt x="675715" y="317110"/>
                  <a:pt x="694257" y="297806"/>
                  <a:pt x="709243" y="275454"/>
                </a:cubicBezTo>
                <a:lnTo>
                  <a:pt x="730452" y="240910"/>
                </a:lnTo>
                <a:cubicBezTo>
                  <a:pt x="729690" y="239894"/>
                  <a:pt x="728928" y="238878"/>
                  <a:pt x="728166" y="237862"/>
                </a:cubicBezTo>
                <a:lnTo>
                  <a:pt x="664031" y="260341"/>
                </a:lnTo>
                <a:cubicBezTo>
                  <a:pt x="654379" y="263643"/>
                  <a:pt x="649934" y="269485"/>
                  <a:pt x="647394" y="279518"/>
                </a:cubicBezTo>
                <a:lnTo>
                  <a:pt x="626312" y="347209"/>
                </a:lnTo>
                <a:moveTo>
                  <a:pt x="325322" y="574666"/>
                </a:moveTo>
                <a:lnTo>
                  <a:pt x="243661" y="575428"/>
                </a:lnTo>
                <a:cubicBezTo>
                  <a:pt x="176605" y="571745"/>
                  <a:pt x="155142" y="570094"/>
                  <a:pt x="98627" y="534026"/>
                </a:cubicBezTo>
                <a:cubicBezTo>
                  <a:pt x="87451" y="526914"/>
                  <a:pt x="84530" y="514341"/>
                  <a:pt x="91007" y="503927"/>
                </a:cubicBezTo>
                <a:cubicBezTo>
                  <a:pt x="97611" y="493386"/>
                  <a:pt x="110311" y="490465"/>
                  <a:pt x="121995" y="497831"/>
                </a:cubicBezTo>
                <a:cubicBezTo>
                  <a:pt x="161238" y="522469"/>
                  <a:pt x="163397" y="519929"/>
                  <a:pt x="209117" y="528057"/>
                </a:cubicBezTo>
                <a:cubicBezTo>
                  <a:pt x="251916" y="535677"/>
                  <a:pt x="294715" y="535042"/>
                  <a:pt x="337387" y="526787"/>
                </a:cubicBezTo>
                <a:lnTo>
                  <a:pt x="340562" y="525771"/>
                </a:lnTo>
                <a:lnTo>
                  <a:pt x="340308" y="518786"/>
                </a:lnTo>
                <a:cubicBezTo>
                  <a:pt x="285444" y="459985"/>
                  <a:pt x="221055" y="423790"/>
                  <a:pt x="144855" y="409820"/>
                </a:cubicBezTo>
                <a:cubicBezTo>
                  <a:pt x="122249" y="405756"/>
                  <a:pt x="45668" y="401819"/>
                  <a:pt x="22681" y="400168"/>
                </a:cubicBezTo>
                <a:lnTo>
                  <a:pt x="5790" y="396485"/>
                </a:lnTo>
                <a:cubicBezTo>
                  <a:pt x="-1957" y="379975"/>
                  <a:pt x="-1195" y="372482"/>
                  <a:pt x="3758" y="365624"/>
                </a:cubicBezTo>
                <a:lnTo>
                  <a:pt x="15569" y="356988"/>
                </a:lnTo>
                <a:cubicBezTo>
                  <a:pt x="86943" y="356353"/>
                  <a:pt x="200354" y="373879"/>
                  <a:pt x="257123" y="402200"/>
                </a:cubicBezTo>
                <a:cubicBezTo>
                  <a:pt x="286968" y="417059"/>
                  <a:pt x="314400" y="435474"/>
                  <a:pt x="339546" y="457445"/>
                </a:cubicBezTo>
                <a:lnTo>
                  <a:pt x="343483" y="460493"/>
                </a:lnTo>
                <a:lnTo>
                  <a:pt x="353135" y="448936"/>
                </a:lnTo>
                <a:cubicBezTo>
                  <a:pt x="331037" y="426203"/>
                  <a:pt x="318083" y="415408"/>
                  <a:pt x="302335" y="407153"/>
                </a:cubicBezTo>
                <a:lnTo>
                  <a:pt x="253440" y="376165"/>
                </a:lnTo>
                <a:cubicBezTo>
                  <a:pt x="234263" y="366513"/>
                  <a:pt x="214070" y="357750"/>
                  <a:pt x="193369" y="353051"/>
                </a:cubicBezTo>
                <a:lnTo>
                  <a:pt x="115518" y="343399"/>
                </a:lnTo>
                <a:cubicBezTo>
                  <a:pt x="101421" y="342002"/>
                  <a:pt x="92150" y="335525"/>
                  <a:pt x="91134" y="323714"/>
                </a:cubicBezTo>
                <a:cubicBezTo>
                  <a:pt x="89864" y="310633"/>
                  <a:pt x="99008" y="299584"/>
                  <a:pt x="112724" y="300219"/>
                </a:cubicBezTo>
                <a:lnTo>
                  <a:pt x="176478" y="304791"/>
                </a:lnTo>
                <a:cubicBezTo>
                  <a:pt x="179018" y="304918"/>
                  <a:pt x="181558" y="305426"/>
                  <a:pt x="185495" y="305807"/>
                </a:cubicBezTo>
                <a:lnTo>
                  <a:pt x="183082" y="301235"/>
                </a:lnTo>
                <a:cubicBezTo>
                  <a:pt x="171144" y="279264"/>
                  <a:pt x="136219" y="207890"/>
                  <a:pt x="125932" y="187316"/>
                </a:cubicBezTo>
                <a:cubicBezTo>
                  <a:pt x="118566" y="172457"/>
                  <a:pt x="123011" y="159630"/>
                  <a:pt x="135584" y="154550"/>
                </a:cubicBezTo>
                <a:cubicBezTo>
                  <a:pt x="147903" y="149597"/>
                  <a:pt x="159079" y="155312"/>
                  <a:pt x="165429" y="170171"/>
                </a:cubicBezTo>
                <a:cubicBezTo>
                  <a:pt x="178383" y="200397"/>
                  <a:pt x="218769" y="279391"/>
                  <a:pt x="240613" y="304029"/>
                </a:cubicBezTo>
                <a:cubicBezTo>
                  <a:pt x="254837" y="320031"/>
                  <a:pt x="269950" y="334509"/>
                  <a:pt x="289762" y="344161"/>
                </a:cubicBezTo>
                <a:lnTo>
                  <a:pt x="331164" y="370704"/>
                </a:lnTo>
                <a:cubicBezTo>
                  <a:pt x="350468" y="385436"/>
                  <a:pt x="373074" y="390897"/>
                  <a:pt x="395680" y="396358"/>
                </a:cubicBezTo>
                <a:lnTo>
                  <a:pt x="406983" y="391786"/>
                </a:lnTo>
                <a:cubicBezTo>
                  <a:pt x="420445" y="388230"/>
                  <a:pt x="421715" y="383277"/>
                  <a:pt x="422985" y="376546"/>
                </a:cubicBezTo>
                <a:cubicBezTo>
                  <a:pt x="425271" y="364608"/>
                  <a:pt x="423620" y="353813"/>
                  <a:pt x="420064" y="342129"/>
                </a:cubicBezTo>
                <a:lnTo>
                  <a:pt x="401522" y="266818"/>
                </a:lnTo>
                <a:cubicBezTo>
                  <a:pt x="400633" y="263008"/>
                  <a:pt x="399490" y="258944"/>
                  <a:pt x="397458" y="255642"/>
                </a:cubicBezTo>
                <a:cubicBezTo>
                  <a:pt x="373709" y="217034"/>
                  <a:pt x="343229" y="184649"/>
                  <a:pt x="306526" y="158233"/>
                </a:cubicBezTo>
                <a:lnTo>
                  <a:pt x="297509" y="150740"/>
                </a:lnTo>
                <a:cubicBezTo>
                  <a:pt x="290143" y="137659"/>
                  <a:pt x="293064" y="127118"/>
                  <a:pt x="300430" y="120895"/>
                </a:cubicBezTo>
                <a:cubicBezTo>
                  <a:pt x="307796" y="114672"/>
                  <a:pt x="318591" y="113402"/>
                  <a:pt x="326846" y="120006"/>
                </a:cubicBezTo>
                <a:lnTo>
                  <a:pt x="387298" y="171568"/>
                </a:lnTo>
                <a:cubicBezTo>
                  <a:pt x="391997" y="175632"/>
                  <a:pt x="395934" y="180712"/>
                  <a:pt x="400887" y="186173"/>
                </a:cubicBezTo>
                <a:lnTo>
                  <a:pt x="408380" y="148200"/>
                </a:lnTo>
                <a:cubicBezTo>
                  <a:pt x="412317" y="133214"/>
                  <a:pt x="446099" y="30217"/>
                  <a:pt x="451306" y="15612"/>
                </a:cubicBezTo>
                <a:cubicBezTo>
                  <a:pt x="455751" y="2658"/>
                  <a:pt x="467562" y="-2803"/>
                  <a:pt x="479373" y="1388"/>
                </a:cubicBezTo>
                <a:cubicBezTo>
                  <a:pt x="490930" y="5579"/>
                  <a:pt x="496264" y="17644"/>
                  <a:pt x="491438" y="30725"/>
                </a:cubicBezTo>
                <a:cubicBezTo>
                  <a:pt x="478484" y="66285"/>
                  <a:pt x="442543" y="190872"/>
                  <a:pt x="442416" y="228845"/>
                </a:cubicBezTo>
                <a:cubicBezTo>
                  <a:pt x="442289" y="243069"/>
                  <a:pt x="445337" y="255515"/>
                  <a:pt x="454354" y="267580"/>
                </a:cubicBezTo>
                <a:lnTo>
                  <a:pt x="457148" y="262119"/>
                </a:lnTo>
                <a:cubicBezTo>
                  <a:pt x="486104" y="203064"/>
                  <a:pt x="491565" y="184903"/>
                  <a:pt x="541730" y="147057"/>
                </a:cubicBezTo>
                <a:lnTo>
                  <a:pt x="557224" y="139437"/>
                </a:lnTo>
                <a:cubicBezTo>
                  <a:pt x="573480" y="147057"/>
                  <a:pt x="577544" y="153153"/>
                  <a:pt x="578179" y="161154"/>
                </a:cubicBezTo>
                <a:lnTo>
                  <a:pt x="574242" y="176902"/>
                </a:lnTo>
                <a:cubicBezTo>
                  <a:pt x="534364" y="206747"/>
                  <a:pt x="540587" y="207255"/>
                  <a:pt x="518362" y="241418"/>
                </a:cubicBezTo>
                <a:cubicBezTo>
                  <a:pt x="502741" y="265421"/>
                  <a:pt x="490422" y="291075"/>
                  <a:pt x="480770" y="318126"/>
                </a:cubicBezTo>
                <a:lnTo>
                  <a:pt x="477214" y="334128"/>
                </a:lnTo>
                <a:cubicBezTo>
                  <a:pt x="481786" y="348352"/>
                  <a:pt x="482802" y="354448"/>
                  <a:pt x="484326" y="361052"/>
                </a:cubicBezTo>
                <a:lnTo>
                  <a:pt x="514679" y="321047"/>
                </a:lnTo>
                <a:cubicBezTo>
                  <a:pt x="540333" y="289805"/>
                  <a:pt x="570686" y="263643"/>
                  <a:pt x="605357" y="242815"/>
                </a:cubicBezTo>
                <a:lnTo>
                  <a:pt x="613104" y="236719"/>
                </a:lnTo>
                <a:cubicBezTo>
                  <a:pt x="613485" y="207128"/>
                  <a:pt x="614247" y="139564"/>
                  <a:pt x="614882" y="116069"/>
                </a:cubicBezTo>
                <a:lnTo>
                  <a:pt x="614501" y="111497"/>
                </a:lnTo>
                <a:cubicBezTo>
                  <a:pt x="614120" y="95622"/>
                  <a:pt x="622756" y="85716"/>
                  <a:pt x="635075" y="85208"/>
                </a:cubicBezTo>
                <a:cubicBezTo>
                  <a:pt x="647013" y="84700"/>
                  <a:pt x="656919" y="93590"/>
                  <a:pt x="657554" y="106671"/>
                </a:cubicBezTo>
                <a:cubicBezTo>
                  <a:pt x="658316" y="126483"/>
                  <a:pt x="658316" y="190237"/>
                  <a:pt x="658570" y="210176"/>
                </a:cubicBezTo>
                <a:lnTo>
                  <a:pt x="658570" y="212970"/>
                </a:lnTo>
                <a:lnTo>
                  <a:pt x="666952" y="212462"/>
                </a:lnTo>
                <a:cubicBezTo>
                  <a:pt x="687780" y="206366"/>
                  <a:pt x="704544" y="201159"/>
                  <a:pt x="721689" y="196968"/>
                </a:cubicBezTo>
                <a:cubicBezTo>
                  <a:pt x="743406" y="191761"/>
                  <a:pt x="755725" y="204842"/>
                  <a:pt x="750391" y="227194"/>
                </a:cubicBezTo>
                <a:lnTo>
                  <a:pt x="754201" y="228210"/>
                </a:lnTo>
                <a:cubicBezTo>
                  <a:pt x="770330" y="233544"/>
                  <a:pt x="776553" y="247133"/>
                  <a:pt x="768679" y="260595"/>
                </a:cubicBezTo>
                <a:lnTo>
                  <a:pt x="730452" y="320158"/>
                </a:lnTo>
                <a:cubicBezTo>
                  <a:pt x="728166" y="323714"/>
                  <a:pt x="725118" y="326889"/>
                  <a:pt x="721308" y="331461"/>
                </a:cubicBezTo>
                <a:lnTo>
                  <a:pt x="727912" y="331842"/>
                </a:lnTo>
                <a:cubicBezTo>
                  <a:pt x="760043" y="331969"/>
                  <a:pt x="757757" y="329810"/>
                  <a:pt x="786586" y="336668"/>
                </a:cubicBezTo>
                <a:cubicBezTo>
                  <a:pt x="800683" y="339970"/>
                  <a:pt x="808049" y="350511"/>
                  <a:pt x="805255" y="362957"/>
                </a:cubicBezTo>
                <a:cubicBezTo>
                  <a:pt x="802461" y="375403"/>
                  <a:pt x="791412" y="382007"/>
                  <a:pt x="777188" y="378832"/>
                </a:cubicBezTo>
                <a:cubicBezTo>
                  <a:pt x="731595" y="368672"/>
                  <a:pt x="717244" y="372101"/>
                  <a:pt x="671270" y="381245"/>
                </a:cubicBezTo>
                <a:lnTo>
                  <a:pt x="663142" y="384039"/>
                </a:lnTo>
                <a:cubicBezTo>
                  <a:pt x="635329" y="403089"/>
                  <a:pt x="609421" y="416678"/>
                  <a:pt x="581735" y="427092"/>
                </a:cubicBezTo>
                <a:lnTo>
                  <a:pt x="572591" y="432807"/>
                </a:lnTo>
                <a:lnTo>
                  <a:pt x="567257" y="442840"/>
                </a:lnTo>
                <a:cubicBezTo>
                  <a:pt x="570051" y="451857"/>
                  <a:pt x="574242" y="457572"/>
                  <a:pt x="575131" y="463922"/>
                </a:cubicBezTo>
                <a:cubicBezTo>
                  <a:pt x="576782" y="474463"/>
                  <a:pt x="583513" y="479416"/>
                  <a:pt x="591895" y="483988"/>
                </a:cubicBezTo>
                <a:cubicBezTo>
                  <a:pt x="670254" y="527549"/>
                  <a:pt x="815161" y="520691"/>
                  <a:pt x="900378" y="493132"/>
                </a:cubicBezTo>
                <a:lnTo>
                  <a:pt x="904696" y="491608"/>
                </a:lnTo>
                <a:cubicBezTo>
                  <a:pt x="919428" y="487290"/>
                  <a:pt x="930985" y="492878"/>
                  <a:pt x="934795" y="504435"/>
                </a:cubicBezTo>
                <a:cubicBezTo>
                  <a:pt x="938478" y="515611"/>
                  <a:pt x="933144" y="527549"/>
                  <a:pt x="921079" y="531359"/>
                </a:cubicBezTo>
                <a:lnTo>
                  <a:pt x="865326" y="546599"/>
                </a:lnTo>
                <a:cubicBezTo>
                  <a:pt x="855293" y="549012"/>
                  <a:pt x="782014" y="564633"/>
                  <a:pt x="770203" y="566411"/>
                </a:cubicBezTo>
                <a:lnTo>
                  <a:pt x="775410" y="570602"/>
                </a:lnTo>
                <a:cubicBezTo>
                  <a:pt x="794206" y="587747"/>
                  <a:pt x="811351" y="602733"/>
                  <a:pt x="827607" y="618735"/>
                </a:cubicBezTo>
                <a:cubicBezTo>
                  <a:pt x="839037" y="630038"/>
                  <a:pt x="838910" y="643246"/>
                  <a:pt x="829131" y="652263"/>
                </a:cubicBezTo>
                <a:cubicBezTo>
                  <a:pt x="819352" y="661280"/>
                  <a:pt x="806525" y="659756"/>
                  <a:pt x="795730" y="647818"/>
                </a:cubicBezTo>
                <a:cubicBezTo>
                  <a:pt x="747470" y="594859"/>
                  <a:pt x="688161" y="561712"/>
                  <a:pt x="617676" y="548631"/>
                </a:cubicBezTo>
                <a:lnTo>
                  <a:pt x="580846" y="544186"/>
                </a:lnTo>
                <a:cubicBezTo>
                  <a:pt x="573988" y="543297"/>
                  <a:pt x="570559" y="545710"/>
                  <a:pt x="569924" y="552949"/>
                </a:cubicBezTo>
                <a:lnTo>
                  <a:pt x="616787" y="563109"/>
                </a:lnTo>
                <a:cubicBezTo>
                  <a:pt x="694003" y="583175"/>
                  <a:pt x="813383" y="677663"/>
                  <a:pt x="866596" y="736972"/>
                </a:cubicBezTo>
                <a:cubicBezTo>
                  <a:pt x="876121" y="747513"/>
                  <a:pt x="875994" y="760848"/>
                  <a:pt x="866596" y="769357"/>
                </a:cubicBezTo>
                <a:cubicBezTo>
                  <a:pt x="857071" y="777993"/>
                  <a:pt x="844371" y="776977"/>
                  <a:pt x="834465" y="765928"/>
                </a:cubicBezTo>
                <a:cubicBezTo>
                  <a:pt x="795984" y="723002"/>
                  <a:pt x="695781" y="637023"/>
                  <a:pt x="641933" y="616449"/>
                </a:cubicBezTo>
                <a:cubicBezTo>
                  <a:pt x="611580" y="604892"/>
                  <a:pt x="580084" y="598034"/>
                  <a:pt x="547826" y="594732"/>
                </a:cubicBezTo>
                <a:lnTo>
                  <a:pt x="533856" y="594732"/>
                </a:lnTo>
                <a:cubicBezTo>
                  <a:pt x="523442" y="603622"/>
                  <a:pt x="518108" y="606035"/>
                  <a:pt x="512901" y="609210"/>
                </a:cubicBezTo>
                <a:cubicBezTo>
                  <a:pt x="533348" y="642865"/>
                  <a:pt x="558494" y="671948"/>
                  <a:pt x="588593" y="696713"/>
                </a:cubicBezTo>
                <a:cubicBezTo>
                  <a:pt x="626820" y="728082"/>
                  <a:pt x="654633" y="741163"/>
                  <a:pt x="702131" y="754752"/>
                </a:cubicBezTo>
                <a:cubicBezTo>
                  <a:pt x="716736" y="758943"/>
                  <a:pt x="723594" y="770246"/>
                  <a:pt x="719657" y="782565"/>
                </a:cubicBezTo>
                <a:cubicBezTo>
                  <a:pt x="715720" y="794884"/>
                  <a:pt x="704417" y="800218"/>
                  <a:pt x="690320" y="796281"/>
                </a:cubicBezTo>
                <a:cubicBezTo>
                  <a:pt x="654887" y="786375"/>
                  <a:pt x="636599" y="780914"/>
                  <a:pt x="605103" y="761610"/>
                </a:cubicBezTo>
                <a:cubicBezTo>
                  <a:pt x="562304" y="735321"/>
                  <a:pt x="525982" y="701920"/>
                  <a:pt x="496010" y="661661"/>
                </a:cubicBezTo>
                <a:lnTo>
                  <a:pt x="493851" y="658994"/>
                </a:lnTo>
                <a:lnTo>
                  <a:pt x="496518" y="672837"/>
                </a:lnTo>
                <a:cubicBezTo>
                  <a:pt x="528141" y="745227"/>
                  <a:pt x="623264" y="846065"/>
                  <a:pt x="684732" y="882006"/>
                </a:cubicBezTo>
                <a:lnTo>
                  <a:pt x="686764" y="883149"/>
                </a:lnTo>
                <a:cubicBezTo>
                  <a:pt x="700353" y="891277"/>
                  <a:pt x="704290" y="903215"/>
                  <a:pt x="697940" y="914391"/>
                </a:cubicBezTo>
                <a:cubicBezTo>
                  <a:pt x="691590" y="925567"/>
                  <a:pt x="678763" y="929123"/>
                  <a:pt x="666444" y="921249"/>
                </a:cubicBezTo>
                <a:lnTo>
                  <a:pt x="611707" y="883403"/>
                </a:lnTo>
                <a:cubicBezTo>
                  <a:pt x="577544" y="856098"/>
                  <a:pt x="500201" y="772405"/>
                  <a:pt x="478357" y="734559"/>
                </a:cubicBezTo>
                <a:lnTo>
                  <a:pt x="476325" y="731384"/>
                </a:lnTo>
                <a:cubicBezTo>
                  <a:pt x="474166" y="742306"/>
                  <a:pt x="474420" y="754498"/>
                  <a:pt x="474039" y="766817"/>
                </a:cubicBezTo>
                <a:cubicBezTo>
                  <a:pt x="472769" y="811394"/>
                  <a:pt x="463752" y="854320"/>
                  <a:pt x="447623" y="895849"/>
                </a:cubicBezTo>
                <a:cubicBezTo>
                  <a:pt x="442670" y="908549"/>
                  <a:pt x="430478" y="913883"/>
                  <a:pt x="418921" y="909311"/>
                </a:cubicBezTo>
                <a:cubicBezTo>
                  <a:pt x="407872" y="904866"/>
                  <a:pt x="403046" y="893055"/>
                  <a:pt x="407237" y="880482"/>
                </a:cubicBezTo>
                <a:lnTo>
                  <a:pt x="410031" y="872862"/>
                </a:lnTo>
                <a:cubicBezTo>
                  <a:pt x="412571" y="865242"/>
                  <a:pt x="413714" y="861432"/>
                  <a:pt x="415746" y="855209"/>
                </a:cubicBezTo>
                <a:cubicBezTo>
                  <a:pt x="404697" y="869179"/>
                  <a:pt x="359485" y="916804"/>
                  <a:pt x="349833" y="928742"/>
                </a:cubicBezTo>
                <a:lnTo>
                  <a:pt x="337514" y="939283"/>
                </a:lnTo>
                <a:cubicBezTo>
                  <a:pt x="311479" y="934965"/>
                  <a:pt x="305256" y="916423"/>
                  <a:pt x="315797" y="901818"/>
                </a:cubicBezTo>
                <a:cubicBezTo>
                  <a:pt x="329894" y="882514"/>
                  <a:pt x="380186" y="827777"/>
                  <a:pt x="392505" y="807457"/>
                </a:cubicBezTo>
                <a:cubicBezTo>
                  <a:pt x="410158" y="777993"/>
                  <a:pt x="421842" y="745735"/>
                  <a:pt x="425906" y="711699"/>
                </a:cubicBezTo>
                <a:cubicBezTo>
                  <a:pt x="427684" y="696586"/>
                  <a:pt x="422096" y="680584"/>
                  <a:pt x="419556" y="664963"/>
                </a:cubicBezTo>
                <a:lnTo>
                  <a:pt x="417397" y="657851"/>
                </a:lnTo>
                <a:lnTo>
                  <a:pt x="412190" y="657343"/>
                </a:lnTo>
                <a:cubicBezTo>
                  <a:pt x="371931" y="708397"/>
                  <a:pt x="323925" y="745989"/>
                  <a:pt x="266648" y="771389"/>
                </a:cubicBezTo>
                <a:lnTo>
                  <a:pt x="257758" y="776596"/>
                </a:lnTo>
                <a:cubicBezTo>
                  <a:pt x="254583" y="797424"/>
                  <a:pt x="251789" y="811902"/>
                  <a:pt x="248868" y="826253"/>
                </a:cubicBezTo>
                <a:cubicBezTo>
                  <a:pt x="246328" y="838699"/>
                  <a:pt x="234898" y="846192"/>
                  <a:pt x="223214" y="843525"/>
                </a:cubicBezTo>
                <a:cubicBezTo>
                  <a:pt x="212546" y="841112"/>
                  <a:pt x="205688" y="831968"/>
                  <a:pt x="206577" y="820411"/>
                </a:cubicBezTo>
                <a:lnTo>
                  <a:pt x="210260" y="791201"/>
                </a:lnTo>
                <a:cubicBezTo>
                  <a:pt x="204926" y="793106"/>
                  <a:pt x="200100" y="794249"/>
                  <a:pt x="195782" y="796535"/>
                </a:cubicBezTo>
                <a:cubicBezTo>
                  <a:pt x="184225" y="802377"/>
                  <a:pt x="172668" y="799583"/>
                  <a:pt x="164667" y="788407"/>
                </a:cubicBezTo>
                <a:cubicBezTo>
                  <a:pt x="157936" y="779136"/>
                  <a:pt x="159206" y="767960"/>
                  <a:pt x="167715" y="759451"/>
                </a:cubicBezTo>
                <a:lnTo>
                  <a:pt x="172160" y="754879"/>
                </a:lnTo>
                <a:cubicBezTo>
                  <a:pt x="196163" y="712334"/>
                  <a:pt x="224357" y="677282"/>
                  <a:pt x="259028" y="647310"/>
                </a:cubicBezTo>
                <a:lnTo>
                  <a:pt x="261695" y="646167"/>
                </a:lnTo>
                <a:lnTo>
                  <a:pt x="261314" y="643373"/>
                </a:lnTo>
                <a:lnTo>
                  <a:pt x="219023" y="648961"/>
                </a:lnTo>
                <a:cubicBezTo>
                  <a:pt x="167207" y="653914"/>
                  <a:pt x="85292" y="648326"/>
                  <a:pt x="35889" y="631435"/>
                </a:cubicBezTo>
                <a:cubicBezTo>
                  <a:pt x="23189" y="627117"/>
                  <a:pt x="17093" y="615941"/>
                  <a:pt x="20649" y="604511"/>
                </a:cubicBezTo>
                <a:cubicBezTo>
                  <a:pt x="24459" y="592192"/>
                  <a:pt x="36270" y="586350"/>
                  <a:pt x="49859" y="590795"/>
                </a:cubicBezTo>
                <a:cubicBezTo>
                  <a:pt x="90118" y="604130"/>
                  <a:pt x="162508" y="609464"/>
                  <a:pt x="204799" y="606924"/>
                </a:cubicBezTo>
                <a:cubicBezTo>
                  <a:pt x="246201" y="604384"/>
                  <a:pt x="285444" y="593970"/>
                  <a:pt x="322909" y="576190"/>
                </a:cubicBezTo>
                <a:lnTo>
                  <a:pt x="325703" y="574412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84" name="Google Shape;984;p20"/>
          <p:cNvGrpSpPr/>
          <p:nvPr/>
        </p:nvGrpSpPr>
        <p:grpSpPr>
          <a:xfrm>
            <a:off x="178004" y="7762777"/>
            <a:ext cx="720087" cy="727028"/>
            <a:chOff x="63500" y="63500"/>
            <a:chExt cx="1106805" cy="1117473"/>
          </a:xfrm>
        </p:grpSpPr>
        <p:sp>
          <p:nvSpPr>
            <p:cNvPr id="985" name="Google Shape;985;p20"/>
            <p:cNvSpPr/>
            <p:nvPr/>
          </p:nvSpPr>
          <p:spPr>
            <a:xfrm>
              <a:off x="452417" y="519747"/>
              <a:ext cx="530803" cy="322500"/>
            </a:xfrm>
            <a:custGeom>
              <a:rect b="b" l="l" r="r" t="t"/>
              <a:pathLst>
                <a:path extrusionOk="0" h="322500" w="530803">
                  <a:moveTo>
                    <a:pt x="300693" y="277051"/>
                  </a:moveTo>
                  <a:cubicBezTo>
                    <a:pt x="338031" y="274765"/>
                    <a:pt x="374099" y="269558"/>
                    <a:pt x="406738" y="250635"/>
                  </a:cubicBezTo>
                  <a:cubicBezTo>
                    <a:pt x="451950" y="224473"/>
                    <a:pt x="478747" y="185357"/>
                    <a:pt x="487637" y="133922"/>
                  </a:cubicBezTo>
                  <a:lnTo>
                    <a:pt x="488653" y="127064"/>
                  </a:lnTo>
                  <a:cubicBezTo>
                    <a:pt x="491828" y="110046"/>
                    <a:pt x="500845" y="103061"/>
                    <a:pt x="513418" y="104839"/>
                  </a:cubicBezTo>
                  <a:cubicBezTo>
                    <a:pt x="526372" y="106617"/>
                    <a:pt x="532087" y="114999"/>
                    <a:pt x="530563" y="129731"/>
                  </a:cubicBezTo>
                  <a:cubicBezTo>
                    <a:pt x="520657" y="223330"/>
                    <a:pt x="456014" y="297117"/>
                    <a:pt x="363304" y="316167"/>
                  </a:cubicBezTo>
                  <a:cubicBezTo>
                    <a:pt x="285961" y="332169"/>
                    <a:pt x="212555" y="317183"/>
                    <a:pt x="144229" y="278702"/>
                  </a:cubicBezTo>
                  <a:cubicBezTo>
                    <a:pt x="94191" y="250508"/>
                    <a:pt x="51138" y="214186"/>
                    <a:pt x="22817" y="162878"/>
                  </a:cubicBezTo>
                  <a:cubicBezTo>
                    <a:pt x="11768" y="142812"/>
                    <a:pt x="1608" y="121984"/>
                    <a:pt x="211" y="98489"/>
                  </a:cubicBezTo>
                  <a:cubicBezTo>
                    <a:pt x="-1948" y="59881"/>
                    <a:pt x="12403" y="29020"/>
                    <a:pt x="47455" y="10732"/>
                  </a:cubicBezTo>
                  <a:cubicBezTo>
                    <a:pt x="82634" y="-7683"/>
                    <a:pt x="115781" y="-1587"/>
                    <a:pt x="146134" y="22797"/>
                  </a:cubicBezTo>
                  <a:lnTo>
                    <a:pt x="170391" y="44260"/>
                  </a:lnTo>
                  <a:cubicBezTo>
                    <a:pt x="180932" y="55055"/>
                    <a:pt x="179789" y="65469"/>
                    <a:pt x="167978" y="76518"/>
                  </a:cubicBezTo>
                  <a:cubicBezTo>
                    <a:pt x="158072" y="85789"/>
                    <a:pt x="149817" y="85281"/>
                    <a:pt x="139149" y="74359"/>
                  </a:cubicBezTo>
                  <a:lnTo>
                    <a:pt x="120734" y="55055"/>
                  </a:lnTo>
                  <a:cubicBezTo>
                    <a:pt x="104097" y="40577"/>
                    <a:pt x="85301" y="37783"/>
                    <a:pt x="69807" y="46673"/>
                  </a:cubicBezTo>
                  <a:cubicBezTo>
                    <a:pt x="50503" y="57722"/>
                    <a:pt x="41232" y="77407"/>
                    <a:pt x="45042" y="99124"/>
                  </a:cubicBezTo>
                  <a:cubicBezTo>
                    <a:pt x="49487" y="123635"/>
                    <a:pt x="61044" y="144717"/>
                    <a:pt x="77046" y="163132"/>
                  </a:cubicBezTo>
                  <a:cubicBezTo>
                    <a:pt x="119972" y="212789"/>
                    <a:pt x="170391" y="251651"/>
                    <a:pt x="235542" y="267145"/>
                  </a:cubicBezTo>
                  <a:lnTo>
                    <a:pt x="300439" y="27705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20"/>
            <p:cNvSpPr/>
            <p:nvPr/>
          </p:nvSpPr>
          <p:spPr>
            <a:xfrm>
              <a:off x="277098" y="401210"/>
              <a:ext cx="478944" cy="315717"/>
            </a:xfrm>
            <a:custGeom>
              <a:rect b="b" l="l" r="r" t="t"/>
              <a:pathLst>
                <a:path extrusionOk="0" h="315717" w="478944">
                  <a:moveTo>
                    <a:pt x="178959" y="42020"/>
                  </a:moveTo>
                  <a:cubicBezTo>
                    <a:pt x="134890" y="42147"/>
                    <a:pt x="93996" y="51418"/>
                    <a:pt x="58817" y="79104"/>
                  </a:cubicBezTo>
                  <a:lnTo>
                    <a:pt x="38370" y="97773"/>
                  </a:lnTo>
                  <a:cubicBezTo>
                    <a:pt x="26813" y="108314"/>
                    <a:pt x="16780" y="108695"/>
                    <a:pt x="7382" y="99297"/>
                  </a:cubicBezTo>
                  <a:cubicBezTo>
                    <a:pt x="-2397" y="89518"/>
                    <a:pt x="-2651" y="79485"/>
                    <a:pt x="7763" y="68182"/>
                  </a:cubicBezTo>
                  <a:cubicBezTo>
                    <a:pt x="43196" y="30082"/>
                    <a:pt x="86757" y="6333"/>
                    <a:pt x="138446" y="1634"/>
                  </a:cubicBezTo>
                  <a:cubicBezTo>
                    <a:pt x="257191" y="-9161"/>
                    <a:pt x="354600" y="33765"/>
                    <a:pt x="431816" y="123554"/>
                  </a:cubicBezTo>
                  <a:cubicBezTo>
                    <a:pt x="452009" y="147049"/>
                    <a:pt x="469281" y="172322"/>
                    <a:pt x="476520" y="203564"/>
                  </a:cubicBezTo>
                  <a:cubicBezTo>
                    <a:pt x="485283" y="241410"/>
                    <a:pt x="469662" y="285352"/>
                    <a:pt x="439690" y="303894"/>
                  </a:cubicBezTo>
                  <a:cubicBezTo>
                    <a:pt x="408702" y="323071"/>
                    <a:pt x="361204" y="318499"/>
                    <a:pt x="331486" y="293226"/>
                  </a:cubicBezTo>
                  <a:lnTo>
                    <a:pt x="310404" y="272652"/>
                  </a:lnTo>
                  <a:cubicBezTo>
                    <a:pt x="299355" y="259444"/>
                    <a:pt x="304308" y="242680"/>
                    <a:pt x="320564" y="236330"/>
                  </a:cubicBezTo>
                  <a:lnTo>
                    <a:pt x="334788" y="236711"/>
                  </a:lnTo>
                  <a:cubicBezTo>
                    <a:pt x="348250" y="249411"/>
                    <a:pt x="355489" y="257539"/>
                    <a:pt x="363998" y="264016"/>
                  </a:cubicBezTo>
                  <a:cubicBezTo>
                    <a:pt x="378349" y="274938"/>
                    <a:pt x="394224" y="278494"/>
                    <a:pt x="411369" y="269985"/>
                  </a:cubicBezTo>
                  <a:cubicBezTo>
                    <a:pt x="428768" y="261349"/>
                    <a:pt x="435245" y="246871"/>
                    <a:pt x="436134" y="228075"/>
                  </a:cubicBezTo>
                  <a:cubicBezTo>
                    <a:pt x="436896" y="212073"/>
                    <a:pt x="433086" y="197595"/>
                    <a:pt x="424577" y="184514"/>
                  </a:cubicBezTo>
                  <a:cubicBezTo>
                    <a:pt x="366538" y="95995"/>
                    <a:pt x="286528" y="45068"/>
                    <a:pt x="179086" y="417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20"/>
            <p:cNvSpPr/>
            <p:nvPr/>
          </p:nvSpPr>
          <p:spPr>
            <a:xfrm>
              <a:off x="325981" y="253551"/>
              <a:ext cx="447026" cy="241876"/>
            </a:xfrm>
            <a:custGeom>
              <a:rect b="b" l="l" r="r" t="t"/>
              <a:pathLst>
                <a:path extrusionOk="0" h="241876" w="447026">
                  <a:moveTo>
                    <a:pt x="98072" y="40962"/>
                  </a:moveTo>
                  <a:lnTo>
                    <a:pt x="39652" y="52138"/>
                  </a:lnTo>
                  <a:cubicBezTo>
                    <a:pt x="34953" y="53027"/>
                    <a:pt x="30508" y="54932"/>
                    <a:pt x="25936" y="55948"/>
                  </a:cubicBezTo>
                  <a:cubicBezTo>
                    <a:pt x="13236" y="58615"/>
                    <a:pt x="5743" y="54551"/>
                    <a:pt x="1806" y="43375"/>
                  </a:cubicBezTo>
                  <a:cubicBezTo>
                    <a:pt x="-2385" y="31564"/>
                    <a:pt x="536" y="21277"/>
                    <a:pt x="12474" y="17594"/>
                  </a:cubicBezTo>
                  <a:lnTo>
                    <a:pt x="77117" y="2227"/>
                  </a:lnTo>
                  <a:cubicBezTo>
                    <a:pt x="140236" y="-6663"/>
                    <a:pt x="198021" y="12133"/>
                    <a:pt x="253647" y="39692"/>
                  </a:cubicBezTo>
                  <a:cubicBezTo>
                    <a:pt x="327053" y="76014"/>
                    <a:pt x="390045" y="125036"/>
                    <a:pt x="436019" y="193870"/>
                  </a:cubicBezTo>
                  <a:lnTo>
                    <a:pt x="443766" y="206316"/>
                  </a:lnTo>
                  <a:cubicBezTo>
                    <a:pt x="449735" y="221683"/>
                    <a:pt x="447068" y="229303"/>
                    <a:pt x="439321" y="234764"/>
                  </a:cubicBezTo>
                  <a:lnTo>
                    <a:pt x="423192" y="241876"/>
                  </a:lnTo>
                  <a:cubicBezTo>
                    <a:pt x="410111" y="230954"/>
                    <a:pt x="405412" y="225112"/>
                    <a:pt x="401348" y="219143"/>
                  </a:cubicBezTo>
                  <a:cubicBezTo>
                    <a:pt x="340769" y="129862"/>
                    <a:pt x="256187" y="75379"/>
                    <a:pt x="152809" y="48963"/>
                  </a:cubicBezTo>
                  <a:lnTo>
                    <a:pt x="98072" y="4096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20"/>
            <p:cNvSpPr/>
            <p:nvPr/>
          </p:nvSpPr>
          <p:spPr>
            <a:xfrm>
              <a:off x="432969" y="743106"/>
              <a:ext cx="446193" cy="239366"/>
            </a:xfrm>
            <a:custGeom>
              <a:rect b="b" l="l" r="r" t="t"/>
              <a:pathLst>
                <a:path extrusionOk="0" h="239366" w="446193">
                  <a:moveTo>
                    <a:pt x="348081" y="239366"/>
                  </a:moveTo>
                  <a:cubicBezTo>
                    <a:pt x="272389" y="237842"/>
                    <a:pt x="205206" y="214601"/>
                    <a:pt x="143738" y="174342"/>
                  </a:cubicBezTo>
                  <a:cubicBezTo>
                    <a:pt x="90525" y="139544"/>
                    <a:pt x="43281" y="98269"/>
                    <a:pt x="9118" y="43659"/>
                  </a:cubicBezTo>
                  <a:lnTo>
                    <a:pt x="3530" y="34261"/>
                  </a:lnTo>
                  <a:cubicBezTo>
                    <a:pt x="-3074" y="17497"/>
                    <a:pt x="-153" y="8988"/>
                    <a:pt x="10134" y="3400"/>
                  </a:cubicBezTo>
                  <a:cubicBezTo>
                    <a:pt x="20675" y="-2442"/>
                    <a:pt x="29057" y="-918"/>
                    <a:pt x="36804" y="9242"/>
                  </a:cubicBezTo>
                  <a:lnTo>
                    <a:pt x="79349" y="65503"/>
                  </a:lnTo>
                  <a:cubicBezTo>
                    <a:pt x="139928" y="131289"/>
                    <a:pt x="213080" y="176755"/>
                    <a:pt x="301472" y="195170"/>
                  </a:cubicBezTo>
                  <a:cubicBezTo>
                    <a:pt x="330301" y="201139"/>
                    <a:pt x="359003" y="198853"/>
                    <a:pt x="387705" y="193392"/>
                  </a:cubicBezTo>
                  <a:lnTo>
                    <a:pt x="422630" y="188820"/>
                  </a:lnTo>
                  <a:cubicBezTo>
                    <a:pt x="436473" y="188312"/>
                    <a:pt x="444474" y="194281"/>
                    <a:pt x="445871" y="203806"/>
                  </a:cubicBezTo>
                  <a:cubicBezTo>
                    <a:pt x="447649" y="214601"/>
                    <a:pt x="442061" y="224888"/>
                    <a:pt x="429107" y="228190"/>
                  </a:cubicBezTo>
                  <a:lnTo>
                    <a:pt x="374751" y="237588"/>
                  </a:lnTo>
                  <a:cubicBezTo>
                    <a:pt x="365353" y="238985"/>
                    <a:pt x="355701" y="238731"/>
                    <a:pt x="347700" y="23923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20"/>
            <p:cNvSpPr/>
            <p:nvPr/>
          </p:nvSpPr>
          <p:spPr>
            <a:xfrm>
              <a:off x="323596" y="590075"/>
              <a:ext cx="131850" cy="329767"/>
            </a:xfrm>
            <a:custGeom>
              <a:rect b="b" l="l" r="r" t="t"/>
              <a:pathLst>
                <a:path extrusionOk="0" h="329767" w="131850">
                  <a:moveTo>
                    <a:pt x="127" y="115156"/>
                  </a:moveTo>
                  <a:cubicBezTo>
                    <a:pt x="4318" y="74643"/>
                    <a:pt x="11938" y="39210"/>
                    <a:pt x="36830" y="10000"/>
                  </a:cubicBezTo>
                  <a:cubicBezTo>
                    <a:pt x="47117" y="-2065"/>
                    <a:pt x="57277" y="-2954"/>
                    <a:pt x="68326" y="5936"/>
                  </a:cubicBezTo>
                  <a:lnTo>
                    <a:pt x="77724" y="19271"/>
                  </a:lnTo>
                  <a:cubicBezTo>
                    <a:pt x="73152" y="30701"/>
                    <a:pt x="71882" y="33368"/>
                    <a:pt x="70104" y="35527"/>
                  </a:cubicBezTo>
                  <a:cubicBezTo>
                    <a:pt x="44958" y="67023"/>
                    <a:pt x="42545" y="102837"/>
                    <a:pt x="50038" y="140556"/>
                  </a:cubicBezTo>
                  <a:cubicBezTo>
                    <a:pt x="60325" y="191737"/>
                    <a:pt x="83820" y="236822"/>
                    <a:pt x="114427" y="278605"/>
                  </a:cubicBezTo>
                  <a:lnTo>
                    <a:pt x="122936" y="288892"/>
                  </a:lnTo>
                  <a:cubicBezTo>
                    <a:pt x="135509" y="306164"/>
                    <a:pt x="134112" y="316451"/>
                    <a:pt x="122936" y="325087"/>
                  </a:cubicBezTo>
                  <a:cubicBezTo>
                    <a:pt x="112776" y="332834"/>
                    <a:pt x="103632" y="330929"/>
                    <a:pt x="94234" y="319626"/>
                  </a:cubicBezTo>
                  <a:cubicBezTo>
                    <a:pt x="56134" y="273906"/>
                    <a:pt x="26289" y="223487"/>
                    <a:pt x="9906" y="166083"/>
                  </a:cubicBezTo>
                  <a:lnTo>
                    <a:pt x="0" y="11515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20"/>
            <p:cNvSpPr/>
            <p:nvPr/>
          </p:nvSpPr>
          <p:spPr>
            <a:xfrm>
              <a:off x="747631" y="315829"/>
              <a:ext cx="131971" cy="331109"/>
            </a:xfrm>
            <a:custGeom>
              <a:rect b="b" l="l" r="r" t="t"/>
              <a:pathLst>
                <a:path extrusionOk="0" h="331109" w="131971">
                  <a:moveTo>
                    <a:pt x="131844" y="224556"/>
                  </a:moveTo>
                  <a:cubicBezTo>
                    <a:pt x="133114" y="259862"/>
                    <a:pt x="121557" y="290596"/>
                    <a:pt x="101745" y="318663"/>
                  </a:cubicBezTo>
                  <a:lnTo>
                    <a:pt x="88918" y="331109"/>
                  </a:lnTo>
                  <a:cubicBezTo>
                    <a:pt x="61867" y="324251"/>
                    <a:pt x="56152" y="310281"/>
                    <a:pt x="65931" y="295930"/>
                  </a:cubicBezTo>
                  <a:cubicBezTo>
                    <a:pt x="87648" y="263926"/>
                    <a:pt x="94252" y="228747"/>
                    <a:pt x="86759" y="191155"/>
                  </a:cubicBezTo>
                  <a:cubicBezTo>
                    <a:pt x="79647" y="155595"/>
                    <a:pt x="66566" y="122067"/>
                    <a:pt x="47135" y="91460"/>
                  </a:cubicBezTo>
                  <a:lnTo>
                    <a:pt x="6749" y="37104"/>
                  </a:lnTo>
                  <a:cubicBezTo>
                    <a:pt x="-2014" y="25547"/>
                    <a:pt x="-2395" y="16276"/>
                    <a:pt x="6495" y="7259"/>
                  </a:cubicBezTo>
                  <a:cubicBezTo>
                    <a:pt x="15766" y="-2012"/>
                    <a:pt x="27069" y="-2774"/>
                    <a:pt x="35832" y="7132"/>
                  </a:cubicBezTo>
                  <a:cubicBezTo>
                    <a:pt x="90823" y="69616"/>
                    <a:pt x="129939" y="139212"/>
                    <a:pt x="131971" y="22455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20"/>
            <p:cNvSpPr/>
            <p:nvPr/>
          </p:nvSpPr>
          <p:spPr>
            <a:xfrm>
              <a:off x="63500" y="289687"/>
              <a:ext cx="167132" cy="166624"/>
            </a:xfrm>
            <a:custGeom>
              <a:rect b="b" l="l" r="r" t="t"/>
              <a:pathLst>
                <a:path extrusionOk="0" h="166624" w="167132">
                  <a:moveTo>
                    <a:pt x="167132" y="98171"/>
                  </a:moveTo>
                  <a:lnTo>
                    <a:pt x="117856" y="115062"/>
                  </a:lnTo>
                  <a:cubicBezTo>
                    <a:pt x="111760" y="117475"/>
                    <a:pt x="105791" y="121793"/>
                    <a:pt x="101346" y="126746"/>
                  </a:cubicBezTo>
                  <a:lnTo>
                    <a:pt x="68961" y="166624"/>
                  </a:lnTo>
                  <a:cubicBezTo>
                    <a:pt x="64135" y="152908"/>
                    <a:pt x="58928" y="140843"/>
                    <a:pt x="55880" y="128270"/>
                  </a:cubicBezTo>
                  <a:cubicBezTo>
                    <a:pt x="52324" y="113538"/>
                    <a:pt x="44577" y="102743"/>
                    <a:pt x="32258" y="94107"/>
                  </a:cubicBezTo>
                  <a:lnTo>
                    <a:pt x="0" y="68707"/>
                  </a:lnTo>
                  <a:cubicBezTo>
                    <a:pt x="16637" y="63119"/>
                    <a:pt x="31369" y="57658"/>
                    <a:pt x="46355" y="53213"/>
                  </a:cubicBezTo>
                  <a:cubicBezTo>
                    <a:pt x="55372" y="50546"/>
                    <a:pt x="62103" y="45974"/>
                    <a:pt x="67564" y="38481"/>
                  </a:cubicBezTo>
                  <a:lnTo>
                    <a:pt x="98171" y="0"/>
                  </a:lnTo>
                  <a:cubicBezTo>
                    <a:pt x="103759" y="16383"/>
                    <a:pt x="109474" y="31242"/>
                    <a:pt x="113792" y="46355"/>
                  </a:cubicBezTo>
                  <a:cubicBezTo>
                    <a:pt x="116459" y="55753"/>
                    <a:pt x="121666" y="62484"/>
                    <a:pt x="129413" y="68199"/>
                  </a:cubicBezTo>
                  <a:lnTo>
                    <a:pt x="167132" y="9817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20"/>
            <p:cNvSpPr/>
            <p:nvPr/>
          </p:nvSpPr>
          <p:spPr>
            <a:xfrm>
              <a:off x="551434" y="1033653"/>
              <a:ext cx="146939" cy="147320"/>
            </a:xfrm>
            <a:custGeom>
              <a:rect b="b" l="l" r="r" t="t"/>
              <a:pathLst>
                <a:path extrusionOk="0" h="147320" w="146939">
                  <a:moveTo>
                    <a:pt x="60452" y="147320"/>
                  </a:moveTo>
                  <a:lnTo>
                    <a:pt x="46990" y="107188"/>
                  </a:lnTo>
                  <a:cubicBezTo>
                    <a:pt x="44450" y="98933"/>
                    <a:pt x="40386" y="92583"/>
                    <a:pt x="33401" y="87376"/>
                  </a:cubicBezTo>
                  <a:lnTo>
                    <a:pt x="0" y="60706"/>
                  </a:lnTo>
                  <a:cubicBezTo>
                    <a:pt x="15875" y="55245"/>
                    <a:pt x="30226" y="50673"/>
                    <a:pt x="44323" y="45212"/>
                  </a:cubicBezTo>
                  <a:lnTo>
                    <a:pt x="53721" y="40132"/>
                  </a:lnTo>
                  <a:cubicBezTo>
                    <a:pt x="66802" y="25019"/>
                    <a:pt x="75819" y="13208"/>
                    <a:pt x="86360" y="0"/>
                  </a:cubicBezTo>
                  <a:lnTo>
                    <a:pt x="101346" y="43180"/>
                  </a:lnTo>
                  <a:cubicBezTo>
                    <a:pt x="103378" y="48514"/>
                    <a:pt x="106934" y="53721"/>
                    <a:pt x="111252" y="57531"/>
                  </a:cubicBezTo>
                  <a:lnTo>
                    <a:pt x="146939" y="86487"/>
                  </a:lnTo>
                  <a:cubicBezTo>
                    <a:pt x="130683" y="92075"/>
                    <a:pt x="115951" y="96901"/>
                    <a:pt x="101346" y="102235"/>
                  </a:cubicBezTo>
                  <a:lnTo>
                    <a:pt x="93472" y="106426"/>
                  </a:lnTo>
                  <a:cubicBezTo>
                    <a:pt x="80772" y="121412"/>
                    <a:pt x="71247" y="133604"/>
                    <a:pt x="60325" y="1470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20"/>
            <p:cNvSpPr/>
            <p:nvPr/>
          </p:nvSpPr>
          <p:spPr>
            <a:xfrm>
              <a:off x="922147" y="305181"/>
              <a:ext cx="122174" cy="121793"/>
            </a:xfrm>
            <a:custGeom>
              <a:rect b="b" l="l" r="r" t="t"/>
              <a:pathLst>
                <a:path extrusionOk="0" h="121793" w="122174">
                  <a:moveTo>
                    <a:pt x="71882" y="0"/>
                  </a:moveTo>
                  <a:cubicBezTo>
                    <a:pt x="77343" y="32258"/>
                    <a:pt x="94361" y="55118"/>
                    <a:pt x="122174" y="71628"/>
                  </a:cubicBezTo>
                  <a:cubicBezTo>
                    <a:pt x="89916" y="77216"/>
                    <a:pt x="66548" y="93345"/>
                    <a:pt x="50546" y="121793"/>
                  </a:cubicBezTo>
                  <a:cubicBezTo>
                    <a:pt x="44704" y="89408"/>
                    <a:pt x="28448" y="66167"/>
                    <a:pt x="0" y="50038"/>
                  </a:cubicBezTo>
                  <a:cubicBezTo>
                    <a:pt x="31877" y="44069"/>
                    <a:pt x="55499" y="28448"/>
                    <a:pt x="7200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20"/>
            <p:cNvSpPr/>
            <p:nvPr/>
          </p:nvSpPr>
          <p:spPr>
            <a:xfrm>
              <a:off x="1059053" y="717042"/>
              <a:ext cx="111252" cy="108712"/>
            </a:xfrm>
            <a:custGeom>
              <a:rect b="b" l="l" r="r" t="t"/>
              <a:pathLst>
                <a:path extrusionOk="0" h="108712" w="111252">
                  <a:moveTo>
                    <a:pt x="111125" y="46482"/>
                  </a:moveTo>
                  <a:lnTo>
                    <a:pt x="85598" y="66802"/>
                  </a:lnTo>
                  <a:cubicBezTo>
                    <a:pt x="83185" y="68961"/>
                    <a:pt x="81280" y="73025"/>
                    <a:pt x="81280" y="76200"/>
                  </a:cubicBezTo>
                  <a:lnTo>
                    <a:pt x="82550" y="108712"/>
                  </a:lnTo>
                  <a:cubicBezTo>
                    <a:pt x="75184" y="103886"/>
                    <a:pt x="68326" y="100457"/>
                    <a:pt x="62992" y="95631"/>
                  </a:cubicBezTo>
                  <a:cubicBezTo>
                    <a:pt x="54483" y="88011"/>
                    <a:pt x="46101" y="87503"/>
                    <a:pt x="36195" y="92710"/>
                  </a:cubicBezTo>
                  <a:lnTo>
                    <a:pt x="22987" y="98044"/>
                  </a:lnTo>
                  <a:cubicBezTo>
                    <a:pt x="17653" y="89789"/>
                    <a:pt x="20955" y="80645"/>
                    <a:pt x="22733" y="71120"/>
                  </a:cubicBezTo>
                  <a:lnTo>
                    <a:pt x="22352" y="61849"/>
                  </a:lnTo>
                  <a:cubicBezTo>
                    <a:pt x="14732" y="50419"/>
                    <a:pt x="8128" y="43180"/>
                    <a:pt x="0" y="33020"/>
                  </a:cubicBezTo>
                  <a:lnTo>
                    <a:pt x="31877" y="32766"/>
                  </a:lnTo>
                  <a:cubicBezTo>
                    <a:pt x="35814" y="32385"/>
                    <a:pt x="40640" y="29591"/>
                    <a:pt x="43180" y="26416"/>
                  </a:cubicBezTo>
                  <a:lnTo>
                    <a:pt x="60579" y="0"/>
                  </a:lnTo>
                  <a:cubicBezTo>
                    <a:pt x="64643" y="11176"/>
                    <a:pt x="68326" y="20066"/>
                    <a:pt x="71120" y="29337"/>
                  </a:cubicBezTo>
                  <a:lnTo>
                    <a:pt x="76073" y="37465"/>
                  </a:lnTo>
                  <a:cubicBezTo>
                    <a:pt x="90805" y="40767"/>
                    <a:pt x="99949" y="43561"/>
                    <a:pt x="111252" y="4660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20"/>
            <p:cNvSpPr/>
            <p:nvPr/>
          </p:nvSpPr>
          <p:spPr>
            <a:xfrm>
              <a:off x="174625" y="738378"/>
              <a:ext cx="111125" cy="109093"/>
            </a:xfrm>
            <a:custGeom>
              <a:rect b="b" l="l" r="r" t="t"/>
              <a:pathLst>
                <a:path extrusionOk="0" h="109093" w="111125">
                  <a:moveTo>
                    <a:pt x="60452" y="0"/>
                  </a:moveTo>
                  <a:lnTo>
                    <a:pt x="70358" y="27686"/>
                  </a:lnTo>
                  <a:cubicBezTo>
                    <a:pt x="72263" y="34163"/>
                    <a:pt x="75565" y="37719"/>
                    <a:pt x="82550" y="38989"/>
                  </a:cubicBezTo>
                  <a:lnTo>
                    <a:pt x="111125" y="46609"/>
                  </a:lnTo>
                  <a:cubicBezTo>
                    <a:pt x="101854" y="53848"/>
                    <a:pt x="93726" y="59309"/>
                    <a:pt x="86741" y="65913"/>
                  </a:cubicBezTo>
                  <a:lnTo>
                    <a:pt x="81534" y="73660"/>
                  </a:lnTo>
                  <a:cubicBezTo>
                    <a:pt x="80899" y="87376"/>
                    <a:pt x="81915" y="97155"/>
                    <a:pt x="82550" y="109093"/>
                  </a:cubicBezTo>
                  <a:lnTo>
                    <a:pt x="56134" y="91567"/>
                  </a:lnTo>
                  <a:cubicBezTo>
                    <a:pt x="52832" y="89662"/>
                    <a:pt x="47752" y="89154"/>
                    <a:pt x="44196" y="90297"/>
                  </a:cubicBezTo>
                  <a:lnTo>
                    <a:pt x="14605" y="101346"/>
                  </a:lnTo>
                  <a:cubicBezTo>
                    <a:pt x="17653" y="90170"/>
                    <a:pt x="20955" y="80772"/>
                    <a:pt x="22733" y="71120"/>
                  </a:cubicBezTo>
                  <a:lnTo>
                    <a:pt x="22479" y="61849"/>
                  </a:lnTo>
                  <a:cubicBezTo>
                    <a:pt x="14859" y="50419"/>
                    <a:pt x="8255" y="43180"/>
                    <a:pt x="0" y="33020"/>
                  </a:cubicBezTo>
                  <a:lnTo>
                    <a:pt x="32004" y="32766"/>
                  </a:lnTo>
                  <a:cubicBezTo>
                    <a:pt x="35941" y="32385"/>
                    <a:pt x="40767" y="29718"/>
                    <a:pt x="43180" y="26543"/>
                  </a:cubicBezTo>
                  <a:lnTo>
                    <a:pt x="60452" y="25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20"/>
            <p:cNvSpPr/>
            <p:nvPr/>
          </p:nvSpPr>
          <p:spPr>
            <a:xfrm>
              <a:off x="456438" y="63500"/>
              <a:ext cx="108331" cy="109093"/>
            </a:xfrm>
            <a:custGeom>
              <a:rect b="b" l="l" r="r" t="t"/>
              <a:pathLst>
                <a:path extrusionOk="0" h="109093" w="108331">
                  <a:moveTo>
                    <a:pt x="11557" y="101092"/>
                  </a:moveTo>
                  <a:lnTo>
                    <a:pt x="20320" y="70358"/>
                  </a:lnTo>
                  <a:cubicBezTo>
                    <a:pt x="21082" y="66675"/>
                    <a:pt x="19939" y="61595"/>
                    <a:pt x="17780" y="58547"/>
                  </a:cubicBezTo>
                  <a:lnTo>
                    <a:pt x="0" y="32893"/>
                  </a:lnTo>
                  <a:cubicBezTo>
                    <a:pt x="9652" y="32893"/>
                    <a:pt x="19304" y="33528"/>
                    <a:pt x="28702" y="32639"/>
                  </a:cubicBezTo>
                  <a:lnTo>
                    <a:pt x="37973" y="29337"/>
                  </a:lnTo>
                  <a:cubicBezTo>
                    <a:pt x="46736" y="18288"/>
                    <a:pt x="51562" y="9779"/>
                    <a:pt x="57912" y="0"/>
                  </a:cubicBezTo>
                  <a:lnTo>
                    <a:pt x="68834" y="29210"/>
                  </a:lnTo>
                  <a:cubicBezTo>
                    <a:pt x="70612" y="32893"/>
                    <a:pt x="74549" y="36576"/>
                    <a:pt x="78232" y="37973"/>
                  </a:cubicBezTo>
                  <a:lnTo>
                    <a:pt x="108331" y="46355"/>
                  </a:lnTo>
                  <a:cubicBezTo>
                    <a:pt x="99314" y="53467"/>
                    <a:pt x="91948" y="59817"/>
                    <a:pt x="84074" y="65405"/>
                  </a:cubicBezTo>
                  <a:lnTo>
                    <a:pt x="77724" y="72517"/>
                  </a:lnTo>
                  <a:cubicBezTo>
                    <a:pt x="79121" y="87630"/>
                    <a:pt x="79375" y="97155"/>
                    <a:pt x="80010" y="109093"/>
                  </a:cubicBezTo>
                  <a:lnTo>
                    <a:pt x="53848" y="91567"/>
                  </a:lnTo>
                  <a:cubicBezTo>
                    <a:pt x="50292" y="89662"/>
                    <a:pt x="44958" y="89027"/>
                    <a:pt x="41021" y="90170"/>
                  </a:cubicBezTo>
                  <a:lnTo>
                    <a:pt x="11684" y="10109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20"/>
            <p:cNvSpPr/>
            <p:nvPr/>
          </p:nvSpPr>
          <p:spPr>
            <a:xfrm>
              <a:off x="901227" y="881375"/>
              <a:ext cx="94960" cy="67696"/>
            </a:xfrm>
            <a:custGeom>
              <a:rect b="b" l="l" r="r" t="t"/>
              <a:pathLst>
                <a:path extrusionOk="0" h="67696" w="94960">
                  <a:moveTo>
                    <a:pt x="23587" y="67696"/>
                  </a:moveTo>
                  <a:cubicBezTo>
                    <a:pt x="11268" y="67442"/>
                    <a:pt x="3267" y="61346"/>
                    <a:pt x="854" y="52456"/>
                  </a:cubicBezTo>
                  <a:cubicBezTo>
                    <a:pt x="-1813" y="43058"/>
                    <a:pt x="1870" y="33279"/>
                    <a:pt x="10506" y="28707"/>
                  </a:cubicBezTo>
                  <a:lnTo>
                    <a:pt x="63338" y="2418"/>
                  </a:lnTo>
                  <a:cubicBezTo>
                    <a:pt x="72863" y="-2154"/>
                    <a:pt x="80356" y="-122"/>
                    <a:pt x="86325" y="7498"/>
                  </a:cubicBezTo>
                  <a:lnTo>
                    <a:pt x="94961" y="25532"/>
                  </a:lnTo>
                  <a:cubicBezTo>
                    <a:pt x="70450" y="51694"/>
                    <a:pt x="45558" y="59949"/>
                    <a:pt x="23587" y="675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20"/>
            <p:cNvSpPr/>
            <p:nvPr/>
          </p:nvSpPr>
          <p:spPr>
            <a:xfrm>
              <a:off x="641537" y="236171"/>
              <a:ext cx="88654" cy="73780"/>
            </a:xfrm>
            <a:custGeom>
              <a:rect b="b" l="l" r="r" t="t"/>
              <a:pathLst>
                <a:path extrusionOk="0" h="73780" w="88654">
                  <a:moveTo>
                    <a:pt x="23943" y="49"/>
                  </a:moveTo>
                  <a:lnTo>
                    <a:pt x="30547" y="1446"/>
                  </a:lnTo>
                  <a:cubicBezTo>
                    <a:pt x="50105" y="14781"/>
                    <a:pt x="66234" y="25449"/>
                    <a:pt x="81347" y="37514"/>
                  </a:cubicBezTo>
                  <a:cubicBezTo>
                    <a:pt x="90745" y="44880"/>
                    <a:pt x="90745" y="58088"/>
                    <a:pt x="83252" y="66597"/>
                  </a:cubicBezTo>
                  <a:cubicBezTo>
                    <a:pt x="75886" y="74979"/>
                    <a:pt x="64329" y="76122"/>
                    <a:pt x="54804" y="69518"/>
                  </a:cubicBezTo>
                  <a:lnTo>
                    <a:pt x="9592" y="37768"/>
                  </a:lnTo>
                  <a:cubicBezTo>
                    <a:pt x="1972" y="32307"/>
                    <a:pt x="-2219" y="25322"/>
                    <a:pt x="1210" y="15543"/>
                  </a:cubicBezTo>
                  <a:cubicBezTo>
                    <a:pt x="4893" y="5002"/>
                    <a:pt x="12005" y="-586"/>
                    <a:pt x="23943" y="4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20"/>
            <p:cNvSpPr/>
            <p:nvPr/>
          </p:nvSpPr>
          <p:spPr>
            <a:xfrm>
              <a:off x="464561" y="919978"/>
              <a:ext cx="45217" cy="45095"/>
            </a:xfrm>
            <a:custGeom>
              <a:rect b="b" l="l" r="r" t="t"/>
              <a:pathLst>
                <a:path extrusionOk="0" h="45095" w="45217">
                  <a:moveTo>
                    <a:pt x="5" y="22870"/>
                  </a:moveTo>
                  <a:cubicBezTo>
                    <a:pt x="-249" y="10551"/>
                    <a:pt x="9657" y="264"/>
                    <a:pt x="21976" y="10"/>
                  </a:cubicBezTo>
                  <a:cubicBezTo>
                    <a:pt x="34803" y="-371"/>
                    <a:pt x="45217" y="9789"/>
                    <a:pt x="45217" y="22616"/>
                  </a:cubicBezTo>
                  <a:cubicBezTo>
                    <a:pt x="45217" y="34808"/>
                    <a:pt x="34930" y="45095"/>
                    <a:pt x="22738" y="45095"/>
                  </a:cubicBezTo>
                  <a:cubicBezTo>
                    <a:pt x="10546" y="45095"/>
                    <a:pt x="259" y="35189"/>
                    <a:pt x="5" y="228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20"/>
            <p:cNvSpPr/>
            <p:nvPr/>
          </p:nvSpPr>
          <p:spPr>
            <a:xfrm>
              <a:off x="231892" y="520055"/>
              <a:ext cx="45224" cy="45097"/>
            </a:xfrm>
            <a:custGeom>
              <a:rect b="b" l="l" r="r" t="t"/>
              <a:pathLst>
                <a:path extrusionOk="0" h="45097" w="45224">
                  <a:moveTo>
                    <a:pt x="45222" y="22997"/>
                  </a:moveTo>
                  <a:cubicBezTo>
                    <a:pt x="44968" y="35570"/>
                    <a:pt x="35189" y="45222"/>
                    <a:pt x="22616" y="45095"/>
                  </a:cubicBezTo>
                  <a:cubicBezTo>
                    <a:pt x="9789" y="44968"/>
                    <a:pt x="-371" y="34554"/>
                    <a:pt x="10" y="21727"/>
                  </a:cubicBezTo>
                  <a:cubicBezTo>
                    <a:pt x="391" y="9662"/>
                    <a:pt x="11059" y="-371"/>
                    <a:pt x="23251" y="10"/>
                  </a:cubicBezTo>
                  <a:cubicBezTo>
                    <a:pt x="35697" y="391"/>
                    <a:pt x="45349" y="10551"/>
                    <a:pt x="45222" y="229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20"/>
            <p:cNvSpPr/>
            <p:nvPr/>
          </p:nvSpPr>
          <p:spPr>
            <a:xfrm>
              <a:off x="943355" y="559180"/>
              <a:ext cx="44959" cy="45224"/>
            </a:xfrm>
            <a:custGeom>
              <a:rect b="b" l="l" r="r" t="t"/>
              <a:pathLst>
                <a:path extrusionOk="0" h="45224" w="44959">
                  <a:moveTo>
                    <a:pt x="1" y="22099"/>
                  </a:moveTo>
                  <a:cubicBezTo>
                    <a:pt x="128" y="9653"/>
                    <a:pt x="10161" y="-126"/>
                    <a:pt x="22607" y="1"/>
                  </a:cubicBezTo>
                  <a:cubicBezTo>
                    <a:pt x="35053" y="128"/>
                    <a:pt x="44959" y="10034"/>
                    <a:pt x="44959" y="22480"/>
                  </a:cubicBezTo>
                  <a:cubicBezTo>
                    <a:pt x="44959" y="35434"/>
                    <a:pt x="34545" y="45594"/>
                    <a:pt x="21845" y="45213"/>
                  </a:cubicBezTo>
                  <a:cubicBezTo>
                    <a:pt x="9526" y="44832"/>
                    <a:pt x="-126" y="34672"/>
                    <a:pt x="1" y="222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20"/>
            <p:cNvSpPr/>
            <p:nvPr/>
          </p:nvSpPr>
          <p:spPr>
            <a:xfrm>
              <a:off x="773684" y="687705"/>
              <a:ext cx="60071" cy="58801"/>
            </a:xfrm>
            <a:custGeom>
              <a:rect b="b" l="l" r="r" t="t"/>
              <a:pathLst>
                <a:path extrusionOk="0" h="58801" w="60071">
                  <a:moveTo>
                    <a:pt x="7366" y="54737"/>
                  </a:moveTo>
                  <a:cubicBezTo>
                    <a:pt x="13589" y="40132"/>
                    <a:pt x="12065" y="28702"/>
                    <a:pt x="0" y="18796"/>
                  </a:cubicBezTo>
                  <a:cubicBezTo>
                    <a:pt x="14224" y="18796"/>
                    <a:pt x="26416" y="16891"/>
                    <a:pt x="30861" y="0"/>
                  </a:cubicBezTo>
                  <a:cubicBezTo>
                    <a:pt x="35052" y="14859"/>
                    <a:pt x="42164" y="24511"/>
                    <a:pt x="60071" y="23622"/>
                  </a:cubicBezTo>
                  <a:lnTo>
                    <a:pt x="46482" y="32893"/>
                  </a:lnTo>
                  <a:cubicBezTo>
                    <a:pt x="41783" y="43180"/>
                    <a:pt x="43688" y="50292"/>
                    <a:pt x="43688" y="58801"/>
                  </a:cubicBezTo>
                  <a:cubicBezTo>
                    <a:pt x="32258" y="49149"/>
                    <a:pt x="20955" y="43815"/>
                    <a:pt x="7366" y="547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20"/>
            <p:cNvSpPr/>
            <p:nvPr/>
          </p:nvSpPr>
          <p:spPr>
            <a:xfrm>
              <a:off x="622681" y="843280"/>
              <a:ext cx="37719" cy="37338"/>
            </a:xfrm>
            <a:custGeom>
              <a:rect b="b" l="l" r="r" t="t"/>
              <a:pathLst>
                <a:path extrusionOk="0" h="37338" w="37719">
                  <a:moveTo>
                    <a:pt x="37719" y="18669"/>
                  </a:moveTo>
                  <a:cubicBezTo>
                    <a:pt x="37719" y="28956"/>
                    <a:pt x="29210" y="37338"/>
                    <a:pt x="18796" y="37338"/>
                  </a:cubicBezTo>
                  <a:cubicBezTo>
                    <a:pt x="8255" y="37338"/>
                    <a:pt x="0" y="29083"/>
                    <a:pt x="0" y="18669"/>
                  </a:cubicBezTo>
                  <a:cubicBezTo>
                    <a:pt x="0" y="8255"/>
                    <a:pt x="8255" y="0"/>
                    <a:pt x="18796" y="0"/>
                  </a:cubicBezTo>
                  <a:cubicBezTo>
                    <a:pt x="29337" y="0"/>
                    <a:pt x="37719" y="8509"/>
                    <a:pt x="37719" y="186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20"/>
            <p:cNvSpPr/>
            <p:nvPr/>
          </p:nvSpPr>
          <p:spPr>
            <a:xfrm>
              <a:off x="449453" y="334264"/>
              <a:ext cx="42291" cy="42164"/>
            </a:xfrm>
            <a:custGeom>
              <a:rect b="b" l="l" r="r" t="t"/>
              <a:pathLst>
                <a:path extrusionOk="0" h="42164" w="42291">
                  <a:moveTo>
                    <a:pt x="24765" y="127"/>
                  </a:moveTo>
                  <a:lnTo>
                    <a:pt x="42291" y="24638"/>
                  </a:lnTo>
                  <a:cubicBezTo>
                    <a:pt x="34290" y="30226"/>
                    <a:pt x="25273" y="36576"/>
                    <a:pt x="17399" y="42164"/>
                  </a:cubicBezTo>
                  <a:lnTo>
                    <a:pt x="0" y="17145"/>
                  </a:lnTo>
                  <a:cubicBezTo>
                    <a:pt x="7620" y="11938"/>
                    <a:pt x="16510" y="5715"/>
                    <a:pt x="2476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5" name="Google Shape;1005;p20"/>
          <p:cNvSpPr/>
          <p:nvPr/>
        </p:nvSpPr>
        <p:spPr>
          <a:xfrm>
            <a:off x="235748" y="1856293"/>
            <a:ext cx="605965" cy="614645"/>
          </a:xfrm>
          <a:custGeom>
            <a:rect b="b" l="l" r="r" t="t"/>
            <a:pathLst>
              <a:path extrusionOk="0" h="945607" w="932254">
                <a:moveTo>
                  <a:pt x="514905" y="852495"/>
                </a:moveTo>
                <a:cubicBezTo>
                  <a:pt x="497125" y="852622"/>
                  <a:pt x="483028" y="866592"/>
                  <a:pt x="483282" y="883991"/>
                </a:cubicBezTo>
                <a:cubicBezTo>
                  <a:pt x="483536" y="901390"/>
                  <a:pt x="498268" y="915614"/>
                  <a:pt x="515540" y="915360"/>
                </a:cubicBezTo>
                <a:cubicBezTo>
                  <a:pt x="532177" y="914979"/>
                  <a:pt x="546528" y="900120"/>
                  <a:pt x="546274" y="883483"/>
                </a:cubicBezTo>
                <a:cubicBezTo>
                  <a:pt x="546020" y="866211"/>
                  <a:pt x="532050" y="852495"/>
                  <a:pt x="514905" y="852622"/>
                </a:cubicBezTo>
                <a:moveTo>
                  <a:pt x="129714" y="852622"/>
                </a:moveTo>
                <a:cubicBezTo>
                  <a:pt x="111934" y="852622"/>
                  <a:pt x="97583" y="866465"/>
                  <a:pt x="97456" y="883737"/>
                </a:cubicBezTo>
                <a:cubicBezTo>
                  <a:pt x="97456" y="900501"/>
                  <a:pt x="112696" y="915614"/>
                  <a:pt x="129587" y="915487"/>
                </a:cubicBezTo>
                <a:cubicBezTo>
                  <a:pt x="146732" y="915360"/>
                  <a:pt x="160321" y="901390"/>
                  <a:pt x="160321" y="883864"/>
                </a:cubicBezTo>
                <a:cubicBezTo>
                  <a:pt x="160321" y="866084"/>
                  <a:pt x="147113" y="852622"/>
                  <a:pt x="129714" y="852622"/>
                </a:cubicBezTo>
                <a:moveTo>
                  <a:pt x="112188" y="562173"/>
                </a:moveTo>
                <a:cubicBezTo>
                  <a:pt x="112315" y="544901"/>
                  <a:pt x="98599" y="530931"/>
                  <a:pt x="81327" y="530677"/>
                </a:cubicBezTo>
                <a:cubicBezTo>
                  <a:pt x="64436" y="530423"/>
                  <a:pt x="49450" y="545282"/>
                  <a:pt x="49323" y="562427"/>
                </a:cubicBezTo>
                <a:cubicBezTo>
                  <a:pt x="49196" y="579191"/>
                  <a:pt x="63547" y="593288"/>
                  <a:pt x="80692" y="593415"/>
                </a:cubicBezTo>
                <a:cubicBezTo>
                  <a:pt x="98853" y="593542"/>
                  <a:pt x="112061" y="580334"/>
                  <a:pt x="112188" y="562046"/>
                </a:cubicBezTo>
                <a:moveTo>
                  <a:pt x="787066" y="95448"/>
                </a:moveTo>
                <a:cubicBezTo>
                  <a:pt x="805354" y="95448"/>
                  <a:pt x="818943" y="82367"/>
                  <a:pt x="819070" y="64460"/>
                </a:cubicBezTo>
                <a:cubicBezTo>
                  <a:pt x="819070" y="47315"/>
                  <a:pt x="805354" y="32837"/>
                  <a:pt x="788463" y="32583"/>
                </a:cubicBezTo>
                <a:cubicBezTo>
                  <a:pt x="771318" y="32329"/>
                  <a:pt x="756332" y="46934"/>
                  <a:pt x="756205" y="64079"/>
                </a:cubicBezTo>
                <a:cubicBezTo>
                  <a:pt x="756078" y="81224"/>
                  <a:pt x="770048" y="95448"/>
                  <a:pt x="787066" y="95448"/>
                </a:cubicBezTo>
                <a:moveTo>
                  <a:pt x="386254" y="95448"/>
                </a:moveTo>
                <a:cubicBezTo>
                  <a:pt x="403653" y="95448"/>
                  <a:pt x="417369" y="81986"/>
                  <a:pt x="417496" y="64714"/>
                </a:cubicBezTo>
                <a:cubicBezTo>
                  <a:pt x="417623" y="47061"/>
                  <a:pt x="403526" y="32710"/>
                  <a:pt x="386254" y="32710"/>
                </a:cubicBezTo>
                <a:cubicBezTo>
                  <a:pt x="369490" y="32710"/>
                  <a:pt x="355012" y="47061"/>
                  <a:pt x="354758" y="63825"/>
                </a:cubicBezTo>
                <a:cubicBezTo>
                  <a:pt x="354504" y="81351"/>
                  <a:pt x="368474" y="95448"/>
                  <a:pt x="386254" y="95448"/>
                </a:cubicBezTo>
                <a:moveTo>
                  <a:pt x="321865" y="691586"/>
                </a:moveTo>
                <a:cubicBezTo>
                  <a:pt x="304593" y="691713"/>
                  <a:pt x="289734" y="706699"/>
                  <a:pt x="290242" y="723590"/>
                </a:cubicBezTo>
                <a:cubicBezTo>
                  <a:pt x="290750" y="740481"/>
                  <a:pt x="305228" y="754578"/>
                  <a:pt x="321992" y="754451"/>
                </a:cubicBezTo>
                <a:cubicBezTo>
                  <a:pt x="339772" y="754324"/>
                  <a:pt x="353361" y="740354"/>
                  <a:pt x="353107" y="722574"/>
                </a:cubicBezTo>
                <a:cubicBezTo>
                  <a:pt x="352853" y="705302"/>
                  <a:pt x="338883" y="691459"/>
                  <a:pt x="321865" y="691713"/>
                </a:cubicBezTo>
                <a:moveTo>
                  <a:pt x="594026" y="545282"/>
                </a:moveTo>
                <a:cubicBezTo>
                  <a:pt x="612314" y="545409"/>
                  <a:pt x="626284" y="532201"/>
                  <a:pt x="626538" y="514675"/>
                </a:cubicBezTo>
                <a:cubicBezTo>
                  <a:pt x="626792" y="497530"/>
                  <a:pt x="612314" y="482671"/>
                  <a:pt x="595169" y="482544"/>
                </a:cubicBezTo>
                <a:cubicBezTo>
                  <a:pt x="578278" y="482290"/>
                  <a:pt x="563927" y="496514"/>
                  <a:pt x="563800" y="513532"/>
                </a:cubicBezTo>
                <a:cubicBezTo>
                  <a:pt x="563546" y="531185"/>
                  <a:pt x="576881" y="545155"/>
                  <a:pt x="594026" y="545282"/>
                </a:cubicBezTo>
                <a:moveTo>
                  <a:pt x="321992" y="402661"/>
                </a:moveTo>
                <a:cubicBezTo>
                  <a:pt x="295068" y="402407"/>
                  <a:pt x="275129" y="421965"/>
                  <a:pt x="274748" y="448635"/>
                </a:cubicBezTo>
                <a:cubicBezTo>
                  <a:pt x="274494" y="476829"/>
                  <a:pt x="293671" y="496768"/>
                  <a:pt x="321484" y="497022"/>
                </a:cubicBezTo>
                <a:cubicBezTo>
                  <a:pt x="348281" y="497276"/>
                  <a:pt x="369109" y="477464"/>
                  <a:pt x="369363" y="451429"/>
                </a:cubicBezTo>
                <a:cubicBezTo>
                  <a:pt x="369617" y="422854"/>
                  <a:pt x="350186" y="402788"/>
                  <a:pt x="321992" y="402534"/>
                </a:cubicBezTo>
                <a:moveTo>
                  <a:pt x="804465" y="674822"/>
                </a:moveTo>
                <a:cubicBezTo>
                  <a:pt x="804338" y="701238"/>
                  <a:pt x="825293" y="722320"/>
                  <a:pt x="851836" y="722574"/>
                </a:cubicBezTo>
                <a:cubicBezTo>
                  <a:pt x="878379" y="722828"/>
                  <a:pt x="899080" y="702254"/>
                  <a:pt x="899588" y="675203"/>
                </a:cubicBezTo>
                <a:cubicBezTo>
                  <a:pt x="900096" y="648914"/>
                  <a:pt x="879141" y="627324"/>
                  <a:pt x="852725" y="626943"/>
                </a:cubicBezTo>
                <a:cubicBezTo>
                  <a:pt x="825928" y="626562"/>
                  <a:pt x="804592" y="647771"/>
                  <a:pt x="804592" y="674822"/>
                </a:cubicBezTo>
                <a:moveTo>
                  <a:pt x="80819" y="240101"/>
                </a:moveTo>
                <a:cubicBezTo>
                  <a:pt x="108251" y="240101"/>
                  <a:pt x="128571" y="219781"/>
                  <a:pt x="128571" y="192222"/>
                </a:cubicBezTo>
                <a:cubicBezTo>
                  <a:pt x="128571" y="166060"/>
                  <a:pt x="107997" y="145486"/>
                  <a:pt x="81581" y="145486"/>
                </a:cubicBezTo>
                <a:cubicBezTo>
                  <a:pt x="53895" y="145359"/>
                  <a:pt x="33702" y="165171"/>
                  <a:pt x="33448" y="192857"/>
                </a:cubicBezTo>
                <a:cubicBezTo>
                  <a:pt x="33194" y="219527"/>
                  <a:pt x="53768" y="240101"/>
                  <a:pt x="80819" y="240101"/>
                </a:cubicBezTo>
                <a:moveTo>
                  <a:pt x="547290" y="224734"/>
                </a:moveTo>
                <a:cubicBezTo>
                  <a:pt x="547163" y="251150"/>
                  <a:pt x="568245" y="272613"/>
                  <a:pt x="594534" y="272613"/>
                </a:cubicBezTo>
                <a:cubicBezTo>
                  <a:pt x="621204" y="272740"/>
                  <a:pt x="643048" y="251023"/>
                  <a:pt x="642794" y="224480"/>
                </a:cubicBezTo>
                <a:cubicBezTo>
                  <a:pt x="642540" y="198572"/>
                  <a:pt x="621585" y="177363"/>
                  <a:pt x="595804" y="176982"/>
                </a:cubicBezTo>
                <a:cubicBezTo>
                  <a:pt x="569134" y="176601"/>
                  <a:pt x="547417" y="197937"/>
                  <a:pt x="547290" y="224607"/>
                </a:cubicBezTo>
                <a:moveTo>
                  <a:pt x="279574" y="772231"/>
                </a:moveTo>
                <a:lnTo>
                  <a:pt x="189785" y="849701"/>
                </a:lnTo>
                <a:cubicBezTo>
                  <a:pt x="188134" y="851098"/>
                  <a:pt x="188261" y="856178"/>
                  <a:pt x="189277" y="858972"/>
                </a:cubicBezTo>
                <a:cubicBezTo>
                  <a:pt x="201469" y="890468"/>
                  <a:pt x="189150" y="924631"/>
                  <a:pt x="160194" y="941014"/>
                </a:cubicBezTo>
                <a:cubicBezTo>
                  <a:pt x="148510" y="947618"/>
                  <a:pt x="136191" y="945078"/>
                  <a:pt x="124126" y="945332"/>
                </a:cubicBezTo>
                <a:cubicBezTo>
                  <a:pt x="95678" y="945713"/>
                  <a:pt x="71802" y="926536"/>
                  <a:pt x="66087" y="898850"/>
                </a:cubicBezTo>
                <a:cubicBezTo>
                  <a:pt x="60753" y="873196"/>
                  <a:pt x="67738" y="850971"/>
                  <a:pt x="88058" y="834207"/>
                </a:cubicBezTo>
                <a:cubicBezTo>
                  <a:pt x="109013" y="816935"/>
                  <a:pt x="132508" y="814776"/>
                  <a:pt x="157273" y="825444"/>
                </a:cubicBezTo>
                <a:lnTo>
                  <a:pt x="160575" y="827095"/>
                </a:lnTo>
                <a:cubicBezTo>
                  <a:pt x="179117" y="814522"/>
                  <a:pt x="195500" y="800679"/>
                  <a:pt x="211756" y="786709"/>
                </a:cubicBezTo>
                <a:lnTo>
                  <a:pt x="255317" y="749371"/>
                </a:lnTo>
                <a:cubicBezTo>
                  <a:pt x="259381" y="745942"/>
                  <a:pt x="260016" y="743021"/>
                  <a:pt x="258873" y="737687"/>
                </a:cubicBezTo>
                <a:cubicBezTo>
                  <a:pt x="252015" y="705556"/>
                  <a:pt x="268144" y="675838"/>
                  <a:pt x="298497" y="662630"/>
                </a:cubicBezTo>
                <a:lnTo>
                  <a:pt x="304847" y="657931"/>
                </a:lnTo>
                <a:cubicBezTo>
                  <a:pt x="305228" y="613862"/>
                  <a:pt x="305101" y="572206"/>
                  <a:pt x="305101" y="531439"/>
                </a:cubicBezTo>
                <a:lnTo>
                  <a:pt x="273732" y="515056"/>
                </a:lnTo>
                <a:cubicBezTo>
                  <a:pt x="264588" y="508198"/>
                  <a:pt x="257476" y="498673"/>
                  <a:pt x="248713" y="489529"/>
                </a:cubicBezTo>
                <a:lnTo>
                  <a:pt x="157146" y="535376"/>
                </a:lnTo>
                <a:cubicBezTo>
                  <a:pt x="154352" y="536773"/>
                  <a:pt x="151812" y="538551"/>
                  <a:pt x="148891" y="539440"/>
                </a:cubicBezTo>
                <a:lnTo>
                  <a:pt x="143176" y="543631"/>
                </a:lnTo>
                <a:cubicBezTo>
                  <a:pt x="151558" y="584398"/>
                  <a:pt x="130857" y="617037"/>
                  <a:pt x="95424" y="625673"/>
                </a:cubicBezTo>
                <a:cubicBezTo>
                  <a:pt x="61769" y="633928"/>
                  <a:pt x="26082" y="612084"/>
                  <a:pt x="17954" y="578175"/>
                </a:cubicBezTo>
                <a:cubicBezTo>
                  <a:pt x="9572" y="542742"/>
                  <a:pt x="32051" y="506547"/>
                  <a:pt x="66976" y="499181"/>
                </a:cubicBezTo>
                <a:cubicBezTo>
                  <a:pt x="86280" y="495117"/>
                  <a:pt x="103425" y="499435"/>
                  <a:pt x="119554" y="510230"/>
                </a:cubicBezTo>
                <a:lnTo>
                  <a:pt x="127047" y="512516"/>
                </a:lnTo>
                <a:cubicBezTo>
                  <a:pt x="165020" y="493974"/>
                  <a:pt x="200072" y="476067"/>
                  <a:pt x="235378" y="458668"/>
                </a:cubicBezTo>
                <a:lnTo>
                  <a:pt x="241601" y="454985"/>
                </a:lnTo>
                <a:cubicBezTo>
                  <a:pt x="240585" y="434157"/>
                  <a:pt x="245538" y="419679"/>
                  <a:pt x="254047" y="405201"/>
                </a:cubicBezTo>
                <a:lnTo>
                  <a:pt x="229282" y="377134"/>
                </a:lnTo>
                <a:cubicBezTo>
                  <a:pt x="196516" y="340685"/>
                  <a:pt x="163623" y="304236"/>
                  <a:pt x="131111" y="267660"/>
                </a:cubicBezTo>
                <a:lnTo>
                  <a:pt x="123364" y="262453"/>
                </a:lnTo>
                <a:cubicBezTo>
                  <a:pt x="87423" y="278836"/>
                  <a:pt x="58467" y="277058"/>
                  <a:pt x="31797" y="257246"/>
                </a:cubicBezTo>
                <a:cubicBezTo>
                  <a:pt x="5127" y="237434"/>
                  <a:pt x="-4017" y="209494"/>
                  <a:pt x="1571" y="177871"/>
                </a:cubicBezTo>
                <a:cubicBezTo>
                  <a:pt x="7286" y="145486"/>
                  <a:pt x="27352" y="124023"/>
                  <a:pt x="59356" y="114752"/>
                </a:cubicBezTo>
                <a:cubicBezTo>
                  <a:pt x="90217" y="105862"/>
                  <a:pt x="124761" y="117038"/>
                  <a:pt x="144192" y="141676"/>
                </a:cubicBezTo>
                <a:cubicBezTo>
                  <a:pt x="164639" y="167584"/>
                  <a:pt x="167814" y="203398"/>
                  <a:pt x="152193" y="231973"/>
                </a:cubicBezTo>
                <a:lnTo>
                  <a:pt x="150034" y="235656"/>
                </a:lnTo>
                <a:cubicBezTo>
                  <a:pt x="191817" y="285694"/>
                  <a:pt x="234743" y="333319"/>
                  <a:pt x="275256" y="378404"/>
                </a:cubicBezTo>
                <a:cubicBezTo>
                  <a:pt x="292782" y="375102"/>
                  <a:pt x="307895" y="370022"/>
                  <a:pt x="323135" y="369641"/>
                </a:cubicBezTo>
                <a:cubicBezTo>
                  <a:pt x="360854" y="368752"/>
                  <a:pt x="391969" y="394152"/>
                  <a:pt x="400605" y="430982"/>
                </a:cubicBezTo>
                <a:lnTo>
                  <a:pt x="403653" y="437459"/>
                </a:lnTo>
                <a:cubicBezTo>
                  <a:pt x="451278" y="450286"/>
                  <a:pt x="494458" y="462351"/>
                  <a:pt x="537765" y="473908"/>
                </a:cubicBezTo>
                <a:lnTo>
                  <a:pt x="543861" y="472892"/>
                </a:lnTo>
                <a:cubicBezTo>
                  <a:pt x="555291" y="465526"/>
                  <a:pt x="564054" y="459557"/>
                  <a:pt x="572690" y="453207"/>
                </a:cubicBezTo>
                <a:lnTo>
                  <a:pt x="578151" y="448127"/>
                </a:lnTo>
                <a:cubicBezTo>
                  <a:pt x="578532" y="400502"/>
                  <a:pt x="578532" y="355417"/>
                  <a:pt x="578151" y="310332"/>
                </a:cubicBezTo>
                <a:lnTo>
                  <a:pt x="574849" y="303728"/>
                </a:lnTo>
                <a:cubicBezTo>
                  <a:pt x="535606" y="293187"/>
                  <a:pt x="507031" y="253944"/>
                  <a:pt x="515540" y="210637"/>
                </a:cubicBezTo>
                <a:lnTo>
                  <a:pt x="515286" y="201112"/>
                </a:lnTo>
                <a:cubicBezTo>
                  <a:pt x="495474" y="184729"/>
                  <a:pt x="480615" y="171902"/>
                  <a:pt x="465629" y="158948"/>
                </a:cubicBezTo>
                <a:lnTo>
                  <a:pt x="420163" y="119959"/>
                </a:lnTo>
                <a:cubicBezTo>
                  <a:pt x="402383" y="129484"/>
                  <a:pt x="383841" y="132151"/>
                  <a:pt x="364410" y="125293"/>
                </a:cubicBezTo>
                <a:cubicBezTo>
                  <a:pt x="349932" y="120086"/>
                  <a:pt x="338756" y="110815"/>
                  <a:pt x="330755" y="97861"/>
                </a:cubicBezTo>
                <a:cubicBezTo>
                  <a:pt x="315134" y="72842"/>
                  <a:pt x="319452" y="40965"/>
                  <a:pt x="339899" y="18740"/>
                </a:cubicBezTo>
                <a:cubicBezTo>
                  <a:pt x="359457" y="-2469"/>
                  <a:pt x="399208" y="-3993"/>
                  <a:pt x="419401" y="8580"/>
                </a:cubicBezTo>
                <a:cubicBezTo>
                  <a:pt x="448865" y="26868"/>
                  <a:pt x="457247" y="55697"/>
                  <a:pt x="443785" y="96210"/>
                </a:cubicBezTo>
                <a:lnTo>
                  <a:pt x="532812" y="172537"/>
                </a:lnTo>
                <a:cubicBezTo>
                  <a:pt x="548179" y="155265"/>
                  <a:pt x="567229" y="145486"/>
                  <a:pt x="589835" y="144216"/>
                </a:cubicBezTo>
                <a:cubicBezTo>
                  <a:pt x="612187" y="142946"/>
                  <a:pt x="632380" y="149677"/>
                  <a:pt x="649906" y="165044"/>
                </a:cubicBezTo>
                <a:lnTo>
                  <a:pt x="715311" y="109545"/>
                </a:lnTo>
                <a:cubicBezTo>
                  <a:pt x="725852" y="101163"/>
                  <a:pt x="729916" y="94686"/>
                  <a:pt x="725344" y="79700"/>
                </a:cubicBezTo>
                <a:cubicBezTo>
                  <a:pt x="715692" y="48077"/>
                  <a:pt x="733218" y="15184"/>
                  <a:pt x="764079" y="4389"/>
                </a:cubicBezTo>
                <a:cubicBezTo>
                  <a:pt x="788336" y="-4120"/>
                  <a:pt x="814752" y="-691"/>
                  <a:pt x="833421" y="18486"/>
                </a:cubicBezTo>
                <a:cubicBezTo>
                  <a:pt x="852090" y="37663"/>
                  <a:pt x="857678" y="64968"/>
                  <a:pt x="847391" y="89225"/>
                </a:cubicBezTo>
                <a:cubicBezTo>
                  <a:pt x="837104" y="113482"/>
                  <a:pt x="813863" y="129738"/>
                  <a:pt x="788209" y="128722"/>
                </a:cubicBezTo>
                <a:lnTo>
                  <a:pt x="758745" y="122626"/>
                </a:lnTo>
                <a:cubicBezTo>
                  <a:pt x="755951" y="122118"/>
                  <a:pt x="751887" y="121991"/>
                  <a:pt x="749982" y="123515"/>
                </a:cubicBezTo>
                <a:lnTo>
                  <a:pt x="669337" y="192222"/>
                </a:lnTo>
                <a:cubicBezTo>
                  <a:pt x="677973" y="215717"/>
                  <a:pt x="678481" y="239212"/>
                  <a:pt x="667051" y="261818"/>
                </a:cubicBezTo>
                <a:cubicBezTo>
                  <a:pt x="655621" y="284678"/>
                  <a:pt x="636444" y="298267"/>
                  <a:pt x="611552" y="304617"/>
                </a:cubicBezTo>
                <a:lnTo>
                  <a:pt x="611298" y="426156"/>
                </a:lnTo>
                <a:cubicBezTo>
                  <a:pt x="611044" y="441396"/>
                  <a:pt x="611806" y="452318"/>
                  <a:pt x="629078" y="460319"/>
                </a:cubicBezTo>
                <a:cubicBezTo>
                  <a:pt x="649906" y="469844"/>
                  <a:pt x="658669" y="490545"/>
                  <a:pt x="659685" y="513659"/>
                </a:cubicBezTo>
                <a:lnTo>
                  <a:pt x="661082" y="521406"/>
                </a:lnTo>
                <a:cubicBezTo>
                  <a:pt x="710485" y="551378"/>
                  <a:pt x="757729" y="579699"/>
                  <a:pt x="804719" y="607893"/>
                </a:cubicBezTo>
                <a:cubicBezTo>
                  <a:pt x="845613" y="582239"/>
                  <a:pt x="891206" y="593796"/>
                  <a:pt x="915463" y="624657"/>
                </a:cubicBezTo>
                <a:cubicBezTo>
                  <a:pt x="939085" y="654629"/>
                  <a:pt x="937561" y="700984"/>
                  <a:pt x="912288" y="728670"/>
                </a:cubicBezTo>
                <a:cubicBezTo>
                  <a:pt x="884348" y="759277"/>
                  <a:pt x="840152" y="764865"/>
                  <a:pt x="805735" y="741878"/>
                </a:cubicBezTo>
                <a:cubicBezTo>
                  <a:pt x="775890" y="721939"/>
                  <a:pt x="757729" y="678251"/>
                  <a:pt x="781478" y="632912"/>
                </a:cubicBezTo>
                <a:lnTo>
                  <a:pt x="648001" y="552648"/>
                </a:lnTo>
                <a:cubicBezTo>
                  <a:pt x="626665" y="576905"/>
                  <a:pt x="600757" y="586430"/>
                  <a:pt x="570277" y="573857"/>
                </a:cubicBezTo>
                <a:cubicBezTo>
                  <a:pt x="541448" y="561919"/>
                  <a:pt x="529256" y="538297"/>
                  <a:pt x="530018" y="506674"/>
                </a:cubicBezTo>
                <a:lnTo>
                  <a:pt x="403399" y="472003"/>
                </a:lnTo>
                <a:cubicBezTo>
                  <a:pt x="394382" y="484957"/>
                  <a:pt x="387524" y="498800"/>
                  <a:pt x="376983" y="508833"/>
                </a:cubicBezTo>
                <a:cubicBezTo>
                  <a:pt x="366696" y="518612"/>
                  <a:pt x="352599" y="524454"/>
                  <a:pt x="338248" y="533217"/>
                </a:cubicBezTo>
                <a:lnTo>
                  <a:pt x="338248" y="619577"/>
                </a:lnTo>
                <a:cubicBezTo>
                  <a:pt x="338248" y="630372"/>
                  <a:pt x="338502" y="641167"/>
                  <a:pt x="338121" y="651962"/>
                </a:cubicBezTo>
                <a:lnTo>
                  <a:pt x="339264" y="660344"/>
                </a:lnTo>
                <a:cubicBezTo>
                  <a:pt x="376602" y="675330"/>
                  <a:pt x="391842" y="705683"/>
                  <a:pt x="384730" y="739084"/>
                </a:cubicBezTo>
                <a:lnTo>
                  <a:pt x="385746" y="746323"/>
                </a:lnTo>
                <a:cubicBezTo>
                  <a:pt x="416480" y="773120"/>
                  <a:pt x="445309" y="797758"/>
                  <a:pt x="474011" y="822523"/>
                </a:cubicBezTo>
                <a:lnTo>
                  <a:pt x="482266" y="827476"/>
                </a:lnTo>
                <a:cubicBezTo>
                  <a:pt x="520874" y="809823"/>
                  <a:pt x="558974" y="824555"/>
                  <a:pt x="573706" y="857067"/>
                </a:cubicBezTo>
                <a:cubicBezTo>
                  <a:pt x="588311" y="889198"/>
                  <a:pt x="574468" y="927298"/>
                  <a:pt x="542083" y="941903"/>
                </a:cubicBezTo>
                <a:lnTo>
                  <a:pt x="525954" y="944443"/>
                </a:lnTo>
                <a:cubicBezTo>
                  <a:pt x="499284" y="946983"/>
                  <a:pt x="482647" y="944189"/>
                  <a:pt x="468804" y="929838"/>
                </a:cubicBezTo>
                <a:cubicBezTo>
                  <a:pt x="452802" y="913201"/>
                  <a:pt x="442261" y="885388"/>
                  <a:pt x="457374" y="852114"/>
                </a:cubicBezTo>
                <a:lnTo>
                  <a:pt x="364537" y="772485"/>
                </a:lnTo>
                <a:cubicBezTo>
                  <a:pt x="351837" y="781375"/>
                  <a:pt x="338248" y="788106"/>
                  <a:pt x="322246" y="787979"/>
                </a:cubicBezTo>
                <a:cubicBezTo>
                  <a:pt x="306244" y="787852"/>
                  <a:pt x="292147" y="782518"/>
                  <a:pt x="279447" y="772231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06" name="Google Shape;1006;p20"/>
          <p:cNvGrpSpPr/>
          <p:nvPr/>
        </p:nvGrpSpPr>
        <p:grpSpPr>
          <a:xfrm>
            <a:off x="138506" y="9307774"/>
            <a:ext cx="801318" cy="443295"/>
            <a:chOff x="63500" y="63500"/>
            <a:chExt cx="1508506" cy="834517"/>
          </a:xfrm>
        </p:grpSpPr>
        <p:sp>
          <p:nvSpPr>
            <p:cNvPr id="1007" name="Google Shape;1007;p20"/>
            <p:cNvSpPr/>
            <p:nvPr/>
          </p:nvSpPr>
          <p:spPr>
            <a:xfrm>
              <a:off x="63500" y="63500"/>
              <a:ext cx="1508506" cy="834517"/>
            </a:xfrm>
            <a:custGeom>
              <a:rect b="b" l="l" r="r" t="t"/>
              <a:pathLst>
                <a:path extrusionOk="0" h="834517" w="1508506">
                  <a:moveTo>
                    <a:pt x="754253" y="30988"/>
                  </a:moveTo>
                  <a:cubicBezTo>
                    <a:pt x="355473" y="30988"/>
                    <a:pt x="30988" y="204216"/>
                    <a:pt x="30988" y="417195"/>
                  </a:cubicBezTo>
                  <a:cubicBezTo>
                    <a:pt x="30988" y="630174"/>
                    <a:pt x="355473" y="803402"/>
                    <a:pt x="754253" y="803402"/>
                  </a:cubicBezTo>
                  <a:cubicBezTo>
                    <a:pt x="1153033" y="803402"/>
                    <a:pt x="1477518" y="630174"/>
                    <a:pt x="1477518" y="417195"/>
                  </a:cubicBezTo>
                  <a:cubicBezTo>
                    <a:pt x="1477518" y="204216"/>
                    <a:pt x="1153033" y="30988"/>
                    <a:pt x="754253" y="30988"/>
                  </a:cubicBezTo>
                  <a:moveTo>
                    <a:pt x="754253" y="834390"/>
                  </a:moveTo>
                  <a:cubicBezTo>
                    <a:pt x="338328" y="834517"/>
                    <a:pt x="0" y="647319"/>
                    <a:pt x="0" y="417195"/>
                  </a:cubicBezTo>
                  <a:cubicBezTo>
                    <a:pt x="0" y="187071"/>
                    <a:pt x="338328" y="0"/>
                    <a:pt x="754253" y="0"/>
                  </a:cubicBezTo>
                  <a:cubicBezTo>
                    <a:pt x="1170178" y="0"/>
                    <a:pt x="1508506" y="187198"/>
                    <a:pt x="1508506" y="417195"/>
                  </a:cubicBezTo>
                  <a:cubicBezTo>
                    <a:pt x="1508506" y="647192"/>
                    <a:pt x="1170178" y="834517"/>
                    <a:pt x="754253" y="8345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20"/>
            <p:cNvSpPr/>
            <p:nvPr/>
          </p:nvSpPr>
          <p:spPr>
            <a:xfrm>
              <a:off x="309372" y="287274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20"/>
            <p:cNvSpPr/>
            <p:nvPr/>
          </p:nvSpPr>
          <p:spPr>
            <a:xfrm>
              <a:off x="515239" y="642112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20"/>
            <p:cNvSpPr/>
            <p:nvPr/>
          </p:nvSpPr>
          <p:spPr>
            <a:xfrm>
              <a:off x="372745" y="561467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20"/>
            <p:cNvSpPr/>
            <p:nvPr/>
          </p:nvSpPr>
          <p:spPr>
            <a:xfrm>
              <a:off x="453390" y="39331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20"/>
            <p:cNvSpPr/>
            <p:nvPr/>
          </p:nvSpPr>
          <p:spPr>
            <a:xfrm>
              <a:off x="957580" y="325755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20"/>
            <p:cNvSpPr/>
            <p:nvPr/>
          </p:nvSpPr>
          <p:spPr>
            <a:xfrm>
              <a:off x="850392" y="727202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20"/>
            <p:cNvSpPr/>
            <p:nvPr/>
          </p:nvSpPr>
          <p:spPr>
            <a:xfrm>
              <a:off x="217170" y="451358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20"/>
            <p:cNvSpPr/>
            <p:nvPr/>
          </p:nvSpPr>
          <p:spPr>
            <a:xfrm>
              <a:off x="618490" y="302006"/>
              <a:ext cx="35052" cy="34798"/>
            </a:xfrm>
            <a:custGeom>
              <a:rect b="b" l="l" r="r" t="t"/>
              <a:pathLst>
                <a:path extrusionOk="0" h="34798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747"/>
                  </a:lnTo>
                  <a:cubicBezTo>
                    <a:pt x="0" y="27051"/>
                    <a:pt x="7874" y="34798"/>
                    <a:pt x="17526" y="34798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20"/>
            <p:cNvSpPr/>
            <p:nvPr/>
          </p:nvSpPr>
          <p:spPr>
            <a:xfrm>
              <a:off x="1103122" y="708914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20"/>
            <p:cNvSpPr/>
            <p:nvPr/>
          </p:nvSpPr>
          <p:spPr>
            <a:xfrm>
              <a:off x="845947" y="435483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127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20"/>
            <p:cNvSpPr/>
            <p:nvPr/>
          </p:nvSpPr>
          <p:spPr>
            <a:xfrm>
              <a:off x="1069594" y="284734"/>
              <a:ext cx="35052" cy="34798"/>
            </a:xfrm>
            <a:custGeom>
              <a:rect b="b" l="l" r="r" t="t"/>
              <a:pathLst>
                <a:path extrusionOk="0" h="34798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747"/>
                  </a:lnTo>
                  <a:cubicBezTo>
                    <a:pt x="0" y="27051"/>
                    <a:pt x="7874" y="34798"/>
                    <a:pt x="17526" y="34798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20"/>
            <p:cNvSpPr/>
            <p:nvPr/>
          </p:nvSpPr>
          <p:spPr>
            <a:xfrm>
              <a:off x="615950" y="758190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20"/>
            <p:cNvSpPr/>
            <p:nvPr/>
          </p:nvSpPr>
          <p:spPr>
            <a:xfrm>
              <a:off x="930148" y="19392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20"/>
            <p:cNvSpPr/>
            <p:nvPr/>
          </p:nvSpPr>
          <p:spPr>
            <a:xfrm>
              <a:off x="1380236" y="346964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20"/>
            <p:cNvSpPr/>
            <p:nvPr/>
          </p:nvSpPr>
          <p:spPr>
            <a:xfrm>
              <a:off x="1293622" y="603377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20"/>
            <p:cNvSpPr/>
            <p:nvPr/>
          </p:nvSpPr>
          <p:spPr>
            <a:xfrm>
              <a:off x="691261" y="174498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20"/>
            <p:cNvSpPr/>
            <p:nvPr/>
          </p:nvSpPr>
          <p:spPr>
            <a:xfrm>
              <a:off x="1224153" y="416433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20"/>
            <p:cNvSpPr/>
            <p:nvPr/>
          </p:nvSpPr>
          <p:spPr>
            <a:xfrm>
              <a:off x="276733" y="615696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20"/>
            <p:cNvSpPr/>
            <p:nvPr/>
          </p:nvSpPr>
          <p:spPr>
            <a:xfrm>
              <a:off x="995299" y="455295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20"/>
            <p:cNvSpPr/>
            <p:nvPr/>
          </p:nvSpPr>
          <p:spPr>
            <a:xfrm>
              <a:off x="701421" y="568579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20"/>
            <p:cNvSpPr/>
            <p:nvPr/>
          </p:nvSpPr>
          <p:spPr>
            <a:xfrm>
              <a:off x="740029" y="366141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20"/>
            <p:cNvSpPr/>
            <p:nvPr/>
          </p:nvSpPr>
          <p:spPr>
            <a:xfrm>
              <a:off x="517525" y="16979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20"/>
            <p:cNvSpPr/>
            <p:nvPr/>
          </p:nvSpPr>
          <p:spPr>
            <a:xfrm>
              <a:off x="600075" y="435991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20"/>
            <p:cNvSpPr/>
            <p:nvPr/>
          </p:nvSpPr>
          <p:spPr>
            <a:xfrm>
              <a:off x="884809" y="609981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20"/>
            <p:cNvSpPr/>
            <p:nvPr/>
          </p:nvSpPr>
          <p:spPr>
            <a:xfrm>
              <a:off x="1108710" y="605028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20"/>
            <p:cNvSpPr/>
            <p:nvPr/>
          </p:nvSpPr>
          <p:spPr>
            <a:xfrm>
              <a:off x="1383157" y="511048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20"/>
            <p:cNvSpPr/>
            <p:nvPr/>
          </p:nvSpPr>
          <p:spPr>
            <a:xfrm>
              <a:off x="1134237" y="508381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20"/>
            <p:cNvSpPr/>
            <p:nvPr/>
          </p:nvSpPr>
          <p:spPr>
            <a:xfrm>
              <a:off x="1224407" y="237744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6" name="Google Shape;1036;p20"/>
          <p:cNvGrpSpPr/>
          <p:nvPr/>
        </p:nvGrpSpPr>
        <p:grpSpPr>
          <a:xfrm>
            <a:off x="198554" y="3255792"/>
            <a:ext cx="678939" cy="675634"/>
            <a:chOff x="63500" y="63500"/>
            <a:chExt cx="1043559" cy="1038479"/>
          </a:xfrm>
        </p:grpSpPr>
        <p:sp>
          <p:nvSpPr>
            <p:cNvPr id="1037" name="Google Shape;1037;p20"/>
            <p:cNvSpPr/>
            <p:nvPr/>
          </p:nvSpPr>
          <p:spPr>
            <a:xfrm>
              <a:off x="66929" y="144399"/>
              <a:ext cx="242316" cy="611378"/>
            </a:xfrm>
            <a:custGeom>
              <a:rect b="b" l="l" r="r" t="t"/>
              <a:pathLst>
                <a:path extrusionOk="0" h="611378" w="242316">
                  <a:moveTo>
                    <a:pt x="225044" y="611378"/>
                  </a:moveTo>
                  <a:lnTo>
                    <a:pt x="178308" y="611378"/>
                  </a:lnTo>
                  <a:cubicBezTo>
                    <a:pt x="78359" y="611378"/>
                    <a:pt x="0" y="535305"/>
                    <a:pt x="0" y="438277"/>
                  </a:cubicBezTo>
                  <a:cubicBezTo>
                    <a:pt x="0" y="350520"/>
                    <a:pt x="63246" y="276733"/>
                    <a:pt x="148717" y="262509"/>
                  </a:cubicBezTo>
                  <a:cubicBezTo>
                    <a:pt x="138049" y="234061"/>
                    <a:pt x="132588" y="203962"/>
                    <a:pt x="132588" y="173101"/>
                  </a:cubicBezTo>
                  <a:cubicBezTo>
                    <a:pt x="132588" y="112649"/>
                    <a:pt x="154305" y="53975"/>
                    <a:pt x="193675" y="8001"/>
                  </a:cubicBezTo>
                  <a:lnTo>
                    <a:pt x="210820" y="0"/>
                  </a:lnTo>
                  <a:cubicBezTo>
                    <a:pt x="225298" y="12446"/>
                    <a:pt x="226187" y="23241"/>
                    <a:pt x="219964" y="30607"/>
                  </a:cubicBezTo>
                  <a:cubicBezTo>
                    <a:pt x="185928" y="70358"/>
                    <a:pt x="167259" y="121031"/>
                    <a:pt x="167259" y="173228"/>
                  </a:cubicBezTo>
                  <a:cubicBezTo>
                    <a:pt x="167259" y="202819"/>
                    <a:pt x="172974" y="231521"/>
                    <a:pt x="184404" y="258572"/>
                  </a:cubicBezTo>
                  <a:lnTo>
                    <a:pt x="189357" y="270256"/>
                  </a:lnTo>
                  <a:cubicBezTo>
                    <a:pt x="191516" y="275336"/>
                    <a:pt x="191135" y="281051"/>
                    <a:pt x="188341" y="285750"/>
                  </a:cubicBezTo>
                  <a:lnTo>
                    <a:pt x="180721" y="293624"/>
                  </a:lnTo>
                  <a:lnTo>
                    <a:pt x="162687" y="295656"/>
                  </a:lnTo>
                  <a:cubicBezTo>
                    <a:pt x="89662" y="303403"/>
                    <a:pt x="34671" y="364871"/>
                    <a:pt x="34671" y="438277"/>
                  </a:cubicBezTo>
                  <a:cubicBezTo>
                    <a:pt x="34671" y="515874"/>
                    <a:pt x="97790" y="576707"/>
                    <a:pt x="178308" y="576707"/>
                  </a:cubicBezTo>
                  <a:lnTo>
                    <a:pt x="225044" y="576707"/>
                  </a:lnTo>
                  <a:cubicBezTo>
                    <a:pt x="234569" y="576707"/>
                    <a:pt x="242316" y="584454"/>
                    <a:pt x="242316" y="593979"/>
                  </a:cubicBezTo>
                  <a:lnTo>
                    <a:pt x="234569" y="611251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20"/>
            <p:cNvSpPr/>
            <p:nvPr/>
          </p:nvSpPr>
          <p:spPr>
            <a:xfrm>
              <a:off x="370797" y="63500"/>
              <a:ext cx="734484" cy="692277"/>
            </a:xfrm>
            <a:custGeom>
              <a:rect b="b" l="l" r="r" t="t"/>
              <a:pathLst>
                <a:path extrusionOk="0" h="692277" w="734484">
                  <a:moveTo>
                    <a:pt x="594149" y="692277"/>
                  </a:moveTo>
                  <a:lnTo>
                    <a:pt x="509567" y="692277"/>
                  </a:lnTo>
                  <a:cubicBezTo>
                    <a:pt x="500042" y="692277"/>
                    <a:pt x="492295" y="684530"/>
                    <a:pt x="492295" y="675005"/>
                  </a:cubicBezTo>
                  <a:lnTo>
                    <a:pt x="500042" y="657733"/>
                  </a:lnTo>
                  <a:lnTo>
                    <a:pt x="594149" y="657733"/>
                  </a:lnTo>
                  <a:cubicBezTo>
                    <a:pt x="654474" y="657733"/>
                    <a:pt x="699940" y="614426"/>
                    <a:pt x="699940" y="557149"/>
                  </a:cubicBezTo>
                  <a:cubicBezTo>
                    <a:pt x="699940" y="499872"/>
                    <a:pt x="654982" y="453517"/>
                    <a:pt x="597705" y="451612"/>
                  </a:cubicBezTo>
                  <a:lnTo>
                    <a:pt x="584370" y="451231"/>
                  </a:lnTo>
                  <a:cubicBezTo>
                    <a:pt x="578782" y="451104"/>
                    <a:pt x="573575" y="448183"/>
                    <a:pt x="570527" y="443484"/>
                  </a:cubicBezTo>
                  <a:lnTo>
                    <a:pt x="566844" y="432816"/>
                  </a:lnTo>
                  <a:lnTo>
                    <a:pt x="573829" y="415036"/>
                  </a:lnTo>
                  <a:cubicBezTo>
                    <a:pt x="582211" y="393700"/>
                    <a:pt x="586402" y="371348"/>
                    <a:pt x="586402" y="348869"/>
                  </a:cubicBezTo>
                  <a:cubicBezTo>
                    <a:pt x="586402" y="248793"/>
                    <a:pt x="504868" y="167259"/>
                    <a:pt x="404792" y="167259"/>
                  </a:cubicBezTo>
                  <a:cubicBezTo>
                    <a:pt x="376471" y="167259"/>
                    <a:pt x="349039" y="173736"/>
                    <a:pt x="323385" y="186690"/>
                  </a:cubicBezTo>
                  <a:lnTo>
                    <a:pt x="314368" y="191262"/>
                  </a:lnTo>
                  <a:lnTo>
                    <a:pt x="304970" y="193675"/>
                  </a:lnTo>
                  <a:cubicBezTo>
                    <a:pt x="295953" y="190246"/>
                    <a:pt x="292270" y="186690"/>
                    <a:pt x="290492" y="182245"/>
                  </a:cubicBezTo>
                  <a:lnTo>
                    <a:pt x="286682" y="172593"/>
                  </a:lnTo>
                  <a:cubicBezTo>
                    <a:pt x="252900" y="88773"/>
                    <a:pt x="172890" y="34671"/>
                    <a:pt x="82720" y="34671"/>
                  </a:cubicBezTo>
                  <a:cubicBezTo>
                    <a:pt x="61638" y="34671"/>
                    <a:pt x="40937" y="37592"/>
                    <a:pt x="20998" y="43434"/>
                  </a:cubicBezTo>
                  <a:lnTo>
                    <a:pt x="2202" y="40894"/>
                  </a:lnTo>
                  <a:cubicBezTo>
                    <a:pt x="-3259" y="22606"/>
                    <a:pt x="2075" y="12954"/>
                    <a:pt x="11219" y="10287"/>
                  </a:cubicBezTo>
                  <a:cubicBezTo>
                    <a:pt x="34333" y="3429"/>
                    <a:pt x="58336" y="0"/>
                    <a:pt x="82720" y="0"/>
                  </a:cubicBezTo>
                  <a:cubicBezTo>
                    <a:pt x="184320" y="0"/>
                    <a:pt x="274744" y="59436"/>
                    <a:pt x="315257" y="152019"/>
                  </a:cubicBezTo>
                  <a:cubicBezTo>
                    <a:pt x="343705" y="139065"/>
                    <a:pt x="373677" y="132461"/>
                    <a:pt x="404665" y="132461"/>
                  </a:cubicBezTo>
                  <a:cubicBezTo>
                    <a:pt x="523918" y="132461"/>
                    <a:pt x="620819" y="229489"/>
                    <a:pt x="620819" y="348615"/>
                  </a:cubicBezTo>
                  <a:cubicBezTo>
                    <a:pt x="620819" y="371983"/>
                    <a:pt x="617009" y="395097"/>
                    <a:pt x="609389" y="417449"/>
                  </a:cubicBezTo>
                  <a:cubicBezTo>
                    <a:pt x="680382" y="425069"/>
                    <a:pt x="734484" y="484378"/>
                    <a:pt x="734484" y="556895"/>
                  </a:cubicBezTo>
                  <a:cubicBezTo>
                    <a:pt x="734484" y="632714"/>
                    <a:pt x="672762" y="692150"/>
                    <a:pt x="594022" y="692150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20"/>
            <p:cNvSpPr/>
            <p:nvPr/>
          </p:nvSpPr>
          <p:spPr>
            <a:xfrm>
              <a:off x="414528" y="998093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20"/>
            <p:cNvSpPr/>
            <p:nvPr/>
          </p:nvSpPr>
          <p:spPr>
            <a:xfrm>
              <a:off x="414528" y="790448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20"/>
            <p:cNvSpPr/>
            <p:nvPr/>
          </p:nvSpPr>
          <p:spPr>
            <a:xfrm>
              <a:off x="414528" y="582803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20"/>
            <p:cNvSpPr/>
            <p:nvPr/>
          </p:nvSpPr>
          <p:spPr>
            <a:xfrm>
              <a:off x="343916" y="928878"/>
              <a:ext cx="484505" cy="173101"/>
            </a:xfrm>
            <a:custGeom>
              <a:rect b="b" l="l" r="r" t="t"/>
              <a:pathLst>
                <a:path extrusionOk="0" h="173101" w="484505">
                  <a:moveTo>
                    <a:pt x="34544" y="138430"/>
                  </a:moveTo>
                  <a:lnTo>
                    <a:pt x="449834" y="138430"/>
                  </a:lnTo>
                  <a:lnTo>
                    <a:pt x="449834" y="34544"/>
                  </a:lnTo>
                  <a:lnTo>
                    <a:pt x="34544" y="34544"/>
                  </a:lnTo>
                  <a:close/>
                  <a:moveTo>
                    <a:pt x="467233" y="173101"/>
                  </a:moveTo>
                  <a:lnTo>
                    <a:pt x="17272" y="173101"/>
                  </a:lnTo>
                  <a:cubicBezTo>
                    <a:pt x="7747" y="173101"/>
                    <a:pt x="0" y="165354"/>
                    <a:pt x="0" y="155829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343916" y="721233"/>
              <a:ext cx="484505" cy="172974"/>
            </a:xfrm>
            <a:custGeom>
              <a:rect b="b" l="l" r="r" t="t"/>
              <a:pathLst>
                <a:path extrusionOk="0" h="172974" w="484505">
                  <a:moveTo>
                    <a:pt x="34544" y="138303"/>
                  </a:moveTo>
                  <a:lnTo>
                    <a:pt x="449834" y="138303"/>
                  </a:lnTo>
                  <a:lnTo>
                    <a:pt x="449834" y="34544"/>
                  </a:lnTo>
                  <a:lnTo>
                    <a:pt x="34544" y="34544"/>
                  </a:lnTo>
                  <a:close/>
                  <a:moveTo>
                    <a:pt x="467233" y="172974"/>
                  </a:moveTo>
                  <a:lnTo>
                    <a:pt x="17272" y="172974"/>
                  </a:lnTo>
                  <a:cubicBezTo>
                    <a:pt x="7747" y="172974"/>
                    <a:pt x="0" y="165227"/>
                    <a:pt x="0" y="155702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20"/>
            <p:cNvSpPr/>
            <p:nvPr/>
          </p:nvSpPr>
          <p:spPr>
            <a:xfrm>
              <a:off x="343916" y="513461"/>
              <a:ext cx="484505" cy="173101"/>
            </a:xfrm>
            <a:custGeom>
              <a:rect b="b" l="l" r="r" t="t"/>
              <a:pathLst>
                <a:path extrusionOk="0" h="173101" w="484505">
                  <a:moveTo>
                    <a:pt x="34544" y="138430"/>
                  </a:moveTo>
                  <a:lnTo>
                    <a:pt x="449834" y="138430"/>
                  </a:lnTo>
                  <a:lnTo>
                    <a:pt x="449834" y="34671"/>
                  </a:lnTo>
                  <a:lnTo>
                    <a:pt x="34544" y="34671"/>
                  </a:lnTo>
                  <a:close/>
                  <a:moveTo>
                    <a:pt x="467233" y="173101"/>
                  </a:moveTo>
                  <a:lnTo>
                    <a:pt x="17272" y="173101"/>
                  </a:lnTo>
                  <a:cubicBezTo>
                    <a:pt x="7747" y="173101"/>
                    <a:pt x="0" y="165354"/>
                    <a:pt x="0" y="155829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20"/>
            <p:cNvSpPr/>
            <p:nvPr/>
          </p:nvSpPr>
          <p:spPr>
            <a:xfrm>
              <a:off x="170815" y="824992"/>
              <a:ext cx="138430" cy="207645"/>
            </a:xfrm>
            <a:custGeom>
              <a:rect b="b" l="l" r="r" t="t"/>
              <a:pathLst>
                <a:path extrusionOk="0" h="207645" w="138430">
                  <a:moveTo>
                    <a:pt x="51943" y="207645"/>
                  </a:moveTo>
                  <a:lnTo>
                    <a:pt x="17272" y="207645"/>
                  </a:lnTo>
                  <a:cubicBezTo>
                    <a:pt x="7747" y="207645"/>
                    <a:pt x="0" y="199898"/>
                    <a:pt x="0" y="190373"/>
                  </a:cubicBezTo>
                  <a:lnTo>
                    <a:pt x="7747" y="173101"/>
                  </a:lnTo>
                  <a:lnTo>
                    <a:pt x="51943" y="173101"/>
                  </a:lnTo>
                  <a:cubicBezTo>
                    <a:pt x="80518" y="173101"/>
                    <a:pt x="103886" y="149860"/>
                    <a:pt x="103886" y="121158"/>
                  </a:cubicBezTo>
                  <a:lnTo>
                    <a:pt x="103886" y="17272"/>
                  </a:lnTo>
                  <a:cubicBezTo>
                    <a:pt x="103886" y="7747"/>
                    <a:pt x="111633" y="0"/>
                    <a:pt x="121158" y="0"/>
                  </a:cubicBezTo>
                  <a:lnTo>
                    <a:pt x="138430" y="7747"/>
                  </a:lnTo>
                  <a:lnTo>
                    <a:pt x="138430" y="121158"/>
                  </a:lnTo>
                  <a:cubicBezTo>
                    <a:pt x="138430" y="168910"/>
                    <a:pt x="99568" y="207645"/>
                    <a:pt x="51943" y="207645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20"/>
            <p:cNvSpPr/>
            <p:nvPr/>
          </p:nvSpPr>
          <p:spPr>
            <a:xfrm>
              <a:off x="136271" y="790448"/>
              <a:ext cx="103759" cy="138430"/>
            </a:xfrm>
            <a:custGeom>
              <a:rect b="b" l="l" r="r" t="t"/>
              <a:pathLst>
                <a:path extrusionOk="0" h="138430" w="103759">
                  <a:moveTo>
                    <a:pt x="51816" y="138430"/>
                  </a:moveTo>
                  <a:lnTo>
                    <a:pt x="17272" y="138430"/>
                  </a:lnTo>
                  <a:cubicBezTo>
                    <a:pt x="7747" y="138430"/>
                    <a:pt x="0" y="130683"/>
                    <a:pt x="0" y="121158"/>
                  </a:cubicBezTo>
                  <a:lnTo>
                    <a:pt x="7747" y="103886"/>
                  </a:lnTo>
                  <a:lnTo>
                    <a:pt x="51943" y="103886"/>
                  </a:lnTo>
                  <a:cubicBezTo>
                    <a:pt x="61468" y="103886"/>
                    <a:pt x="69215" y="96139"/>
                    <a:pt x="69215" y="86614"/>
                  </a:cubicBezTo>
                  <a:lnTo>
                    <a:pt x="69215" y="17272"/>
                  </a:lnTo>
                  <a:cubicBezTo>
                    <a:pt x="69215" y="7747"/>
                    <a:pt x="76962" y="0"/>
                    <a:pt x="86487" y="0"/>
                  </a:cubicBezTo>
                  <a:lnTo>
                    <a:pt x="103759" y="7747"/>
                  </a:lnTo>
                  <a:lnTo>
                    <a:pt x="103759" y="86487"/>
                  </a:lnTo>
                  <a:cubicBezTo>
                    <a:pt x="103759" y="115062"/>
                    <a:pt x="80518" y="138430"/>
                    <a:pt x="51816" y="138430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20"/>
            <p:cNvSpPr/>
            <p:nvPr/>
          </p:nvSpPr>
          <p:spPr>
            <a:xfrm>
              <a:off x="863092" y="824992"/>
              <a:ext cx="138430" cy="207645"/>
            </a:xfrm>
            <a:custGeom>
              <a:rect b="b" l="l" r="r" t="t"/>
              <a:pathLst>
                <a:path extrusionOk="0" h="207645" w="138430">
                  <a:moveTo>
                    <a:pt x="121031" y="207645"/>
                  </a:moveTo>
                  <a:lnTo>
                    <a:pt x="86487" y="207645"/>
                  </a:lnTo>
                  <a:cubicBezTo>
                    <a:pt x="38735" y="207645"/>
                    <a:pt x="0" y="168783"/>
                    <a:pt x="0" y="121158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34544" y="7747"/>
                  </a:lnTo>
                  <a:lnTo>
                    <a:pt x="34544" y="121158"/>
                  </a:lnTo>
                  <a:cubicBezTo>
                    <a:pt x="34544" y="149860"/>
                    <a:pt x="57785" y="173101"/>
                    <a:pt x="86487" y="173101"/>
                  </a:cubicBezTo>
                  <a:lnTo>
                    <a:pt x="121158" y="173101"/>
                  </a:lnTo>
                  <a:cubicBezTo>
                    <a:pt x="130683" y="173101"/>
                    <a:pt x="138430" y="180848"/>
                    <a:pt x="138430" y="190373"/>
                  </a:cubicBezTo>
                  <a:lnTo>
                    <a:pt x="130683" y="207645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20"/>
            <p:cNvSpPr/>
            <p:nvPr/>
          </p:nvSpPr>
          <p:spPr>
            <a:xfrm>
              <a:off x="932307" y="790448"/>
              <a:ext cx="103759" cy="138430"/>
            </a:xfrm>
            <a:custGeom>
              <a:rect b="b" l="l" r="r" t="t"/>
              <a:pathLst>
                <a:path extrusionOk="0" h="138430" w="103759">
                  <a:moveTo>
                    <a:pt x="86487" y="138430"/>
                  </a:moveTo>
                  <a:lnTo>
                    <a:pt x="51943" y="138430"/>
                  </a:lnTo>
                  <a:cubicBezTo>
                    <a:pt x="23241" y="138430"/>
                    <a:pt x="0" y="115189"/>
                    <a:pt x="0" y="86487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34544" y="7747"/>
                  </a:lnTo>
                  <a:lnTo>
                    <a:pt x="34544" y="86487"/>
                  </a:lnTo>
                  <a:cubicBezTo>
                    <a:pt x="34544" y="96012"/>
                    <a:pt x="42291" y="103759"/>
                    <a:pt x="51816" y="103759"/>
                  </a:cubicBezTo>
                  <a:lnTo>
                    <a:pt x="86487" y="103759"/>
                  </a:lnTo>
                  <a:cubicBezTo>
                    <a:pt x="96012" y="103759"/>
                    <a:pt x="103759" y="111506"/>
                    <a:pt x="103759" y="121031"/>
                  </a:cubicBezTo>
                  <a:lnTo>
                    <a:pt x="96012" y="138303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20"/>
            <p:cNvSpPr/>
            <p:nvPr/>
          </p:nvSpPr>
          <p:spPr>
            <a:xfrm>
              <a:off x="1070737" y="894334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20"/>
            <p:cNvSpPr/>
            <p:nvPr/>
          </p:nvSpPr>
          <p:spPr>
            <a:xfrm>
              <a:off x="1036193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20"/>
            <p:cNvSpPr/>
            <p:nvPr/>
          </p:nvSpPr>
          <p:spPr>
            <a:xfrm>
              <a:off x="63500" y="894334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20"/>
            <p:cNvSpPr/>
            <p:nvPr/>
          </p:nvSpPr>
          <p:spPr>
            <a:xfrm>
              <a:off x="98171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20"/>
            <p:cNvSpPr/>
            <p:nvPr/>
          </p:nvSpPr>
          <p:spPr>
            <a:xfrm>
              <a:off x="652018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20"/>
            <p:cNvSpPr/>
            <p:nvPr/>
          </p:nvSpPr>
          <p:spPr>
            <a:xfrm>
              <a:off x="721233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20"/>
            <p:cNvSpPr/>
            <p:nvPr/>
          </p:nvSpPr>
          <p:spPr>
            <a:xfrm>
              <a:off x="652018" y="790448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20"/>
            <p:cNvSpPr/>
            <p:nvPr/>
          </p:nvSpPr>
          <p:spPr>
            <a:xfrm>
              <a:off x="721233" y="790448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20"/>
            <p:cNvSpPr/>
            <p:nvPr/>
          </p:nvSpPr>
          <p:spPr>
            <a:xfrm>
              <a:off x="652018" y="58280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20"/>
            <p:cNvSpPr/>
            <p:nvPr/>
          </p:nvSpPr>
          <p:spPr>
            <a:xfrm>
              <a:off x="721233" y="58280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20"/>
            <p:cNvSpPr/>
            <p:nvPr/>
          </p:nvSpPr>
          <p:spPr>
            <a:xfrm>
              <a:off x="306395" y="98065"/>
              <a:ext cx="37902" cy="37063"/>
            </a:xfrm>
            <a:custGeom>
              <a:rect b="b" l="l" r="r" t="t"/>
              <a:pathLst>
                <a:path extrusionOk="0" h="37063" w="37902">
                  <a:moveTo>
                    <a:pt x="16693" y="37063"/>
                  </a:moveTo>
                  <a:lnTo>
                    <a:pt x="5898" y="34523"/>
                  </a:lnTo>
                  <a:cubicBezTo>
                    <a:pt x="-2992" y="21950"/>
                    <a:pt x="-1087" y="11155"/>
                    <a:pt x="6660" y="5567"/>
                  </a:cubicBezTo>
                  <a:lnTo>
                    <a:pt x="10089" y="3154"/>
                  </a:lnTo>
                  <a:cubicBezTo>
                    <a:pt x="17963" y="-2307"/>
                    <a:pt x="28758" y="-529"/>
                    <a:pt x="34219" y="7345"/>
                  </a:cubicBezTo>
                  <a:lnTo>
                    <a:pt x="37902" y="25887"/>
                  </a:lnTo>
                  <a:lnTo>
                    <a:pt x="26599" y="33888"/>
                  </a:lnTo>
                  <a:lnTo>
                    <a:pt x="20122" y="37063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0" name="Google Shape;1060;p20"/>
          <p:cNvSpPr/>
          <p:nvPr/>
        </p:nvSpPr>
        <p:spPr>
          <a:xfrm>
            <a:off x="209864" y="4715635"/>
            <a:ext cx="743213" cy="804997"/>
          </a:xfrm>
          <a:custGeom>
            <a:rect b="b" l="l" r="r" t="t"/>
            <a:pathLst>
              <a:path extrusionOk="0" h="804997" w="743213">
                <a:moveTo>
                  <a:pt x="0" y="0"/>
                </a:moveTo>
                <a:lnTo>
                  <a:pt x="743213" y="0"/>
                </a:lnTo>
                <a:lnTo>
                  <a:pt x="743213" y="804997"/>
                </a:lnTo>
                <a:lnTo>
                  <a:pt x="0" y="804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291" l="-16090" r="-16830" t="-11419"/>
            </a:stretch>
          </a:blipFill>
          <a:ln>
            <a:noFill/>
          </a:ln>
        </p:spPr>
      </p:sp>
      <p:sp>
        <p:nvSpPr>
          <p:cNvPr id="1061" name="Google Shape;1061;p20"/>
          <p:cNvSpPr/>
          <p:nvPr/>
        </p:nvSpPr>
        <p:spPr>
          <a:xfrm>
            <a:off x="6873721" y="9529940"/>
            <a:ext cx="1354895" cy="466995"/>
          </a:xfrm>
          <a:custGeom>
            <a:rect b="b" l="l" r="r" t="t"/>
            <a:pathLst>
              <a:path extrusionOk="0" h="466995" w="1354895">
                <a:moveTo>
                  <a:pt x="0" y="0"/>
                </a:moveTo>
                <a:lnTo>
                  <a:pt x="1354895" y="0"/>
                </a:lnTo>
                <a:lnTo>
                  <a:pt x="1354895" y="466994"/>
                </a:lnTo>
                <a:lnTo>
                  <a:pt x="0" y="4669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2" name="Google Shape;1062;p20"/>
          <p:cNvSpPr/>
          <p:nvPr/>
        </p:nvSpPr>
        <p:spPr>
          <a:xfrm>
            <a:off x="8462186" y="9587767"/>
            <a:ext cx="1694380" cy="415653"/>
          </a:xfrm>
          <a:custGeom>
            <a:rect b="b" l="l" r="r" t="t"/>
            <a:pathLst>
              <a:path extrusionOk="0" h="415653" w="1694380">
                <a:moveTo>
                  <a:pt x="0" y="0"/>
                </a:moveTo>
                <a:lnTo>
                  <a:pt x="1694380" y="0"/>
                </a:lnTo>
                <a:lnTo>
                  <a:pt x="1694380" y="415652"/>
                </a:lnTo>
                <a:lnTo>
                  <a:pt x="0" y="4156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3" name="Google Shape;1063;p20"/>
          <p:cNvSpPr/>
          <p:nvPr/>
        </p:nvSpPr>
        <p:spPr>
          <a:xfrm>
            <a:off x="10317519" y="9477357"/>
            <a:ext cx="2368914" cy="614916"/>
          </a:xfrm>
          <a:custGeom>
            <a:rect b="b" l="l" r="r" t="t"/>
            <a:pathLst>
              <a:path extrusionOk="0" h="614916" w="2368914">
                <a:moveTo>
                  <a:pt x="0" y="0"/>
                </a:moveTo>
                <a:lnTo>
                  <a:pt x="2368913" y="0"/>
                </a:lnTo>
                <a:lnTo>
                  <a:pt x="2368913" y="614917"/>
                </a:lnTo>
                <a:lnTo>
                  <a:pt x="0" y="6149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4" name="Google Shape;1064;p20"/>
          <p:cNvSpPr/>
          <p:nvPr/>
        </p:nvSpPr>
        <p:spPr>
          <a:xfrm>
            <a:off x="5601568" y="9500406"/>
            <a:ext cx="1034028" cy="526062"/>
          </a:xfrm>
          <a:custGeom>
            <a:rect b="b" l="l" r="r" t="t"/>
            <a:pathLst>
              <a:path extrusionOk="0" h="526062" w="1034028">
                <a:moveTo>
                  <a:pt x="0" y="0"/>
                </a:moveTo>
                <a:lnTo>
                  <a:pt x="1034028" y="0"/>
                </a:lnTo>
                <a:lnTo>
                  <a:pt x="1034028" y="526062"/>
                </a:lnTo>
                <a:lnTo>
                  <a:pt x="0" y="526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5" name="Google Shape;1065;p20"/>
          <p:cNvSpPr txBox="1"/>
          <p:nvPr/>
        </p:nvSpPr>
        <p:spPr>
          <a:xfrm>
            <a:off x="1592775" y="2366718"/>
            <a:ext cx="6708900" cy="5790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7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Core concept: </a:t>
            </a:r>
            <a:r>
              <a:rPr i="1" lang="en-US" sz="37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</a:t>
            </a:r>
            <a:r>
              <a:rPr b="1" i="1" lang="en-US" sz="37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Merge Conflict</a:t>
            </a:r>
            <a:endParaRPr b="1" i="1" sz="3499">
              <a:solidFill>
                <a:srgbClr val="191D0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066" name="Google Shape;1066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317525" y="3546665"/>
            <a:ext cx="7599900" cy="3963773"/>
          </a:xfrm>
          <a:prstGeom prst="rect">
            <a:avLst/>
          </a:prstGeom>
          <a:noFill/>
          <a:ln>
            <a:noFill/>
          </a:ln>
        </p:spPr>
      </p:pic>
      <p:sp>
        <p:nvSpPr>
          <p:cNvPr id="1067" name="Google Shape;1067;p20"/>
          <p:cNvSpPr txBox="1"/>
          <p:nvPr/>
        </p:nvSpPr>
        <p:spPr>
          <a:xfrm>
            <a:off x="1596424" y="3411500"/>
            <a:ext cx="8560200" cy="59412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5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Scenario</a:t>
            </a:r>
            <a:r>
              <a:rPr b="1" i="1" lang="en-US" sz="37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 </a:t>
            </a:r>
            <a:r>
              <a:rPr i="1" lang="en-US" sz="30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Two developers </a:t>
            </a:r>
            <a:r>
              <a:rPr b="1" i="1" lang="en-US" sz="30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modify the exact same line of the exact same file</a:t>
            </a:r>
            <a:r>
              <a:rPr i="1" lang="en-US" sz="30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.</a:t>
            </a:r>
            <a:endParaRPr i="1" sz="30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37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5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Dilemma:</a:t>
            </a:r>
            <a:r>
              <a:rPr b="1" i="1" lang="en-US" sz="37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i="1" lang="en-US" sz="30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When trying to combine both versions, the system cannot guess </a:t>
            </a:r>
            <a:r>
              <a:rPr b="1" i="1" lang="en-US" sz="30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which change is the correct one</a:t>
            </a:r>
            <a:r>
              <a:rPr i="1" lang="en-US" sz="30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.</a:t>
            </a:r>
            <a:endParaRPr i="1" sz="30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37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5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Halt</a:t>
            </a:r>
            <a:r>
              <a:rPr b="1" i="1" lang="en-US" sz="37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 </a:t>
            </a:r>
            <a:r>
              <a:rPr i="1" lang="en-US" sz="30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system stops the merge, flags the file, and prevents any accidental overwrites.</a:t>
            </a:r>
            <a:endParaRPr i="1" sz="30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37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5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Resolution</a:t>
            </a:r>
            <a:r>
              <a:rPr b="1" i="1" lang="en-US" sz="37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</a:t>
            </a:r>
            <a:r>
              <a:rPr i="1" lang="en-US" sz="30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A </a:t>
            </a:r>
            <a:r>
              <a:rPr b="1" i="1" lang="en-US" sz="30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human must review the code, choose the final version</a:t>
            </a:r>
            <a:r>
              <a:rPr i="1" lang="en-US" sz="30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, and manually clear the conflict.</a:t>
            </a:r>
            <a:endParaRPr i="1" sz="30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7B9CE"/>
        </a:solidFill>
      </p:bgPr>
    </p:bg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2" name="Google Shape;1072;p21"/>
          <p:cNvCxnSpPr/>
          <p:nvPr/>
        </p:nvCxnSpPr>
        <p:spPr>
          <a:xfrm>
            <a:off x="1051792" y="1798524"/>
            <a:ext cx="172593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3" name="Google Shape;1073;p21"/>
          <p:cNvCxnSpPr/>
          <p:nvPr/>
        </p:nvCxnSpPr>
        <p:spPr>
          <a:xfrm rot="-5400000">
            <a:off x="-4105275" y="5119688"/>
            <a:ext cx="102870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4" name="Google Shape;1074;p21"/>
          <p:cNvSpPr txBox="1"/>
          <p:nvPr/>
        </p:nvSpPr>
        <p:spPr>
          <a:xfrm>
            <a:off x="1592775" y="373150"/>
            <a:ext cx="15758700" cy="12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18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HOW VERSION CONTROL WORKS</a:t>
            </a:r>
            <a:endParaRPr/>
          </a:p>
        </p:txBody>
      </p:sp>
      <p:grpSp>
        <p:nvGrpSpPr>
          <p:cNvPr id="1075" name="Google Shape;1075;p21"/>
          <p:cNvGrpSpPr/>
          <p:nvPr/>
        </p:nvGrpSpPr>
        <p:grpSpPr>
          <a:xfrm>
            <a:off x="216606" y="6304895"/>
            <a:ext cx="642914" cy="632256"/>
            <a:chOff x="63500" y="63500"/>
            <a:chExt cx="988187" cy="971804"/>
          </a:xfrm>
        </p:grpSpPr>
        <p:sp>
          <p:nvSpPr>
            <p:cNvPr id="1076" name="Google Shape;1076;p21"/>
            <p:cNvSpPr/>
            <p:nvPr/>
          </p:nvSpPr>
          <p:spPr>
            <a:xfrm>
              <a:off x="857250" y="840994"/>
              <a:ext cx="129540" cy="129540"/>
            </a:xfrm>
            <a:custGeom>
              <a:rect b="b" l="l" r="r" t="t"/>
              <a:pathLst>
                <a:path extrusionOk="0" h="129540" w="129540">
                  <a:moveTo>
                    <a:pt x="64770" y="32385"/>
                  </a:moveTo>
                  <a:cubicBezTo>
                    <a:pt x="46863" y="32385"/>
                    <a:pt x="32385" y="46990"/>
                    <a:pt x="32385" y="64770"/>
                  </a:cubicBezTo>
                  <a:cubicBezTo>
                    <a:pt x="32385" y="82550"/>
                    <a:pt x="46990" y="97155"/>
                    <a:pt x="64770" y="97155"/>
                  </a:cubicBezTo>
                  <a:cubicBezTo>
                    <a:pt x="82550" y="97155"/>
                    <a:pt x="97155" y="82550"/>
                    <a:pt x="97155" y="64770"/>
                  </a:cubicBezTo>
                  <a:cubicBezTo>
                    <a:pt x="97155" y="46990"/>
                    <a:pt x="82550" y="32385"/>
                    <a:pt x="64770" y="32385"/>
                  </a:cubicBezTo>
                  <a:moveTo>
                    <a:pt x="64770" y="129540"/>
                  </a:moveTo>
                  <a:cubicBezTo>
                    <a:pt x="29083" y="129540"/>
                    <a:pt x="0" y="100457"/>
                    <a:pt x="0" y="64770"/>
                  </a:cubicBezTo>
                  <a:cubicBezTo>
                    <a:pt x="0" y="29083"/>
                    <a:pt x="29083" y="0"/>
                    <a:pt x="64770" y="0"/>
                  </a:cubicBezTo>
                  <a:cubicBezTo>
                    <a:pt x="100457" y="0"/>
                    <a:pt x="129540" y="29083"/>
                    <a:pt x="129540" y="64770"/>
                  </a:cubicBezTo>
                  <a:cubicBezTo>
                    <a:pt x="129540" y="100457"/>
                    <a:pt x="100457" y="129540"/>
                    <a:pt x="64770" y="1295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21"/>
            <p:cNvSpPr/>
            <p:nvPr/>
          </p:nvSpPr>
          <p:spPr>
            <a:xfrm>
              <a:off x="905764" y="225552"/>
              <a:ext cx="32512" cy="647827"/>
            </a:xfrm>
            <a:custGeom>
              <a:rect b="b" l="l" r="r" t="t"/>
              <a:pathLst>
                <a:path extrusionOk="0" h="647827" w="32512">
                  <a:moveTo>
                    <a:pt x="16256" y="647827"/>
                  </a:moveTo>
                  <a:lnTo>
                    <a:pt x="0" y="640588"/>
                  </a:lnTo>
                  <a:lnTo>
                    <a:pt x="0" y="16129"/>
                  </a:lnTo>
                  <a:cubicBezTo>
                    <a:pt x="0" y="7112"/>
                    <a:pt x="7239" y="0"/>
                    <a:pt x="16256" y="0"/>
                  </a:cubicBezTo>
                  <a:lnTo>
                    <a:pt x="32512" y="7239"/>
                  </a:lnTo>
                  <a:lnTo>
                    <a:pt x="32512" y="631698"/>
                  </a:lnTo>
                  <a:cubicBezTo>
                    <a:pt x="32512" y="640588"/>
                    <a:pt x="25273" y="647827"/>
                    <a:pt x="16256" y="64782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21"/>
            <p:cNvSpPr/>
            <p:nvPr/>
          </p:nvSpPr>
          <p:spPr>
            <a:xfrm>
              <a:off x="121679" y="510286"/>
              <a:ext cx="44042" cy="38989"/>
            </a:xfrm>
            <a:custGeom>
              <a:rect b="b" l="l" r="r" t="t"/>
              <a:pathLst>
                <a:path extrusionOk="0" h="38989" w="44042">
                  <a:moveTo>
                    <a:pt x="27927" y="38989"/>
                  </a:moveTo>
                  <a:lnTo>
                    <a:pt x="23990" y="38608"/>
                  </a:lnTo>
                  <a:lnTo>
                    <a:pt x="10401" y="33401"/>
                  </a:lnTo>
                  <a:cubicBezTo>
                    <a:pt x="2019" y="30226"/>
                    <a:pt x="-2172" y="20828"/>
                    <a:pt x="1130" y="12446"/>
                  </a:cubicBezTo>
                  <a:lnTo>
                    <a:pt x="13703" y="0"/>
                  </a:lnTo>
                  <a:lnTo>
                    <a:pt x="33642" y="7620"/>
                  </a:lnTo>
                  <a:cubicBezTo>
                    <a:pt x="42024" y="10795"/>
                    <a:pt x="46215" y="20193"/>
                    <a:pt x="42913" y="28575"/>
                  </a:cubicBezTo>
                  <a:lnTo>
                    <a:pt x="34277" y="3898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21"/>
            <p:cNvSpPr/>
            <p:nvPr/>
          </p:nvSpPr>
          <p:spPr>
            <a:xfrm>
              <a:off x="180213" y="535721"/>
              <a:ext cx="620903" cy="90770"/>
            </a:xfrm>
            <a:custGeom>
              <a:rect b="b" l="l" r="r" t="t"/>
              <a:pathLst>
                <a:path extrusionOk="0" h="90770" w="620903">
                  <a:moveTo>
                    <a:pt x="476758" y="90770"/>
                  </a:moveTo>
                  <a:lnTo>
                    <a:pt x="300863" y="90770"/>
                  </a:lnTo>
                  <a:cubicBezTo>
                    <a:pt x="291211" y="90770"/>
                    <a:pt x="281813" y="88230"/>
                    <a:pt x="273431" y="83531"/>
                  </a:cubicBezTo>
                  <a:lnTo>
                    <a:pt x="193675" y="37938"/>
                  </a:lnTo>
                  <a:cubicBezTo>
                    <a:pt x="190246" y="36033"/>
                    <a:pt x="186309" y="34890"/>
                    <a:pt x="182245" y="34890"/>
                  </a:cubicBezTo>
                  <a:lnTo>
                    <a:pt x="32385" y="34890"/>
                  </a:lnTo>
                  <a:cubicBezTo>
                    <a:pt x="25527" y="34890"/>
                    <a:pt x="18923" y="33620"/>
                    <a:pt x="12446" y="31207"/>
                  </a:cubicBezTo>
                  <a:lnTo>
                    <a:pt x="0" y="18634"/>
                  </a:lnTo>
                  <a:cubicBezTo>
                    <a:pt x="6477" y="1997"/>
                    <a:pt x="15875" y="-2194"/>
                    <a:pt x="24130" y="981"/>
                  </a:cubicBezTo>
                  <a:lnTo>
                    <a:pt x="29464" y="2505"/>
                  </a:lnTo>
                  <a:lnTo>
                    <a:pt x="182372" y="2505"/>
                  </a:lnTo>
                  <a:cubicBezTo>
                    <a:pt x="192024" y="2505"/>
                    <a:pt x="201549" y="5045"/>
                    <a:pt x="209804" y="9744"/>
                  </a:cubicBezTo>
                  <a:lnTo>
                    <a:pt x="289560" y="55337"/>
                  </a:lnTo>
                  <a:cubicBezTo>
                    <a:pt x="292989" y="57242"/>
                    <a:pt x="296926" y="58385"/>
                    <a:pt x="300863" y="58385"/>
                  </a:cubicBezTo>
                  <a:lnTo>
                    <a:pt x="476758" y="58385"/>
                  </a:lnTo>
                  <a:cubicBezTo>
                    <a:pt x="480314" y="58385"/>
                    <a:pt x="483870" y="57496"/>
                    <a:pt x="486918" y="55972"/>
                  </a:cubicBezTo>
                  <a:lnTo>
                    <a:pt x="526288" y="36287"/>
                  </a:lnTo>
                  <a:cubicBezTo>
                    <a:pt x="533908" y="32477"/>
                    <a:pt x="542417" y="30445"/>
                    <a:pt x="551053" y="30445"/>
                  </a:cubicBezTo>
                  <a:lnTo>
                    <a:pt x="604647" y="30445"/>
                  </a:lnTo>
                  <a:cubicBezTo>
                    <a:pt x="613664" y="30445"/>
                    <a:pt x="620903" y="37684"/>
                    <a:pt x="620903" y="46574"/>
                  </a:cubicBezTo>
                  <a:lnTo>
                    <a:pt x="613664" y="62830"/>
                  </a:lnTo>
                  <a:lnTo>
                    <a:pt x="551053" y="62830"/>
                  </a:lnTo>
                  <a:cubicBezTo>
                    <a:pt x="547497" y="62830"/>
                    <a:pt x="543941" y="63719"/>
                    <a:pt x="540893" y="65243"/>
                  </a:cubicBezTo>
                  <a:lnTo>
                    <a:pt x="501523" y="84928"/>
                  </a:lnTo>
                  <a:cubicBezTo>
                    <a:pt x="493903" y="88738"/>
                    <a:pt x="485394" y="90770"/>
                    <a:pt x="476758" y="907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21"/>
            <p:cNvSpPr/>
            <p:nvPr/>
          </p:nvSpPr>
          <p:spPr>
            <a:xfrm>
              <a:off x="378206" y="705739"/>
              <a:ext cx="120232" cy="139192"/>
            </a:xfrm>
            <a:custGeom>
              <a:rect b="b" l="l" r="r" t="t"/>
              <a:pathLst>
                <a:path extrusionOk="0" h="139192" w="120232">
                  <a:moveTo>
                    <a:pt x="89916" y="139192"/>
                  </a:moveTo>
                  <a:lnTo>
                    <a:pt x="78232" y="135890"/>
                  </a:lnTo>
                  <a:cubicBezTo>
                    <a:pt x="65532" y="110490"/>
                    <a:pt x="68326" y="86995"/>
                    <a:pt x="82423" y="70104"/>
                  </a:cubicBezTo>
                  <a:lnTo>
                    <a:pt x="89408" y="53975"/>
                  </a:lnTo>
                  <a:cubicBezTo>
                    <a:pt x="81661" y="37465"/>
                    <a:pt x="73914" y="32512"/>
                    <a:pt x="64770" y="32512"/>
                  </a:cubicBezTo>
                  <a:lnTo>
                    <a:pt x="16256" y="32512"/>
                  </a:lnTo>
                  <a:cubicBezTo>
                    <a:pt x="7239" y="32512"/>
                    <a:pt x="0" y="25273"/>
                    <a:pt x="0" y="16256"/>
                  </a:cubicBezTo>
                  <a:lnTo>
                    <a:pt x="7239" y="0"/>
                  </a:lnTo>
                  <a:lnTo>
                    <a:pt x="64897" y="0"/>
                  </a:lnTo>
                  <a:cubicBezTo>
                    <a:pt x="86614" y="0"/>
                    <a:pt x="105791" y="12192"/>
                    <a:pt x="114935" y="31877"/>
                  </a:cubicBezTo>
                  <a:cubicBezTo>
                    <a:pt x="124079" y="51562"/>
                    <a:pt x="121285" y="74041"/>
                    <a:pt x="107315" y="90805"/>
                  </a:cubicBezTo>
                  <a:lnTo>
                    <a:pt x="100457" y="107569"/>
                  </a:lnTo>
                  <a:cubicBezTo>
                    <a:pt x="108585" y="123698"/>
                    <a:pt x="105283" y="133477"/>
                    <a:pt x="97282" y="137414"/>
                  </a:cubicBezTo>
                  <a:lnTo>
                    <a:pt x="92456" y="13906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21"/>
            <p:cNvSpPr/>
            <p:nvPr/>
          </p:nvSpPr>
          <p:spPr>
            <a:xfrm>
              <a:off x="322072" y="705866"/>
              <a:ext cx="49657" cy="32385"/>
            </a:xfrm>
            <a:custGeom>
              <a:rect b="b" l="l" r="r" t="t"/>
              <a:pathLst>
                <a:path extrusionOk="0" h="32385" w="49657">
                  <a:moveTo>
                    <a:pt x="33401" y="32385"/>
                  </a:moveTo>
                  <a:lnTo>
                    <a:pt x="16256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33401" y="0"/>
                  </a:lnTo>
                  <a:cubicBezTo>
                    <a:pt x="42418" y="0"/>
                    <a:pt x="49657" y="7239"/>
                    <a:pt x="49657" y="16256"/>
                  </a:cubicBezTo>
                  <a:lnTo>
                    <a:pt x="42418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21"/>
            <p:cNvSpPr/>
            <p:nvPr/>
          </p:nvSpPr>
          <p:spPr>
            <a:xfrm>
              <a:off x="247178" y="717997"/>
              <a:ext cx="67401" cy="46670"/>
            </a:xfrm>
            <a:custGeom>
              <a:rect b="b" l="l" r="r" t="t"/>
              <a:pathLst>
                <a:path extrusionOk="0" h="46670" w="67401">
                  <a:moveTo>
                    <a:pt x="15204" y="46670"/>
                  </a:moveTo>
                  <a:lnTo>
                    <a:pt x="2631" y="42733"/>
                  </a:lnTo>
                  <a:cubicBezTo>
                    <a:pt x="-3084" y="27874"/>
                    <a:pt x="1107" y="18603"/>
                    <a:pt x="9489" y="15301"/>
                  </a:cubicBezTo>
                  <a:lnTo>
                    <a:pt x="46446" y="1077"/>
                  </a:lnTo>
                  <a:cubicBezTo>
                    <a:pt x="54828" y="-2098"/>
                    <a:pt x="64226" y="1966"/>
                    <a:pt x="67401" y="10348"/>
                  </a:cubicBezTo>
                  <a:lnTo>
                    <a:pt x="66385" y="28128"/>
                  </a:lnTo>
                  <a:lnTo>
                    <a:pt x="21046" y="45527"/>
                  </a:lnTo>
                  <a:cubicBezTo>
                    <a:pt x="19141" y="46289"/>
                    <a:pt x="17109" y="46670"/>
                    <a:pt x="15204" y="466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21"/>
            <p:cNvSpPr/>
            <p:nvPr/>
          </p:nvSpPr>
          <p:spPr>
            <a:xfrm>
              <a:off x="719420" y="632964"/>
              <a:ext cx="70253" cy="65409"/>
            </a:xfrm>
            <a:custGeom>
              <a:rect b="b" l="l" r="r" t="t"/>
              <a:pathLst>
                <a:path extrusionOk="0" h="65409" w="70253">
                  <a:moveTo>
                    <a:pt x="20609" y="65409"/>
                  </a:moveTo>
                  <a:lnTo>
                    <a:pt x="11084" y="63377"/>
                  </a:lnTo>
                  <a:cubicBezTo>
                    <a:pt x="2321" y="53852"/>
                    <a:pt x="-346" y="45978"/>
                    <a:pt x="35" y="37596"/>
                  </a:cubicBezTo>
                  <a:cubicBezTo>
                    <a:pt x="543" y="27690"/>
                    <a:pt x="5369" y="17911"/>
                    <a:pt x="13243" y="10672"/>
                  </a:cubicBezTo>
                  <a:cubicBezTo>
                    <a:pt x="20101" y="4449"/>
                    <a:pt x="28483" y="766"/>
                    <a:pt x="36992" y="131"/>
                  </a:cubicBezTo>
                  <a:cubicBezTo>
                    <a:pt x="46898" y="-758"/>
                    <a:pt x="56169" y="2925"/>
                    <a:pt x="62519" y="9783"/>
                  </a:cubicBezTo>
                  <a:cubicBezTo>
                    <a:pt x="71409" y="19562"/>
                    <a:pt x="72806" y="34294"/>
                    <a:pt x="65821" y="47375"/>
                  </a:cubicBezTo>
                  <a:lnTo>
                    <a:pt x="51851" y="58297"/>
                  </a:lnTo>
                  <a:cubicBezTo>
                    <a:pt x="36484" y="50169"/>
                    <a:pt x="33309" y="41025"/>
                    <a:pt x="36611" y="33405"/>
                  </a:cubicBezTo>
                  <a:lnTo>
                    <a:pt x="35595" y="34167"/>
                  </a:lnTo>
                  <a:lnTo>
                    <a:pt x="32420" y="38866"/>
                  </a:lnTo>
                  <a:cubicBezTo>
                    <a:pt x="38516" y="45851"/>
                    <a:pt x="37627" y="55376"/>
                    <a:pt x="31023" y="61472"/>
                  </a:cubicBezTo>
                  <a:lnTo>
                    <a:pt x="24419" y="6540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21"/>
            <p:cNvSpPr/>
            <p:nvPr/>
          </p:nvSpPr>
          <p:spPr>
            <a:xfrm>
              <a:off x="580547" y="726757"/>
              <a:ext cx="87425" cy="82106"/>
            </a:xfrm>
            <a:custGeom>
              <a:rect b="b" l="l" r="r" t="t"/>
              <a:pathLst>
                <a:path extrusionOk="0" h="82106" w="87425">
                  <a:moveTo>
                    <a:pt x="30069" y="54801"/>
                  </a:moveTo>
                  <a:lnTo>
                    <a:pt x="30069" y="54801"/>
                  </a:lnTo>
                  <a:lnTo>
                    <a:pt x="30069" y="54801"/>
                  </a:lnTo>
                  <a:moveTo>
                    <a:pt x="18131" y="81852"/>
                  </a:moveTo>
                  <a:lnTo>
                    <a:pt x="9368" y="80074"/>
                  </a:lnTo>
                  <a:cubicBezTo>
                    <a:pt x="-7015" y="62040"/>
                    <a:pt x="-1046" y="37148"/>
                    <a:pt x="20544" y="17590"/>
                  </a:cubicBezTo>
                  <a:lnTo>
                    <a:pt x="48611" y="1461"/>
                  </a:lnTo>
                  <a:cubicBezTo>
                    <a:pt x="61438" y="-1968"/>
                    <a:pt x="73122" y="699"/>
                    <a:pt x="80488" y="8827"/>
                  </a:cubicBezTo>
                  <a:cubicBezTo>
                    <a:pt x="90521" y="19876"/>
                    <a:pt x="89632" y="37275"/>
                    <a:pt x="78075" y="54293"/>
                  </a:cubicBezTo>
                  <a:lnTo>
                    <a:pt x="62962" y="63564"/>
                  </a:lnTo>
                  <a:cubicBezTo>
                    <a:pt x="48230" y="53531"/>
                    <a:pt x="46325" y="43498"/>
                    <a:pt x="51278" y="36005"/>
                  </a:cubicBezTo>
                  <a:lnTo>
                    <a:pt x="51913" y="35116"/>
                  </a:lnTo>
                  <a:lnTo>
                    <a:pt x="45944" y="38291"/>
                  </a:lnTo>
                  <a:cubicBezTo>
                    <a:pt x="35149" y="48197"/>
                    <a:pt x="32355" y="54420"/>
                    <a:pt x="31720" y="57087"/>
                  </a:cubicBezTo>
                  <a:lnTo>
                    <a:pt x="34895" y="72454"/>
                  </a:lnTo>
                  <a:cubicBezTo>
                    <a:pt x="25878" y="80709"/>
                    <a:pt x="21941" y="82106"/>
                    <a:pt x="18131" y="821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21"/>
            <p:cNvSpPr/>
            <p:nvPr/>
          </p:nvSpPr>
          <p:spPr>
            <a:xfrm>
              <a:off x="584327" y="177351"/>
              <a:ext cx="66294" cy="45407"/>
            </a:xfrm>
            <a:custGeom>
              <a:rect b="b" l="l" r="r" t="t"/>
              <a:pathLst>
                <a:path extrusionOk="0" h="45407" w="66294">
                  <a:moveTo>
                    <a:pt x="49657" y="45280"/>
                  </a:moveTo>
                  <a:lnTo>
                    <a:pt x="39751" y="42994"/>
                  </a:lnTo>
                  <a:cubicBezTo>
                    <a:pt x="32258" y="32834"/>
                    <a:pt x="26543" y="31564"/>
                    <a:pt x="25019" y="32580"/>
                  </a:cubicBezTo>
                  <a:lnTo>
                    <a:pt x="7620" y="36390"/>
                  </a:lnTo>
                  <a:cubicBezTo>
                    <a:pt x="-3048" y="22039"/>
                    <a:pt x="-1397" y="11879"/>
                    <a:pt x="5715" y="6545"/>
                  </a:cubicBezTo>
                  <a:cubicBezTo>
                    <a:pt x="22606" y="-5901"/>
                    <a:pt x="48133" y="-59"/>
                    <a:pt x="62484" y="19499"/>
                  </a:cubicBezTo>
                  <a:lnTo>
                    <a:pt x="66294" y="36898"/>
                  </a:lnTo>
                  <a:cubicBezTo>
                    <a:pt x="56261" y="44264"/>
                    <a:pt x="52832" y="45407"/>
                    <a:pt x="49530" y="4540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21"/>
            <p:cNvSpPr/>
            <p:nvPr/>
          </p:nvSpPr>
          <p:spPr>
            <a:xfrm>
              <a:off x="175133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21"/>
            <p:cNvSpPr/>
            <p:nvPr/>
          </p:nvSpPr>
          <p:spPr>
            <a:xfrm>
              <a:off x="175133" y="316230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21"/>
            <p:cNvSpPr/>
            <p:nvPr/>
          </p:nvSpPr>
          <p:spPr>
            <a:xfrm>
              <a:off x="538226" y="372110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21"/>
            <p:cNvSpPr/>
            <p:nvPr/>
          </p:nvSpPr>
          <p:spPr>
            <a:xfrm>
              <a:off x="538226" y="204597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21"/>
            <p:cNvSpPr/>
            <p:nvPr/>
          </p:nvSpPr>
          <p:spPr>
            <a:xfrm>
              <a:off x="566166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21"/>
            <p:cNvSpPr/>
            <p:nvPr/>
          </p:nvSpPr>
          <p:spPr>
            <a:xfrm>
              <a:off x="370586" y="790956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21"/>
            <p:cNvSpPr/>
            <p:nvPr/>
          </p:nvSpPr>
          <p:spPr>
            <a:xfrm>
              <a:off x="398526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21"/>
            <p:cNvSpPr/>
            <p:nvPr/>
          </p:nvSpPr>
          <p:spPr>
            <a:xfrm>
              <a:off x="258953" y="59550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21"/>
            <p:cNvSpPr/>
            <p:nvPr/>
          </p:nvSpPr>
          <p:spPr>
            <a:xfrm>
              <a:off x="337820" y="254635"/>
              <a:ext cx="72771" cy="71882"/>
            </a:xfrm>
            <a:custGeom>
              <a:rect b="b" l="l" r="r" t="t"/>
              <a:pathLst>
                <a:path extrusionOk="0" h="71882" w="72771">
                  <a:moveTo>
                    <a:pt x="17653" y="71882"/>
                  </a:moveTo>
                  <a:lnTo>
                    <a:pt x="15621" y="71755"/>
                  </a:lnTo>
                  <a:lnTo>
                    <a:pt x="0" y="61341"/>
                  </a:lnTo>
                  <a:cubicBezTo>
                    <a:pt x="5969" y="30734"/>
                    <a:pt x="25781" y="0"/>
                    <a:pt x="56515" y="0"/>
                  </a:cubicBezTo>
                  <a:lnTo>
                    <a:pt x="72771" y="7239"/>
                  </a:lnTo>
                  <a:cubicBezTo>
                    <a:pt x="72771" y="25146"/>
                    <a:pt x="65532" y="32385"/>
                    <a:pt x="56515" y="32385"/>
                  </a:cubicBezTo>
                  <a:cubicBezTo>
                    <a:pt x="45720" y="32385"/>
                    <a:pt x="35560" y="48260"/>
                    <a:pt x="33528" y="58674"/>
                  </a:cubicBezTo>
                  <a:lnTo>
                    <a:pt x="25273" y="7175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21"/>
            <p:cNvSpPr/>
            <p:nvPr/>
          </p:nvSpPr>
          <p:spPr>
            <a:xfrm>
              <a:off x="406940" y="77309"/>
              <a:ext cx="195675" cy="104428"/>
            </a:xfrm>
            <a:custGeom>
              <a:rect b="b" l="l" r="r" t="t"/>
              <a:pathLst>
                <a:path extrusionOk="0" h="104428" w="195675">
                  <a:moveTo>
                    <a:pt x="15208" y="104428"/>
                  </a:moveTo>
                  <a:lnTo>
                    <a:pt x="2127" y="100110"/>
                  </a:lnTo>
                  <a:cubicBezTo>
                    <a:pt x="-2953" y="84870"/>
                    <a:pt x="1619" y="75726"/>
                    <a:pt x="10001" y="72805"/>
                  </a:cubicBezTo>
                  <a:lnTo>
                    <a:pt x="49117" y="57565"/>
                  </a:lnTo>
                  <a:lnTo>
                    <a:pt x="174339" y="1431"/>
                  </a:lnTo>
                  <a:cubicBezTo>
                    <a:pt x="182467" y="-2252"/>
                    <a:pt x="192119" y="1431"/>
                    <a:pt x="195675" y="9559"/>
                  </a:cubicBezTo>
                  <a:lnTo>
                    <a:pt x="195675" y="27339"/>
                  </a:lnTo>
                  <a:lnTo>
                    <a:pt x="62452" y="87029"/>
                  </a:lnTo>
                  <a:cubicBezTo>
                    <a:pt x="48736" y="93125"/>
                    <a:pt x="34512" y="98713"/>
                    <a:pt x="20288" y="103539"/>
                  </a:cubicBezTo>
                  <a:lnTo>
                    <a:pt x="16859" y="10442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21"/>
            <p:cNvSpPr/>
            <p:nvPr/>
          </p:nvSpPr>
          <p:spPr>
            <a:xfrm>
              <a:off x="331397" y="164918"/>
              <a:ext cx="51127" cy="35107"/>
            </a:xfrm>
            <a:custGeom>
              <a:rect b="b" l="l" r="r" t="t"/>
              <a:pathLst>
                <a:path extrusionOk="0" h="35107" w="51127">
                  <a:moveTo>
                    <a:pt x="15313" y="34980"/>
                  </a:moveTo>
                  <a:lnTo>
                    <a:pt x="581" y="29265"/>
                  </a:lnTo>
                  <a:cubicBezTo>
                    <a:pt x="-1959" y="12374"/>
                    <a:pt x="4137" y="4119"/>
                    <a:pt x="12900" y="2849"/>
                  </a:cubicBezTo>
                  <a:lnTo>
                    <a:pt x="25727" y="817"/>
                  </a:lnTo>
                  <a:cubicBezTo>
                    <a:pt x="40840" y="-2231"/>
                    <a:pt x="49476" y="3611"/>
                    <a:pt x="51127" y="12374"/>
                  </a:cubicBezTo>
                  <a:lnTo>
                    <a:pt x="47063" y="29646"/>
                  </a:lnTo>
                  <a:cubicBezTo>
                    <a:pt x="31442" y="32694"/>
                    <a:pt x="24584" y="33837"/>
                    <a:pt x="17726" y="34853"/>
                  </a:cubicBezTo>
                  <a:lnTo>
                    <a:pt x="16075" y="35107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21"/>
            <p:cNvSpPr/>
            <p:nvPr/>
          </p:nvSpPr>
          <p:spPr>
            <a:xfrm>
              <a:off x="264287" y="174137"/>
              <a:ext cx="43688" cy="34016"/>
            </a:xfrm>
            <a:custGeom>
              <a:rect b="b" l="l" r="r" t="t"/>
              <a:pathLst>
                <a:path extrusionOk="0" h="34016" w="43688">
                  <a:moveTo>
                    <a:pt x="15494" y="34016"/>
                  </a:moveTo>
                  <a:lnTo>
                    <a:pt x="381" y="27920"/>
                  </a:lnTo>
                  <a:cubicBezTo>
                    <a:pt x="-1651" y="10775"/>
                    <a:pt x="4699" y="2774"/>
                    <a:pt x="13589" y="1631"/>
                  </a:cubicBezTo>
                  <a:lnTo>
                    <a:pt x="25654" y="107"/>
                  </a:lnTo>
                  <a:cubicBezTo>
                    <a:pt x="34544" y="-909"/>
                    <a:pt x="42545" y="5441"/>
                    <a:pt x="43688" y="14331"/>
                  </a:cubicBezTo>
                  <a:lnTo>
                    <a:pt x="38354" y="31222"/>
                  </a:lnTo>
                  <a:lnTo>
                    <a:pt x="17399" y="33762"/>
                  </a:lnTo>
                  <a:lnTo>
                    <a:pt x="16129" y="3388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21"/>
            <p:cNvSpPr/>
            <p:nvPr/>
          </p:nvSpPr>
          <p:spPr>
            <a:xfrm>
              <a:off x="63500" y="63500"/>
              <a:ext cx="746506" cy="842391"/>
            </a:xfrm>
            <a:custGeom>
              <a:rect b="b" l="l" r="r" t="t"/>
              <a:pathLst>
                <a:path extrusionOk="0" h="842391" w="746506">
                  <a:moveTo>
                    <a:pt x="421132" y="842264"/>
                  </a:moveTo>
                  <a:cubicBezTo>
                    <a:pt x="188976" y="842264"/>
                    <a:pt x="0" y="653415"/>
                    <a:pt x="0" y="421132"/>
                  </a:cubicBezTo>
                  <a:cubicBezTo>
                    <a:pt x="0" y="188849"/>
                    <a:pt x="188976" y="0"/>
                    <a:pt x="421132" y="0"/>
                  </a:cubicBezTo>
                  <a:cubicBezTo>
                    <a:pt x="544449" y="0"/>
                    <a:pt x="661162" y="53975"/>
                    <a:pt x="741553" y="148082"/>
                  </a:cubicBezTo>
                  <a:lnTo>
                    <a:pt x="746506" y="165100"/>
                  </a:lnTo>
                  <a:cubicBezTo>
                    <a:pt x="732917" y="176657"/>
                    <a:pt x="722630" y="175895"/>
                    <a:pt x="716915" y="169164"/>
                  </a:cubicBezTo>
                  <a:cubicBezTo>
                    <a:pt x="642747" y="82169"/>
                    <a:pt x="534924" y="32385"/>
                    <a:pt x="421132" y="32385"/>
                  </a:cubicBezTo>
                  <a:cubicBezTo>
                    <a:pt x="206756" y="32385"/>
                    <a:pt x="32385" y="206756"/>
                    <a:pt x="32385" y="421132"/>
                  </a:cubicBezTo>
                  <a:cubicBezTo>
                    <a:pt x="32385" y="635508"/>
                    <a:pt x="206756" y="809879"/>
                    <a:pt x="421132" y="809879"/>
                  </a:cubicBezTo>
                  <a:cubicBezTo>
                    <a:pt x="531749" y="809879"/>
                    <a:pt x="637540" y="762381"/>
                    <a:pt x="711327" y="679577"/>
                  </a:cubicBezTo>
                  <a:lnTo>
                    <a:pt x="727583" y="672338"/>
                  </a:lnTo>
                  <a:cubicBezTo>
                    <a:pt x="740918" y="684276"/>
                    <a:pt x="741553" y="694436"/>
                    <a:pt x="735584" y="701167"/>
                  </a:cubicBezTo>
                  <a:cubicBezTo>
                    <a:pt x="655574" y="790956"/>
                    <a:pt x="541020" y="842391"/>
                    <a:pt x="421259" y="84239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21"/>
            <p:cNvSpPr/>
            <p:nvPr/>
          </p:nvSpPr>
          <p:spPr>
            <a:xfrm>
              <a:off x="792480" y="63500"/>
              <a:ext cx="259207" cy="971804"/>
            </a:xfrm>
            <a:custGeom>
              <a:rect b="b" l="l" r="r" t="t"/>
              <a:pathLst>
                <a:path extrusionOk="0" h="971804" w="259207">
                  <a:moveTo>
                    <a:pt x="129540" y="32385"/>
                  </a:moveTo>
                  <a:cubicBezTo>
                    <a:pt x="102743" y="32385"/>
                    <a:pt x="80899" y="54229"/>
                    <a:pt x="80899" y="81026"/>
                  </a:cubicBezTo>
                  <a:lnTo>
                    <a:pt x="80899" y="749300"/>
                  </a:lnTo>
                  <a:cubicBezTo>
                    <a:pt x="80899" y="754507"/>
                    <a:pt x="78359" y="759460"/>
                    <a:pt x="74041" y="762508"/>
                  </a:cubicBezTo>
                  <a:cubicBezTo>
                    <a:pt x="47498" y="781177"/>
                    <a:pt x="32385" y="810260"/>
                    <a:pt x="32385" y="842264"/>
                  </a:cubicBezTo>
                  <a:cubicBezTo>
                    <a:pt x="32385" y="895858"/>
                    <a:pt x="75946" y="939419"/>
                    <a:pt x="129540" y="939419"/>
                  </a:cubicBezTo>
                  <a:cubicBezTo>
                    <a:pt x="183134" y="939419"/>
                    <a:pt x="226695" y="895858"/>
                    <a:pt x="226695" y="842264"/>
                  </a:cubicBezTo>
                  <a:cubicBezTo>
                    <a:pt x="226695" y="810260"/>
                    <a:pt x="211455" y="781177"/>
                    <a:pt x="185039" y="762508"/>
                  </a:cubicBezTo>
                  <a:lnTo>
                    <a:pt x="178181" y="754507"/>
                  </a:lnTo>
                  <a:lnTo>
                    <a:pt x="178181" y="81026"/>
                  </a:lnTo>
                  <a:cubicBezTo>
                    <a:pt x="178181" y="54229"/>
                    <a:pt x="156337" y="32385"/>
                    <a:pt x="129540" y="32385"/>
                  </a:cubicBezTo>
                  <a:moveTo>
                    <a:pt x="129540" y="971804"/>
                  </a:moveTo>
                  <a:cubicBezTo>
                    <a:pt x="58039" y="971804"/>
                    <a:pt x="0" y="913638"/>
                    <a:pt x="0" y="842264"/>
                  </a:cubicBezTo>
                  <a:cubicBezTo>
                    <a:pt x="0" y="802386"/>
                    <a:pt x="17653" y="766064"/>
                    <a:pt x="48641" y="741172"/>
                  </a:cubicBezTo>
                  <a:lnTo>
                    <a:pt x="48641" y="81026"/>
                  </a:lnTo>
                  <a:cubicBezTo>
                    <a:pt x="48514" y="36322"/>
                    <a:pt x="84836" y="0"/>
                    <a:pt x="129540" y="0"/>
                  </a:cubicBezTo>
                  <a:cubicBezTo>
                    <a:pt x="174244" y="0"/>
                    <a:pt x="210566" y="36322"/>
                    <a:pt x="210566" y="81026"/>
                  </a:cubicBezTo>
                  <a:lnTo>
                    <a:pt x="210566" y="741172"/>
                  </a:lnTo>
                  <a:cubicBezTo>
                    <a:pt x="241554" y="766064"/>
                    <a:pt x="259207" y="802386"/>
                    <a:pt x="259207" y="842264"/>
                  </a:cubicBezTo>
                  <a:cubicBezTo>
                    <a:pt x="259207" y="913765"/>
                    <a:pt x="201041" y="971804"/>
                    <a:pt x="129667" y="97180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21"/>
            <p:cNvSpPr/>
            <p:nvPr/>
          </p:nvSpPr>
          <p:spPr>
            <a:xfrm>
              <a:off x="938276" y="355092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21"/>
            <p:cNvSpPr/>
            <p:nvPr/>
          </p:nvSpPr>
          <p:spPr>
            <a:xfrm>
              <a:off x="938276" y="257937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21"/>
            <p:cNvSpPr/>
            <p:nvPr/>
          </p:nvSpPr>
          <p:spPr>
            <a:xfrm>
              <a:off x="938276" y="549402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21"/>
            <p:cNvSpPr/>
            <p:nvPr/>
          </p:nvSpPr>
          <p:spPr>
            <a:xfrm>
              <a:off x="938276" y="452247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21"/>
            <p:cNvSpPr/>
            <p:nvPr/>
          </p:nvSpPr>
          <p:spPr>
            <a:xfrm>
              <a:off x="938276" y="743839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21"/>
            <p:cNvSpPr/>
            <p:nvPr/>
          </p:nvSpPr>
          <p:spPr>
            <a:xfrm>
              <a:off x="938276" y="646684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6" name="Google Shape;1106;p21"/>
          <p:cNvSpPr/>
          <p:nvPr/>
        </p:nvSpPr>
        <p:spPr>
          <a:xfrm>
            <a:off x="233877" y="502191"/>
            <a:ext cx="608364" cy="610534"/>
          </a:xfrm>
          <a:custGeom>
            <a:rect b="b" l="l" r="r" t="t"/>
            <a:pathLst>
              <a:path extrusionOk="0" h="939283" w="935944">
                <a:moveTo>
                  <a:pt x="594308" y="304156"/>
                </a:moveTo>
                <a:cubicBezTo>
                  <a:pt x="562304" y="328794"/>
                  <a:pt x="536650" y="358512"/>
                  <a:pt x="515060" y="395850"/>
                </a:cubicBezTo>
                <a:lnTo>
                  <a:pt x="522934" y="395596"/>
                </a:lnTo>
                <a:cubicBezTo>
                  <a:pt x="536523" y="387976"/>
                  <a:pt x="547953" y="381118"/>
                  <a:pt x="559256" y="374387"/>
                </a:cubicBezTo>
                <a:lnTo>
                  <a:pt x="562177" y="372355"/>
                </a:lnTo>
                <a:cubicBezTo>
                  <a:pt x="576147" y="350003"/>
                  <a:pt x="587069" y="328032"/>
                  <a:pt x="594308" y="304156"/>
                </a:cubicBezTo>
                <a:moveTo>
                  <a:pt x="385774" y="620259"/>
                </a:moveTo>
                <a:cubicBezTo>
                  <a:pt x="338784" y="635118"/>
                  <a:pt x="293826" y="676901"/>
                  <a:pt x="284682" y="713477"/>
                </a:cubicBezTo>
                <a:cubicBezTo>
                  <a:pt x="324560" y="689474"/>
                  <a:pt x="357834" y="659121"/>
                  <a:pt x="385774" y="620259"/>
                </a:cubicBezTo>
                <a:moveTo>
                  <a:pt x="626312" y="347209"/>
                </a:moveTo>
                <a:cubicBezTo>
                  <a:pt x="636218" y="344034"/>
                  <a:pt x="646632" y="342891"/>
                  <a:pt x="655522" y="335017"/>
                </a:cubicBezTo>
                <a:cubicBezTo>
                  <a:pt x="675715" y="317110"/>
                  <a:pt x="694257" y="297806"/>
                  <a:pt x="709243" y="275454"/>
                </a:cubicBezTo>
                <a:lnTo>
                  <a:pt x="730452" y="240910"/>
                </a:lnTo>
                <a:cubicBezTo>
                  <a:pt x="729690" y="239894"/>
                  <a:pt x="728928" y="238878"/>
                  <a:pt x="728166" y="237862"/>
                </a:cubicBezTo>
                <a:lnTo>
                  <a:pt x="664031" y="260341"/>
                </a:lnTo>
                <a:cubicBezTo>
                  <a:pt x="654379" y="263643"/>
                  <a:pt x="649934" y="269485"/>
                  <a:pt x="647394" y="279518"/>
                </a:cubicBezTo>
                <a:lnTo>
                  <a:pt x="626312" y="347209"/>
                </a:lnTo>
                <a:moveTo>
                  <a:pt x="325322" y="574666"/>
                </a:moveTo>
                <a:lnTo>
                  <a:pt x="243661" y="575428"/>
                </a:lnTo>
                <a:cubicBezTo>
                  <a:pt x="176605" y="571745"/>
                  <a:pt x="155142" y="570094"/>
                  <a:pt x="98627" y="534026"/>
                </a:cubicBezTo>
                <a:cubicBezTo>
                  <a:pt x="87451" y="526914"/>
                  <a:pt x="84530" y="514341"/>
                  <a:pt x="91007" y="503927"/>
                </a:cubicBezTo>
                <a:cubicBezTo>
                  <a:pt x="97611" y="493386"/>
                  <a:pt x="110311" y="490465"/>
                  <a:pt x="121995" y="497831"/>
                </a:cubicBezTo>
                <a:cubicBezTo>
                  <a:pt x="161238" y="522469"/>
                  <a:pt x="163397" y="519929"/>
                  <a:pt x="209117" y="528057"/>
                </a:cubicBezTo>
                <a:cubicBezTo>
                  <a:pt x="251916" y="535677"/>
                  <a:pt x="294715" y="535042"/>
                  <a:pt x="337387" y="526787"/>
                </a:cubicBezTo>
                <a:lnTo>
                  <a:pt x="340562" y="525771"/>
                </a:lnTo>
                <a:lnTo>
                  <a:pt x="340308" y="518786"/>
                </a:lnTo>
                <a:cubicBezTo>
                  <a:pt x="285444" y="459985"/>
                  <a:pt x="221055" y="423790"/>
                  <a:pt x="144855" y="409820"/>
                </a:cubicBezTo>
                <a:cubicBezTo>
                  <a:pt x="122249" y="405756"/>
                  <a:pt x="45668" y="401819"/>
                  <a:pt x="22681" y="400168"/>
                </a:cubicBezTo>
                <a:lnTo>
                  <a:pt x="5790" y="396485"/>
                </a:lnTo>
                <a:cubicBezTo>
                  <a:pt x="-1957" y="379975"/>
                  <a:pt x="-1195" y="372482"/>
                  <a:pt x="3758" y="365624"/>
                </a:cubicBezTo>
                <a:lnTo>
                  <a:pt x="15569" y="356988"/>
                </a:lnTo>
                <a:cubicBezTo>
                  <a:pt x="86943" y="356353"/>
                  <a:pt x="200354" y="373879"/>
                  <a:pt x="257123" y="402200"/>
                </a:cubicBezTo>
                <a:cubicBezTo>
                  <a:pt x="286968" y="417059"/>
                  <a:pt x="314400" y="435474"/>
                  <a:pt x="339546" y="457445"/>
                </a:cubicBezTo>
                <a:lnTo>
                  <a:pt x="343483" y="460493"/>
                </a:lnTo>
                <a:lnTo>
                  <a:pt x="353135" y="448936"/>
                </a:lnTo>
                <a:cubicBezTo>
                  <a:pt x="331037" y="426203"/>
                  <a:pt x="318083" y="415408"/>
                  <a:pt x="302335" y="407153"/>
                </a:cubicBezTo>
                <a:lnTo>
                  <a:pt x="253440" y="376165"/>
                </a:lnTo>
                <a:cubicBezTo>
                  <a:pt x="234263" y="366513"/>
                  <a:pt x="214070" y="357750"/>
                  <a:pt x="193369" y="353051"/>
                </a:cubicBezTo>
                <a:lnTo>
                  <a:pt x="115518" y="343399"/>
                </a:lnTo>
                <a:cubicBezTo>
                  <a:pt x="101421" y="342002"/>
                  <a:pt x="92150" y="335525"/>
                  <a:pt x="91134" y="323714"/>
                </a:cubicBezTo>
                <a:cubicBezTo>
                  <a:pt x="89864" y="310633"/>
                  <a:pt x="99008" y="299584"/>
                  <a:pt x="112724" y="300219"/>
                </a:cubicBezTo>
                <a:lnTo>
                  <a:pt x="176478" y="304791"/>
                </a:lnTo>
                <a:cubicBezTo>
                  <a:pt x="179018" y="304918"/>
                  <a:pt x="181558" y="305426"/>
                  <a:pt x="185495" y="305807"/>
                </a:cubicBezTo>
                <a:lnTo>
                  <a:pt x="183082" y="301235"/>
                </a:lnTo>
                <a:cubicBezTo>
                  <a:pt x="171144" y="279264"/>
                  <a:pt x="136219" y="207890"/>
                  <a:pt x="125932" y="187316"/>
                </a:cubicBezTo>
                <a:cubicBezTo>
                  <a:pt x="118566" y="172457"/>
                  <a:pt x="123011" y="159630"/>
                  <a:pt x="135584" y="154550"/>
                </a:cubicBezTo>
                <a:cubicBezTo>
                  <a:pt x="147903" y="149597"/>
                  <a:pt x="159079" y="155312"/>
                  <a:pt x="165429" y="170171"/>
                </a:cubicBezTo>
                <a:cubicBezTo>
                  <a:pt x="178383" y="200397"/>
                  <a:pt x="218769" y="279391"/>
                  <a:pt x="240613" y="304029"/>
                </a:cubicBezTo>
                <a:cubicBezTo>
                  <a:pt x="254837" y="320031"/>
                  <a:pt x="269950" y="334509"/>
                  <a:pt x="289762" y="344161"/>
                </a:cubicBezTo>
                <a:lnTo>
                  <a:pt x="331164" y="370704"/>
                </a:lnTo>
                <a:cubicBezTo>
                  <a:pt x="350468" y="385436"/>
                  <a:pt x="373074" y="390897"/>
                  <a:pt x="395680" y="396358"/>
                </a:cubicBezTo>
                <a:lnTo>
                  <a:pt x="406983" y="391786"/>
                </a:lnTo>
                <a:cubicBezTo>
                  <a:pt x="420445" y="388230"/>
                  <a:pt x="421715" y="383277"/>
                  <a:pt x="422985" y="376546"/>
                </a:cubicBezTo>
                <a:cubicBezTo>
                  <a:pt x="425271" y="364608"/>
                  <a:pt x="423620" y="353813"/>
                  <a:pt x="420064" y="342129"/>
                </a:cubicBezTo>
                <a:lnTo>
                  <a:pt x="401522" y="266818"/>
                </a:lnTo>
                <a:cubicBezTo>
                  <a:pt x="400633" y="263008"/>
                  <a:pt x="399490" y="258944"/>
                  <a:pt x="397458" y="255642"/>
                </a:cubicBezTo>
                <a:cubicBezTo>
                  <a:pt x="373709" y="217034"/>
                  <a:pt x="343229" y="184649"/>
                  <a:pt x="306526" y="158233"/>
                </a:cubicBezTo>
                <a:lnTo>
                  <a:pt x="297509" y="150740"/>
                </a:lnTo>
                <a:cubicBezTo>
                  <a:pt x="290143" y="137659"/>
                  <a:pt x="293064" y="127118"/>
                  <a:pt x="300430" y="120895"/>
                </a:cubicBezTo>
                <a:cubicBezTo>
                  <a:pt x="307796" y="114672"/>
                  <a:pt x="318591" y="113402"/>
                  <a:pt x="326846" y="120006"/>
                </a:cubicBezTo>
                <a:lnTo>
                  <a:pt x="387298" y="171568"/>
                </a:lnTo>
                <a:cubicBezTo>
                  <a:pt x="391997" y="175632"/>
                  <a:pt x="395934" y="180712"/>
                  <a:pt x="400887" y="186173"/>
                </a:cubicBezTo>
                <a:lnTo>
                  <a:pt x="408380" y="148200"/>
                </a:lnTo>
                <a:cubicBezTo>
                  <a:pt x="412317" y="133214"/>
                  <a:pt x="446099" y="30217"/>
                  <a:pt x="451306" y="15612"/>
                </a:cubicBezTo>
                <a:cubicBezTo>
                  <a:pt x="455751" y="2658"/>
                  <a:pt x="467562" y="-2803"/>
                  <a:pt x="479373" y="1388"/>
                </a:cubicBezTo>
                <a:cubicBezTo>
                  <a:pt x="490930" y="5579"/>
                  <a:pt x="496264" y="17644"/>
                  <a:pt x="491438" y="30725"/>
                </a:cubicBezTo>
                <a:cubicBezTo>
                  <a:pt x="478484" y="66285"/>
                  <a:pt x="442543" y="190872"/>
                  <a:pt x="442416" y="228845"/>
                </a:cubicBezTo>
                <a:cubicBezTo>
                  <a:pt x="442289" y="243069"/>
                  <a:pt x="445337" y="255515"/>
                  <a:pt x="454354" y="267580"/>
                </a:cubicBezTo>
                <a:lnTo>
                  <a:pt x="457148" y="262119"/>
                </a:lnTo>
                <a:cubicBezTo>
                  <a:pt x="486104" y="203064"/>
                  <a:pt x="491565" y="184903"/>
                  <a:pt x="541730" y="147057"/>
                </a:cubicBezTo>
                <a:lnTo>
                  <a:pt x="557224" y="139437"/>
                </a:lnTo>
                <a:cubicBezTo>
                  <a:pt x="573480" y="147057"/>
                  <a:pt x="577544" y="153153"/>
                  <a:pt x="578179" y="161154"/>
                </a:cubicBezTo>
                <a:lnTo>
                  <a:pt x="574242" y="176902"/>
                </a:lnTo>
                <a:cubicBezTo>
                  <a:pt x="534364" y="206747"/>
                  <a:pt x="540587" y="207255"/>
                  <a:pt x="518362" y="241418"/>
                </a:cubicBezTo>
                <a:cubicBezTo>
                  <a:pt x="502741" y="265421"/>
                  <a:pt x="490422" y="291075"/>
                  <a:pt x="480770" y="318126"/>
                </a:cubicBezTo>
                <a:lnTo>
                  <a:pt x="477214" y="334128"/>
                </a:lnTo>
                <a:cubicBezTo>
                  <a:pt x="481786" y="348352"/>
                  <a:pt x="482802" y="354448"/>
                  <a:pt x="484326" y="361052"/>
                </a:cubicBezTo>
                <a:lnTo>
                  <a:pt x="514679" y="321047"/>
                </a:lnTo>
                <a:cubicBezTo>
                  <a:pt x="540333" y="289805"/>
                  <a:pt x="570686" y="263643"/>
                  <a:pt x="605357" y="242815"/>
                </a:cubicBezTo>
                <a:lnTo>
                  <a:pt x="613104" y="236719"/>
                </a:lnTo>
                <a:cubicBezTo>
                  <a:pt x="613485" y="207128"/>
                  <a:pt x="614247" y="139564"/>
                  <a:pt x="614882" y="116069"/>
                </a:cubicBezTo>
                <a:lnTo>
                  <a:pt x="614501" y="111497"/>
                </a:lnTo>
                <a:cubicBezTo>
                  <a:pt x="614120" y="95622"/>
                  <a:pt x="622756" y="85716"/>
                  <a:pt x="635075" y="85208"/>
                </a:cubicBezTo>
                <a:cubicBezTo>
                  <a:pt x="647013" y="84700"/>
                  <a:pt x="656919" y="93590"/>
                  <a:pt x="657554" y="106671"/>
                </a:cubicBezTo>
                <a:cubicBezTo>
                  <a:pt x="658316" y="126483"/>
                  <a:pt x="658316" y="190237"/>
                  <a:pt x="658570" y="210176"/>
                </a:cubicBezTo>
                <a:lnTo>
                  <a:pt x="658570" y="212970"/>
                </a:lnTo>
                <a:lnTo>
                  <a:pt x="666952" y="212462"/>
                </a:lnTo>
                <a:cubicBezTo>
                  <a:pt x="687780" y="206366"/>
                  <a:pt x="704544" y="201159"/>
                  <a:pt x="721689" y="196968"/>
                </a:cubicBezTo>
                <a:cubicBezTo>
                  <a:pt x="743406" y="191761"/>
                  <a:pt x="755725" y="204842"/>
                  <a:pt x="750391" y="227194"/>
                </a:cubicBezTo>
                <a:lnTo>
                  <a:pt x="754201" y="228210"/>
                </a:lnTo>
                <a:cubicBezTo>
                  <a:pt x="770330" y="233544"/>
                  <a:pt x="776553" y="247133"/>
                  <a:pt x="768679" y="260595"/>
                </a:cubicBezTo>
                <a:lnTo>
                  <a:pt x="730452" y="320158"/>
                </a:lnTo>
                <a:cubicBezTo>
                  <a:pt x="728166" y="323714"/>
                  <a:pt x="725118" y="326889"/>
                  <a:pt x="721308" y="331461"/>
                </a:cubicBezTo>
                <a:lnTo>
                  <a:pt x="727912" y="331842"/>
                </a:lnTo>
                <a:cubicBezTo>
                  <a:pt x="760043" y="331969"/>
                  <a:pt x="757757" y="329810"/>
                  <a:pt x="786586" y="336668"/>
                </a:cubicBezTo>
                <a:cubicBezTo>
                  <a:pt x="800683" y="339970"/>
                  <a:pt x="808049" y="350511"/>
                  <a:pt x="805255" y="362957"/>
                </a:cubicBezTo>
                <a:cubicBezTo>
                  <a:pt x="802461" y="375403"/>
                  <a:pt x="791412" y="382007"/>
                  <a:pt x="777188" y="378832"/>
                </a:cubicBezTo>
                <a:cubicBezTo>
                  <a:pt x="731595" y="368672"/>
                  <a:pt x="717244" y="372101"/>
                  <a:pt x="671270" y="381245"/>
                </a:cubicBezTo>
                <a:lnTo>
                  <a:pt x="663142" y="384039"/>
                </a:lnTo>
                <a:cubicBezTo>
                  <a:pt x="635329" y="403089"/>
                  <a:pt x="609421" y="416678"/>
                  <a:pt x="581735" y="427092"/>
                </a:cubicBezTo>
                <a:lnTo>
                  <a:pt x="572591" y="432807"/>
                </a:lnTo>
                <a:lnTo>
                  <a:pt x="567257" y="442840"/>
                </a:lnTo>
                <a:cubicBezTo>
                  <a:pt x="570051" y="451857"/>
                  <a:pt x="574242" y="457572"/>
                  <a:pt x="575131" y="463922"/>
                </a:cubicBezTo>
                <a:cubicBezTo>
                  <a:pt x="576782" y="474463"/>
                  <a:pt x="583513" y="479416"/>
                  <a:pt x="591895" y="483988"/>
                </a:cubicBezTo>
                <a:cubicBezTo>
                  <a:pt x="670254" y="527549"/>
                  <a:pt x="815161" y="520691"/>
                  <a:pt x="900378" y="493132"/>
                </a:cubicBezTo>
                <a:lnTo>
                  <a:pt x="904696" y="491608"/>
                </a:lnTo>
                <a:cubicBezTo>
                  <a:pt x="919428" y="487290"/>
                  <a:pt x="930985" y="492878"/>
                  <a:pt x="934795" y="504435"/>
                </a:cubicBezTo>
                <a:cubicBezTo>
                  <a:pt x="938478" y="515611"/>
                  <a:pt x="933144" y="527549"/>
                  <a:pt x="921079" y="531359"/>
                </a:cubicBezTo>
                <a:lnTo>
                  <a:pt x="865326" y="546599"/>
                </a:lnTo>
                <a:cubicBezTo>
                  <a:pt x="855293" y="549012"/>
                  <a:pt x="782014" y="564633"/>
                  <a:pt x="770203" y="566411"/>
                </a:cubicBezTo>
                <a:lnTo>
                  <a:pt x="775410" y="570602"/>
                </a:lnTo>
                <a:cubicBezTo>
                  <a:pt x="794206" y="587747"/>
                  <a:pt x="811351" y="602733"/>
                  <a:pt x="827607" y="618735"/>
                </a:cubicBezTo>
                <a:cubicBezTo>
                  <a:pt x="839037" y="630038"/>
                  <a:pt x="838910" y="643246"/>
                  <a:pt x="829131" y="652263"/>
                </a:cubicBezTo>
                <a:cubicBezTo>
                  <a:pt x="819352" y="661280"/>
                  <a:pt x="806525" y="659756"/>
                  <a:pt x="795730" y="647818"/>
                </a:cubicBezTo>
                <a:cubicBezTo>
                  <a:pt x="747470" y="594859"/>
                  <a:pt x="688161" y="561712"/>
                  <a:pt x="617676" y="548631"/>
                </a:cubicBezTo>
                <a:lnTo>
                  <a:pt x="580846" y="544186"/>
                </a:lnTo>
                <a:cubicBezTo>
                  <a:pt x="573988" y="543297"/>
                  <a:pt x="570559" y="545710"/>
                  <a:pt x="569924" y="552949"/>
                </a:cubicBezTo>
                <a:lnTo>
                  <a:pt x="616787" y="563109"/>
                </a:lnTo>
                <a:cubicBezTo>
                  <a:pt x="694003" y="583175"/>
                  <a:pt x="813383" y="677663"/>
                  <a:pt x="866596" y="736972"/>
                </a:cubicBezTo>
                <a:cubicBezTo>
                  <a:pt x="876121" y="747513"/>
                  <a:pt x="875994" y="760848"/>
                  <a:pt x="866596" y="769357"/>
                </a:cubicBezTo>
                <a:cubicBezTo>
                  <a:pt x="857071" y="777993"/>
                  <a:pt x="844371" y="776977"/>
                  <a:pt x="834465" y="765928"/>
                </a:cubicBezTo>
                <a:cubicBezTo>
                  <a:pt x="795984" y="723002"/>
                  <a:pt x="695781" y="637023"/>
                  <a:pt x="641933" y="616449"/>
                </a:cubicBezTo>
                <a:cubicBezTo>
                  <a:pt x="611580" y="604892"/>
                  <a:pt x="580084" y="598034"/>
                  <a:pt x="547826" y="594732"/>
                </a:cubicBezTo>
                <a:lnTo>
                  <a:pt x="533856" y="594732"/>
                </a:lnTo>
                <a:cubicBezTo>
                  <a:pt x="523442" y="603622"/>
                  <a:pt x="518108" y="606035"/>
                  <a:pt x="512901" y="609210"/>
                </a:cubicBezTo>
                <a:cubicBezTo>
                  <a:pt x="533348" y="642865"/>
                  <a:pt x="558494" y="671948"/>
                  <a:pt x="588593" y="696713"/>
                </a:cubicBezTo>
                <a:cubicBezTo>
                  <a:pt x="626820" y="728082"/>
                  <a:pt x="654633" y="741163"/>
                  <a:pt x="702131" y="754752"/>
                </a:cubicBezTo>
                <a:cubicBezTo>
                  <a:pt x="716736" y="758943"/>
                  <a:pt x="723594" y="770246"/>
                  <a:pt x="719657" y="782565"/>
                </a:cubicBezTo>
                <a:cubicBezTo>
                  <a:pt x="715720" y="794884"/>
                  <a:pt x="704417" y="800218"/>
                  <a:pt x="690320" y="796281"/>
                </a:cubicBezTo>
                <a:cubicBezTo>
                  <a:pt x="654887" y="786375"/>
                  <a:pt x="636599" y="780914"/>
                  <a:pt x="605103" y="761610"/>
                </a:cubicBezTo>
                <a:cubicBezTo>
                  <a:pt x="562304" y="735321"/>
                  <a:pt x="525982" y="701920"/>
                  <a:pt x="496010" y="661661"/>
                </a:cubicBezTo>
                <a:lnTo>
                  <a:pt x="493851" y="658994"/>
                </a:lnTo>
                <a:lnTo>
                  <a:pt x="496518" y="672837"/>
                </a:lnTo>
                <a:cubicBezTo>
                  <a:pt x="528141" y="745227"/>
                  <a:pt x="623264" y="846065"/>
                  <a:pt x="684732" y="882006"/>
                </a:cubicBezTo>
                <a:lnTo>
                  <a:pt x="686764" y="883149"/>
                </a:lnTo>
                <a:cubicBezTo>
                  <a:pt x="700353" y="891277"/>
                  <a:pt x="704290" y="903215"/>
                  <a:pt x="697940" y="914391"/>
                </a:cubicBezTo>
                <a:cubicBezTo>
                  <a:pt x="691590" y="925567"/>
                  <a:pt x="678763" y="929123"/>
                  <a:pt x="666444" y="921249"/>
                </a:cubicBezTo>
                <a:lnTo>
                  <a:pt x="611707" y="883403"/>
                </a:lnTo>
                <a:cubicBezTo>
                  <a:pt x="577544" y="856098"/>
                  <a:pt x="500201" y="772405"/>
                  <a:pt x="478357" y="734559"/>
                </a:cubicBezTo>
                <a:lnTo>
                  <a:pt x="476325" y="731384"/>
                </a:lnTo>
                <a:cubicBezTo>
                  <a:pt x="474166" y="742306"/>
                  <a:pt x="474420" y="754498"/>
                  <a:pt x="474039" y="766817"/>
                </a:cubicBezTo>
                <a:cubicBezTo>
                  <a:pt x="472769" y="811394"/>
                  <a:pt x="463752" y="854320"/>
                  <a:pt x="447623" y="895849"/>
                </a:cubicBezTo>
                <a:cubicBezTo>
                  <a:pt x="442670" y="908549"/>
                  <a:pt x="430478" y="913883"/>
                  <a:pt x="418921" y="909311"/>
                </a:cubicBezTo>
                <a:cubicBezTo>
                  <a:pt x="407872" y="904866"/>
                  <a:pt x="403046" y="893055"/>
                  <a:pt x="407237" y="880482"/>
                </a:cubicBezTo>
                <a:lnTo>
                  <a:pt x="410031" y="872862"/>
                </a:lnTo>
                <a:cubicBezTo>
                  <a:pt x="412571" y="865242"/>
                  <a:pt x="413714" y="861432"/>
                  <a:pt x="415746" y="855209"/>
                </a:cubicBezTo>
                <a:cubicBezTo>
                  <a:pt x="404697" y="869179"/>
                  <a:pt x="359485" y="916804"/>
                  <a:pt x="349833" y="928742"/>
                </a:cubicBezTo>
                <a:lnTo>
                  <a:pt x="337514" y="939283"/>
                </a:lnTo>
                <a:cubicBezTo>
                  <a:pt x="311479" y="934965"/>
                  <a:pt x="305256" y="916423"/>
                  <a:pt x="315797" y="901818"/>
                </a:cubicBezTo>
                <a:cubicBezTo>
                  <a:pt x="329894" y="882514"/>
                  <a:pt x="380186" y="827777"/>
                  <a:pt x="392505" y="807457"/>
                </a:cubicBezTo>
                <a:cubicBezTo>
                  <a:pt x="410158" y="777993"/>
                  <a:pt x="421842" y="745735"/>
                  <a:pt x="425906" y="711699"/>
                </a:cubicBezTo>
                <a:cubicBezTo>
                  <a:pt x="427684" y="696586"/>
                  <a:pt x="422096" y="680584"/>
                  <a:pt x="419556" y="664963"/>
                </a:cubicBezTo>
                <a:lnTo>
                  <a:pt x="417397" y="657851"/>
                </a:lnTo>
                <a:lnTo>
                  <a:pt x="412190" y="657343"/>
                </a:lnTo>
                <a:cubicBezTo>
                  <a:pt x="371931" y="708397"/>
                  <a:pt x="323925" y="745989"/>
                  <a:pt x="266648" y="771389"/>
                </a:cubicBezTo>
                <a:lnTo>
                  <a:pt x="257758" y="776596"/>
                </a:lnTo>
                <a:cubicBezTo>
                  <a:pt x="254583" y="797424"/>
                  <a:pt x="251789" y="811902"/>
                  <a:pt x="248868" y="826253"/>
                </a:cubicBezTo>
                <a:cubicBezTo>
                  <a:pt x="246328" y="838699"/>
                  <a:pt x="234898" y="846192"/>
                  <a:pt x="223214" y="843525"/>
                </a:cubicBezTo>
                <a:cubicBezTo>
                  <a:pt x="212546" y="841112"/>
                  <a:pt x="205688" y="831968"/>
                  <a:pt x="206577" y="820411"/>
                </a:cubicBezTo>
                <a:lnTo>
                  <a:pt x="210260" y="791201"/>
                </a:lnTo>
                <a:cubicBezTo>
                  <a:pt x="204926" y="793106"/>
                  <a:pt x="200100" y="794249"/>
                  <a:pt x="195782" y="796535"/>
                </a:cubicBezTo>
                <a:cubicBezTo>
                  <a:pt x="184225" y="802377"/>
                  <a:pt x="172668" y="799583"/>
                  <a:pt x="164667" y="788407"/>
                </a:cubicBezTo>
                <a:cubicBezTo>
                  <a:pt x="157936" y="779136"/>
                  <a:pt x="159206" y="767960"/>
                  <a:pt x="167715" y="759451"/>
                </a:cubicBezTo>
                <a:lnTo>
                  <a:pt x="172160" y="754879"/>
                </a:lnTo>
                <a:cubicBezTo>
                  <a:pt x="196163" y="712334"/>
                  <a:pt x="224357" y="677282"/>
                  <a:pt x="259028" y="647310"/>
                </a:cubicBezTo>
                <a:lnTo>
                  <a:pt x="261695" y="646167"/>
                </a:lnTo>
                <a:lnTo>
                  <a:pt x="261314" y="643373"/>
                </a:lnTo>
                <a:lnTo>
                  <a:pt x="219023" y="648961"/>
                </a:lnTo>
                <a:cubicBezTo>
                  <a:pt x="167207" y="653914"/>
                  <a:pt x="85292" y="648326"/>
                  <a:pt x="35889" y="631435"/>
                </a:cubicBezTo>
                <a:cubicBezTo>
                  <a:pt x="23189" y="627117"/>
                  <a:pt x="17093" y="615941"/>
                  <a:pt x="20649" y="604511"/>
                </a:cubicBezTo>
                <a:cubicBezTo>
                  <a:pt x="24459" y="592192"/>
                  <a:pt x="36270" y="586350"/>
                  <a:pt x="49859" y="590795"/>
                </a:cubicBezTo>
                <a:cubicBezTo>
                  <a:pt x="90118" y="604130"/>
                  <a:pt x="162508" y="609464"/>
                  <a:pt x="204799" y="606924"/>
                </a:cubicBezTo>
                <a:cubicBezTo>
                  <a:pt x="246201" y="604384"/>
                  <a:pt x="285444" y="593970"/>
                  <a:pt x="322909" y="576190"/>
                </a:cubicBezTo>
                <a:lnTo>
                  <a:pt x="325703" y="574412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7" name="Google Shape;1107;p21"/>
          <p:cNvGrpSpPr/>
          <p:nvPr/>
        </p:nvGrpSpPr>
        <p:grpSpPr>
          <a:xfrm>
            <a:off x="178004" y="7762777"/>
            <a:ext cx="720087" cy="727028"/>
            <a:chOff x="63500" y="63500"/>
            <a:chExt cx="1106805" cy="1117473"/>
          </a:xfrm>
        </p:grpSpPr>
        <p:sp>
          <p:nvSpPr>
            <p:cNvPr id="1108" name="Google Shape;1108;p21"/>
            <p:cNvSpPr/>
            <p:nvPr/>
          </p:nvSpPr>
          <p:spPr>
            <a:xfrm>
              <a:off x="452417" y="519747"/>
              <a:ext cx="530803" cy="322500"/>
            </a:xfrm>
            <a:custGeom>
              <a:rect b="b" l="l" r="r" t="t"/>
              <a:pathLst>
                <a:path extrusionOk="0" h="322500" w="530803">
                  <a:moveTo>
                    <a:pt x="300693" y="277051"/>
                  </a:moveTo>
                  <a:cubicBezTo>
                    <a:pt x="338031" y="274765"/>
                    <a:pt x="374099" y="269558"/>
                    <a:pt x="406738" y="250635"/>
                  </a:cubicBezTo>
                  <a:cubicBezTo>
                    <a:pt x="451950" y="224473"/>
                    <a:pt x="478747" y="185357"/>
                    <a:pt x="487637" y="133922"/>
                  </a:cubicBezTo>
                  <a:lnTo>
                    <a:pt x="488653" y="127064"/>
                  </a:lnTo>
                  <a:cubicBezTo>
                    <a:pt x="491828" y="110046"/>
                    <a:pt x="500845" y="103061"/>
                    <a:pt x="513418" y="104839"/>
                  </a:cubicBezTo>
                  <a:cubicBezTo>
                    <a:pt x="526372" y="106617"/>
                    <a:pt x="532087" y="114999"/>
                    <a:pt x="530563" y="129731"/>
                  </a:cubicBezTo>
                  <a:cubicBezTo>
                    <a:pt x="520657" y="223330"/>
                    <a:pt x="456014" y="297117"/>
                    <a:pt x="363304" y="316167"/>
                  </a:cubicBezTo>
                  <a:cubicBezTo>
                    <a:pt x="285961" y="332169"/>
                    <a:pt x="212555" y="317183"/>
                    <a:pt x="144229" y="278702"/>
                  </a:cubicBezTo>
                  <a:cubicBezTo>
                    <a:pt x="94191" y="250508"/>
                    <a:pt x="51138" y="214186"/>
                    <a:pt x="22817" y="162878"/>
                  </a:cubicBezTo>
                  <a:cubicBezTo>
                    <a:pt x="11768" y="142812"/>
                    <a:pt x="1608" y="121984"/>
                    <a:pt x="211" y="98489"/>
                  </a:cubicBezTo>
                  <a:cubicBezTo>
                    <a:pt x="-1948" y="59881"/>
                    <a:pt x="12403" y="29020"/>
                    <a:pt x="47455" y="10732"/>
                  </a:cubicBezTo>
                  <a:cubicBezTo>
                    <a:pt x="82634" y="-7683"/>
                    <a:pt x="115781" y="-1587"/>
                    <a:pt x="146134" y="22797"/>
                  </a:cubicBezTo>
                  <a:lnTo>
                    <a:pt x="170391" y="44260"/>
                  </a:lnTo>
                  <a:cubicBezTo>
                    <a:pt x="180932" y="55055"/>
                    <a:pt x="179789" y="65469"/>
                    <a:pt x="167978" y="76518"/>
                  </a:cubicBezTo>
                  <a:cubicBezTo>
                    <a:pt x="158072" y="85789"/>
                    <a:pt x="149817" y="85281"/>
                    <a:pt x="139149" y="74359"/>
                  </a:cubicBezTo>
                  <a:lnTo>
                    <a:pt x="120734" y="55055"/>
                  </a:lnTo>
                  <a:cubicBezTo>
                    <a:pt x="104097" y="40577"/>
                    <a:pt x="85301" y="37783"/>
                    <a:pt x="69807" y="46673"/>
                  </a:cubicBezTo>
                  <a:cubicBezTo>
                    <a:pt x="50503" y="57722"/>
                    <a:pt x="41232" y="77407"/>
                    <a:pt x="45042" y="99124"/>
                  </a:cubicBezTo>
                  <a:cubicBezTo>
                    <a:pt x="49487" y="123635"/>
                    <a:pt x="61044" y="144717"/>
                    <a:pt x="77046" y="163132"/>
                  </a:cubicBezTo>
                  <a:cubicBezTo>
                    <a:pt x="119972" y="212789"/>
                    <a:pt x="170391" y="251651"/>
                    <a:pt x="235542" y="267145"/>
                  </a:cubicBezTo>
                  <a:lnTo>
                    <a:pt x="300439" y="27705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21"/>
            <p:cNvSpPr/>
            <p:nvPr/>
          </p:nvSpPr>
          <p:spPr>
            <a:xfrm>
              <a:off x="277098" y="401210"/>
              <a:ext cx="478944" cy="315717"/>
            </a:xfrm>
            <a:custGeom>
              <a:rect b="b" l="l" r="r" t="t"/>
              <a:pathLst>
                <a:path extrusionOk="0" h="315717" w="478944">
                  <a:moveTo>
                    <a:pt x="178959" y="42020"/>
                  </a:moveTo>
                  <a:cubicBezTo>
                    <a:pt x="134890" y="42147"/>
                    <a:pt x="93996" y="51418"/>
                    <a:pt x="58817" y="79104"/>
                  </a:cubicBezTo>
                  <a:lnTo>
                    <a:pt x="38370" y="97773"/>
                  </a:lnTo>
                  <a:cubicBezTo>
                    <a:pt x="26813" y="108314"/>
                    <a:pt x="16780" y="108695"/>
                    <a:pt x="7382" y="99297"/>
                  </a:cubicBezTo>
                  <a:cubicBezTo>
                    <a:pt x="-2397" y="89518"/>
                    <a:pt x="-2651" y="79485"/>
                    <a:pt x="7763" y="68182"/>
                  </a:cubicBezTo>
                  <a:cubicBezTo>
                    <a:pt x="43196" y="30082"/>
                    <a:pt x="86757" y="6333"/>
                    <a:pt x="138446" y="1634"/>
                  </a:cubicBezTo>
                  <a:cubicBezTo>
                    <a:pt x="257191" y="-9161"/>
                    <a:pt x="354600" y="33765"/>
                    <a:pt x="431816" y="123554"/>
                  </a:cubicBezTo>
                  <a:cubicBezTo>
                    <a:pt x="452009" y="147049"/>
                    <a:pt x="469281" y="172322"/>
                    <a:pt x="476520" y="203564"/>
                  </a:cubicBezTo>
                  <a:cubicBezTo>
                    <a:pt x="485283" y="241410"/>
                    <a:pt x="469662" y="285352"/>
                    <a:pt x="439690" y="303894"/>
                  </a:cubicBezTo>
                  <a:cubicBezTo>
                    <a:pt x="408702" y="323071"/>
                    <a:pt x="361204" y="318499"/>
                    <a:pt x="331486" y="293226"/>
                  </a:cubicBezTo>
                  <a:lnTo>
                    <a:pt x="310404" y="272652"/>
                  </a:lnTo>
                  <a:cubicBezTo>
                    <a:pt x="299355" y="259444"/>
                    <a:pt x="304308" y="242680"/>
                    <a:pt x="320564" y="236330"/>
                  </a:cubicBezTo>
                  <a:lnTo>
                    <a:pt x="334788" y="236711"/>
                  </a:lnTo>
                  <a:cubicBezTo>
                    <a:pt x="348250" y="249411"/>
                    <a:pt x="355489" y="257539"/>
                    <a:pt x="363998" y="264016"/>
                  </a:cubicBezTo>
                  <a:cubicBezTo>
                    <a:pt x="378349" y="274938"/>
                    <a:pt x="394224" y="278494"/>
                    <a:pt x="411369" y="269985"/>
                  </a:cubicBezTo>
                  <a:cubicBezTo>
                    <a:pt x="428768" y="261349"/>
                    <a:pt x="435245" y="246871"/>
                    <a:pt x="436134" y="228075"/>
                  </a:cubicBezTo>
                  <a:cubicBezTo>
                    <a:pt x="436896" y="212073"/>
                    <a:pt x="433086" y="197595"/>
                    <a:pt x="424577" y="184514"/>
                  </a:cubicBezTo>
                  <a:cubicBezTo>
                    <a:pt x="366538" y="95995"/>
                    <a:pt x="286528" y="45068"/>
                    <a:pt x="179086" y="417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21"/>
            <p:cNvSpPr/>
            <p:nvPr/>
          </p:nvSpPr>
          <p:spPr>
            <a:xfrm>
              <a:off x="325981" y="253551"/>
              <a:ext cx="447026" cy="241876"/>
            </a:xfrm>
            <a:custGeom>
              <a:rect b="b" l="l" r="r" t="t"/>
              <a:pathLst>
                <a:path extrusionOk="0" h="241876" w="447026">
                  <a:moveTo>
                    <a:pt x="98072" y="40962"/>
                  </a:moveTo>
                  <a:lnTo>
                    <a:pt x="39652" y="52138"/>
                  </a:lnTo>
                  <a:cubicBezTo>
                    <a:pt x="34953" y="53027"/>
                    <a:pt x="30508" y="54932"/>
                    <a:pt x="25936" y="55948"/>
                  </a:cubicBezTo>
                  <a:cubicBezTo>
                    <a:pt x="13236" y="58615"/>
                    <a:pt x="5743" y="54551"/>
                    <a:pt x="1806" y="43375"/>
                  </a:cubicBezTo>
                  <a:cubicBezTo>
                    <a:pt x="-2385" y="31564"/>
                    <a:pt x="536" y="21277"/>
                    <a:pt x="12474" y="17594"/>
                  </a:cubicBezTo>
                  <a:lnTo>
                    <a:pt x="77117" y="2227"/>
                  </a:lnTo>
                  <a:cubicBezTo>
                    <a:pt x="140236" y="-6663"/>
                    <a:pt x="198021" y="12133"/>
                    <a:pt x="253647" y="39692"/>
                  </a:cubicBezTo>
                  <a:cubicBezTo>
                    <a:pt x="327053" y="76014"/>
                    <a:pt x="390045" y="125036"/>
                    <a:pt x="436019" y="193870"/>
                  </a:cubicBezTo>
                  <a:lnTo>
                    <a:pt x="443766" y="206316"/>
                  </a:lnTo>
                  <a:cubicBezTo>
                    <a:pt x="449735" y="221683"/>
                    <a:pt x="447068" y="229303"/>
                    <a:pt x="439321" y="234764"/>
                  </a:cubicBezTo>
                  <a:lnTo>
                    <a:pt x="423192" y="241876"/>
                  </a:lnTo>
                  <a:cubicBezTo>
                    <a:pt x="410111" y="230954"/>
                    <a:pt x="405412" y="225112"/>
                    <a:pt x="401348" y="219143"/>
                  </a:cubicBezTo>
                  <a:cubicBezTo>
                    <a:pt x="340769" y="129862"/>
                    <a:pt x="256187" y="75379"/>
                    <a:pt x="152809" y="48963"/>
                  </a:cubicBezTo>
                  <a:lnTo>
                    <a:pt x="98072" y="4096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21"/>
            <p:cNvSpPr/>
            <p:nvPr/>
          </p:nvSpPr>
          <p:spPr>
            <a:xfrm>
              <a:off x="432969" y="743106"/>
              <a:ext cx="446193" cy="239366"/>
            </a:xfrm>
            <a:custGeom>
              <a:rect b="b" l="l" r="r" t="t"/>
              <a:pathLst>
                <a:path extrusionOk="0" h="239366" w="446193">
                  <a:moveTo>
                    <a:pt x="348081" y="239366"/>
                  </a:moveTo>
                  <a:cubicBezTo>
                    <a:pt x="272389" y="237842"/>
                    <a:pt x="205206" y="214601"/>
                    <a:pt x="143738" y="174342"/>
                  </a:cubicBezTo>
                  <a:cubicBezTo>
                    <a:pt x="90525" y="139544"/>
                    <a:pt x="43281" y="98269"/>
                    <a:pt x="9118" y="43659"/>
                  </a:cubicBezTo>
                  <a:lnTo>
                    <a:pt x="3530" y="34261"/>
                  </a:lnTo>
                  <a:cubicBezTo>
                    <a:pt x="-3074" y="17497"/>
                    <a:pt x="-153" y="8988"/>
                    <a:pt x="10134" y="3400"/>
                  </a:cubicBezTo>
                  <a:cubicBezTo>
                    <a:pt x="20675" y="-2442"/>
                    <a:pt x="29057" y="-918"/>
                    <a:pt x="36804" y="9242"/>
                  </a:cubicBezTo>
                  <a:lnTo>
                    <a:pt x="79349" y="65503"/>
                  </a:lnTo>
                  <a:cubicBezTo>
                    <a:pt x="139928" y="131289"/>
                    <a:pt x="213080" y="176755"/>
                    <a:pt x="301472" y="195170"/>
                  </a:cubicBezTo>
                  <a:cubicBezTo>
                    <a:pt x="330301" y="201139"/>
                    <a:pt x="359003" y="198853"/>
                    <a:pt x="387705" y="193392"/>
                  </a:cubicBezTo>
                  <a:lnTo>
                    <a:pt x="422630" y="188820"/>
                  </a:lnTo>
                  <a:cubicBezTo>
                    <a:pt x="436473" y="188312"/>
                    <a:pt x="444474" y="194281"/>
                    <a:pt x="445871" y="203806"/>
                  </a:cubicBezTo>
                  <a:cubicBezTo>
                    <a:pt x="447649" y="214601"/>
                    <a:pt x="442061" y="224888"/>
                    <a:pt x="429107" y="228190"/>
                  </a:cubicBezTo>
                  <a:lnTo>
                    <a:pt x="374751" y="237588"/>
                  </a:lnTo>
                  <a:cubicBezTo>
                    <a:pt x="365353" y="238985"/>
                    <a:pt x="355701" y="238731"/>
                    <a:pt x="347700" y="23923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21"/>
            <p:cNvSpPr/>
            <p:nvPr/>
          </p:nvSpPr>
          <p:spPr>
            <a:xfrm>
              <a:off x="323596" y="590075"/>
              <a:ext cx="131850" cy="329767"/>
            </a:xfrm>
            <a:custGeom>
              <a:rect b="b" l="l" r="r" t="t"/>
              <a:pathLst>
                <a:path extrusionOk="0" h="329767" w="131850">
                  <a:moveTo>
                    <a:pt x="127" y="115156"/>
                  </a:moveTo>
                  <a:cubicBezTo>
                    <a:pt x="4318" y="74643"/>
                    <a:pt x="11938" y="39210"/>
                    <a:pt x="36830" y="10000"/>
                  </a:cubicBezTo>
                  <a:cubicBezTo>
                    <a:pt x="47117" y="-2065"/>
                    <a:pt x="57277" y="-2954"/>
                    <a:pt x="68326" y="5936"/>
                  </a:cubicBezTo>
                  <a:lnTo>
                    <a:pt x="77724" y="19271"/>
                  </a:lnTo>
                  <a:cubicBezTo>
                    <a:pt x="73152" y="30701"/>
                    <a:pt x="71882" y="33368"/>
                    <a:pt x="70104" y="35527"/>
                  </a:cubicBezTo>
                  <a:cubicBezTo>
                    <a:pt x="44958" y="67023"/>
                    <a:pt x="42545" y="102837"/>
                    <a:pt x="50038" y="140556"/>
                  </a:cubicBezTo>
                  <a:cubicBezTo>
                    <a:pt x="60325" y="191737"/>
                    <a:pt x="83820" y="236822"/>
                    <a:pt x="114427" y="278605"/>
                  </a:cubicBezTo>
                  <a:lnTo>
                    <a:pt x="122936" y="288892"/>
                  </a:lnTo>
                  <a:cubicBezTo>
                    <a:pt x="135509" y="306164"/>
                    <a:pt x="134112" y="316451"/>
                    <a:pt x="122936" y="325087"/>
                  </a:cubicBezTo>
                  <a:cubicBezTo>
                    <a:pt x="112776" y="332834"/>
                    <a:pt x="103632" y="330929"/>
                    <a:pt x="94234" y="319626"/>
                  </a:cubicBezTo>
                  <a:cubicBezTo>
                    <a:pt x="56134" y="273906"/>
                    <a:pt x="26289" y="223487"/>
                    <a:pt x="9906" y="166083"/>
                  </a:cubicBezTo>
                  <a:lnTo>
                    <a:pt x="0" y="11515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21"/>
            <p:cNvSpPr/>
            <p:nvPr/>
          </p:nvSpPr>
          <p:spPr>
            <a:xfrm>
              <a:off x="747631" y="315829"/>
              <a:ext cx="131971" cy="331109"/>
            </a:xfrm>
            <a:custGeom>
              <a:rect b="b" l="l" r="r" t="t"/>
              <a:pathLst>
                <a:path extrusionOk="0" h="331109" w="131971">
                  <a:moveTo>
                    <a:pt x="131844" y="224556"/>
                  </a:moveTo>
                  <a:cubicBezTo>
                    <a:pt x="133114" y="259862"/>
                    <a:pt x="121557" y="290596"/>
                    <a:pt x="101745" y="318663"/>
                  </a:cubicBezTo>
                  <a:lnTo>
                    <a:pt x="88918" y="331109"/>
                  </a:lnTo>
                  <a:cubicBezTo>
                    <a:pt x="61867" y="324251"/>
                    <a:pt x="56152" y="310281"/>
                    <a:pt x="65931" y="295930"/>
                  </a:cubicBezTo>
                  <a:cubicBezTo>
                    <a:pt x="87648" y="263926"/>
                    <a:pt x="94252" y="228747"/>
                    <a:pt x="86759" y="191155"/>
                  </a:cubicBezTo>
                  <a:cubicBezTo>
                    <a:pt x="79647" y="155595"/>
                    <a:pt x="66566" y="122067"/>
                    <a:pt x="47135" y="91460"/>
                  </a:cubicBezTo>
                  <a:lnTo>
                    <a:pt x="6749" y="37104"/>
                  </a:lnTo>
                  <a:cubicBezTo>
                    <a:pt x="-2014" y="25547"/>
                    <a:pt x="-2395" y="16276"/>
                    <a:pt x="6495" y="7259"/>
                  </a:cubicBezTo>
                  <a:cubicBezTo>
                    <a:pt x="15766" y="-2012"/>
                    <a:pt x="27069" y="-2774"/>
                    <a:pt x="35832" y="7132"/>
                  </a:cubicBezTo>
                  <a:cubicBezTo>
                    <a:pt x="90823" y="69616"/>
                    <a:pt x="129939" y="139212"/>
                    <a:pt x="131971" y="22455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21"/>
            <p:cNvSpPr/>
            <p:nvPr/>
          </p:nvSpPr>
          <p:spPr>
            <a:xfrm>
              <a:off x="63500" y="289687"/>
              <a:ext cx="167132" cy="166624"/>
            </a:xfrm>
            <a:custGeom>
              <a:rect b="b" l="l" r="r" t="t"/>
              <a:pathLst>
                <a:path extrusionOk="0" h="166624" w="167132">
                  <a:moveTo>
                    <a:pt x="167132" y="98171"/>
                  </a:moveTo>
                  <a:lnTo>
                    <a:pt x="117856" y="115062"/>
                  </a:lnTo>
                  <a:cubicBezTo>
                    <a:pt x="111760" y="117475"/>
                    <a:pt x="105791" y="121793"/>
                    <a:pt x="101346" y="126746"/>
                  </a:cubicBezTo>
                  <a:lnTo>
                    <a:pt x="68961" y="166624"/>
                  </a:lnTo>
                  <a:cubicBezTo>
                    <a:pt x="64135" y="152908"/>
                    <a:pt x="58928" y="140843"/>
                    <a:pt x="55880" y="128270"/>
                  </a:cubicBezTo>
                  <a:cubicBezTo>
                    <a:pt x="52324" y="113538"/>
                    <a:pt x="44577" y="102743"/>
                    <a:pt x="32258" y="94107"/>
                  </a:cubicBezTo>
                  <a:lnTo>
                    <a:pt x="0" y="68707"/>
                  </a:lnTo>
                  <a:cubicBezTo>
                    <a:pt x="16637" y="63119"/>
                    <a:pt x="31369" y="57658"/>
                    <a:pt x="46355" y="53213"/>
                  </a:cubicBezTo>
                  <a:cubicBezTo>
                    <a:pt x="55372" y="50546"/>
                    <a:pt x="62103" y="45974"/>
                    <a:pt x="67564" y="38481"/>
                  </a:cubicBezTo>
                  <a:lnTo>
                    <a:pt x="98171" y="0"/>
                  </a:lnTo>
                  <a:cubicBezTo>
                    <a:pt x="103759" y="16383"/>
                    <a:pt x="109474" y="31242"/>
                    <a:pt x="113792" y="46355"/>
                  </a:cubicBezTo>
                  <a:cubicBezTo>
                    <a:pt x="116459" y="55753"/>
                    <a:pt x="121666" y="62484"/>
                    <a:pt x="129413" y="68199"/>
                  </a:cubicBezTo>
                  <a:lnTo>
                    <a:pt x="167132" y="9817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21"/>
            <p:cNvSpPr/>
            <p:nvPr/>
          </p:nvSpPr>
          <p:spPr>
            <a:xfrm>
              <a:off x="551434" y="1033653"/>
              <a:ext cx="146939" cy="147320"/>
            </a:xfrm>
            <a:custGeom>
              <a:rect b="b" l="l" r="r" t="t"/>
              <a:pathLst>
                <a:path extrusionOk="0" h="147320" w="146939">
                  <a:moveTo>
                    <a:pt x="60452" y="147320"/>
                  </a:moveTo>
                  <a:lnTo>
                    <a:pt x="46990" y="107188"/>
                  </a:lnTo>
                  <a:cubicBezTo>
                    <a:pt x="44450" y="98933"/>
                    <a:pt x="40386" y="92583"/>
                    <a:pt x="33401" y="87376"/>
                  </a:cubicBezTo>
                  <a:lnTo>
                    <a:pt x="0" y="60706"/>
                  </a:lnTo>
                  <a:cubicBezTo>
                    <a:pt x="15875" y="55245"/>
                    <a:pt x="30226" y="50673"/>
                    <a:pt x="44323" y="45212"/>
                  </a:cubicBezTo>
                  <a:lnTo>
                    <a:pt x="53721" y="40132"/>
                  </a:lnTo>
                  <a:cubicBezTo>
                    <a:pt x="66802" y="25019"/>
                    <a:pt x="75819" y="13208"/>
                    <a:pt x="86360" y="0"/>
                  </a:cubicBezTo>
                  <a:lnTo>
                    <a:pt x="101346" y="43180"/>
                  </a:lnTo>
                  <a:cubicBezTo>
                    <a:pt x="103378" y="48514"/>
                    <a:pt x="106934" y="53721"/>
                    <a:pt x="111252" y="57531"/>
                  </a:cubicBezTo>
                  <a:lnTo>
                    <a:pt x="146939" y="86487"/>
                  </a:lnTo>
                  <a:cubicBezTo>
                    <a:pt x="130683" y="92075"/>
                    <a:pt x="115951" y="96901"/>
                    <a:pt x="101346" y="102235"/>
                  </a:cubicBezTo>
                  <a:lnTo>
                    <a:pt x="93472" y="106426"/>
                  </a:lnTo>
                  <a:cubicBezTo>
                    <a:pt x="80772" y="121412"/>
                    <a:pt x="71247" y="133604"/>
                    <a:pt x="60325" y="1470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21"/>
            <p:cNvSpPr/>
            <p:nvPr/>
          </p:nvSpPr>
          <p:spPr>
            <a:xfrm>
              <a:off x="922147" y="305181"/>
              <a:ext cx="122174" cy="121793"/>
            </a:xfrm>
            <a:custGeom>
              <a:rect b="b" l="l" r="r" t="t"/>
              <a:pathLst>
                <a:path extrusionOk="0" h="121793" w="122174">
                  <a:moveTo>
                    <a:pt x="71882" y="0"/>
                  </a:moveTo>
                  <a:cubicBezTo>
                    <a:pt x="77343" y="32258"/>
                    <a:pt x="94361" y="55118"/>
                    <a:pt x="122174" y="71628"/>
                  </a:cubicBezTo>
                  <a:cubicBezTo>
                    <a:pt x="89916" y="77216"/>
                    <a:pt x="66548" y="93345"/>
                    <a:pt x="50546" y="121793"/>
                  </a:cubicBezTo>
                  <a:cubicBezTo>
                    <a:pt x="44704" y="89408"/>
                    <a:pt x="28448" y="66167"/>
                    <a:pt x="0" y="50038"/>
                  </a:cubicBezTo>
                  <a:cubicBezTo>
                    <a:pt x="31877" y="44069"/>
                    <a:pt x="55499" y="28448"/>
                    <a:pt x="7200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21"/>
            <p:cNvSpPr/>
            <p:nvPr/>
          </p:nvSpPr>
          <p:spPr>
            <a:xfrm>
              <a:off x="1059053" y="717042"/>
              <a:ext cx="111252" cy="108712"/>
            </a:xfrm>
            <a:custGeom>
              <a:rect b="b" l="l" r="r" t="t"/>
              <a:pathLst>
                <a:path extrusionOk="0" h="108712" w="111252">
                  <a:moveTo>
                    <a:pt x="111125" y="46482"/>
                  </a:moveTo>
                  <a:lnTo>
                    <a:pt x="85598" y="66802"/>
                  </a:lnTo>
                  <a:cubicBezTo>
                    <a:pt x="83185" y="68961"/>
                    <a:pt x="81280" y="73025"/>
                    <a:pt x="81280" y="76200"/>
                  </a:cubicBezTo>
                  <a:lnTo>
                    <a:pt x="82550" y="108712"/>
                  </a:lnTo>
                  <a:cubicBezTo>
                    <a:pt x="75184" y="103886"/>
                    <a:pt x="68326" y="100457"/>
                    <a:pt x="62992" y="95631"/>
                  </a:cubicBezTo>
                  <a:cubicBezTo>
                    <a:pt x="54483" y="88011"/>
                    <a:pt x="46101" y="87503"/>
                    <a:pt x="36195" y="92710"/>
                  </a:cubicBezTo>
                  <a:lnTo>
                    <a:pt x="22987" y="98044"/>
                  </a:lnTo>
                  <a:cubicBezTo>
                    <a:pt x="17653" y="89789"/>
                    <a:pt x="20955" y="80645"/>
                    <a:pt x="22733" y="71120"/>
                  </a:cubicBezTo>
                  <a:lnTo>
                    <a:pt x="22352" y="61849"/>
                  </a:lnTo>
                  <a:cubicBezTo>
                    <a:pt x="14732" y="50419"/>
                    <a:pt x="8128" y="43180"/>
                    <a:pt x="0" y="33020"/>
                  </a:cubicBezTo>
                  <a:lnTo>
                    <a:pt x="31877" y="32766"/>
                  </a:lnTo>
                  <a:cubicBezTo>
                    <a:pt x="35814" y="32385"/>
                    <a:pt x="40640" y="29591"/>
                    <a:pt x="43180" y="26416"/>
                  </a:cubicBezTo>
                  <a:lnTo>
                    <a:pt x="60579" y="0"/>
                  </a:lnTo>
                  <a:cubicBezTo>
                    <a:pt x="64643" y="11176"/>
                    <a:pt x="68326" y="20066"/>
                    <a:pt x="71120" y="29337"/>
                  </a:cubicBezTo>
                  <a:lnTo>
                    <a:pt x="76073" y="37465"/>
                  </a:lnTo>
                  <a:cubicBezTo>
                    <a:pt x="90805" y="40767"/>
                    <a:pt x="99949" y="43561"/>
                    <a:pt x="111252" y="4660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21"/>
            <p:cNvSpPr/>
            <p:nvPr/>
          </p:nvSpPr>
          <p:spPr>
            <a:xfrm>
              <a:off x="174625" y="738378"/>
              <a:ext cx="111125" cy="109093"/>
            </a:xfrm>
            <a:custGeom>
              <a:rect b="b" l="l" r="r" t="t"/>
              <a:pathLst>
                <a:path extrusionOk="0" h="109093" w="111125">
                  <a:moveTo>
                    <a:pt x="60452" y="0"/>
                  </a:moveTo>
                  <a:lnTo>
                    <a:pt x="70358" y="27686"/>
                  </a:lnTo>
                  <a:cubicBezTo>
                    <a:pt x="72263" y="34163"/>
                    <a:pt x="75565" y="37719"/>
                    <a:pt x="82550" y="38989"/>
                  </a:cubicBezTo>
                  <a:lnTo>
                    <a:pt x="111125" y="46609"/>
                  </a:lnTo>
                  <a:cubicBezTo>
                    <a:pt x="101854" y="53848"/>
                    <a:pt x="93726" y="59309"/>
                    <a:pt x="86741" y="65913"/>
                  </a:cubicBezTo>
                  <a:lnTo>
                    <a:pt x="81534" y="73660"/>
                  </a:lnTo>
                  <a:cubicBezTo>
                    <a:pt x="80899" y="87376"/>
                    <a:pt x="81915" y="97155"/>
                    <a:pt x="82550" y="109093"/>
                  </a:cubicBezTo>
                  <a:lnTo>
                    <a:pt x="56134" y="91567"/>
                  </a:lnTo>
                  <a:cubicBezTo>
                    <a:pt x="52832" y="89662"/>
                    <a:pt x="47752" y="89154"/>
                    <a:pt x="44196" y="90297"/>
                  </a:cubicBezTo>
                  <a:lnTo>
                    <a:pt x="14605" y="101346"/>
                  </a:lnTo>
                  <a:cubicBezTo>
                    <a:pt x="17653" y="90170"/>
                    <a:pt x="20955" y="80772"/>
                    <a:pt x="22733" y="71120"/>
                  </a:cubicBezTo>
                  <a:lnTo>
                    <a:pt x="22479" y="61849"/>
                  </a:lnTo>
                  <a:cubicBezTo>
                    <a:pt x="14859" y="50419"/>
                    <a:pt x="8255" y="43180"/>
                    <a:pt x="0" y="33020"/>
                  </a:cubicBezTo>
                  <a:lnTo>
                    <a:pt x="32004" y="32766"/>
                  </a:lnTo>
                  <a:cubicBezTo>
                    <a:pt x="35941" y="32385"/>
                    <a:pt x="40767" y="29718"/>
                    <a:pt x="43180" y="26543"/>
                  </a:cubicBezTo>
                  <a:lnTo>
                    <a:pt x="60452" y="25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21"/>
            <p:cNvSpPr/>
            <p:nvPr/>
          </p:nvSpPr>
          <p:spPr>
            <a:xfrm>
              <a:off x="456438" y="63500"/>
              <a:ext cx="108331" cy="109093"/>
            </a:xfrm>
            <a:custGeom>
              <a:rect b="b" l="l" r="r" t="t"/>
              <a:pathLst>
                <a:path extrusionOk="0" h="109093" w="108331">
                  <a:moveTo>
                    <a:pt x="11557" y="101092"/>
                  </a:moveTo>
                  <a:lnTo>
                    <a:pt x="20320" y="70358"/>
                  </a:lnTo>
                  <a:cubicBezTo>
                    <a:pt x="21082" y="66675"/>
                    <a:pt x="19939" y="61595"/>
                    <a:pt x="17780" y="58547"/>
                  </a:cubicBezTo>
                  <a:lnTo>
                    <a:pt x="0" y="32893"/>
                  </a:lnTo>
                  <a:cubicBezTo>
                    <a:pt x="9652" y="32893"/>
                    <a:pt x="19304" y="33528"/>
                    <a:pt x="28702" y="32639"/>
                  </a:cubicBezTo>
                  <a:lnTo>
                    <a:pt x="37973" y="29337"/>
                  </a:lnTo>
                  <a:cubicBezTo>
                    <a:pt x="46736" y="18288"/>
                    <a:pt x="51562" y="9779"/>
                    <a:pt x="57912" y="0"/>
                  </a:cubicBezTo>
                  <a:lnTo>
                    <a:pt x="68834" y="29210"/>
                  </a:lnTo>
                  <a:cubicBezTo>
                    <a:pt x="70612" y="32893"/>
                    <a:pt x="74549" y="36576"/>
                    <a:pt x="78232" y="37973"/>
                  </a:cubicBezTo>
                  <a:lnTo>
                    <a:pt x="108331" y="46355"/>
                  </a:lnTo>
                  <a:cubicBezTo>
                    <a:pt x="99314" y="53467"/>
                    <a:pt x="91948" y="59817"/>
                    <a:pt x="84074" y="65405"/>
                  </a:cubicBezTo>
                  <a:lnTo>
                    <a:pt x="77724" y="72517"/>
                  </a:lnTo>
                  <a:cubicBezTo>
                    <a:pt x="79121" y="87630"/>
                    <a:pt x="79375" y="97155"/>
                    <a:pt x="80010" y="109093"/>
                  </a:cubicBezTo>
                  <a:lnTo>
                    <a:pt x="53848" y="91567"/>
                  </a:lnTo>
                  <a:cubicBezTo>
                    <a:pt x="50292" y="89662"/>
                    <a:pt x="44958" y="89027"/>
                    <a:pt x="41021" y="90170"/>
                  </a:cubicBezTo>
                  <a:lnTo>
                    <a:pt x="11684" y="10109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21"/>
            <p:cNvSpPr/>
            <p:nvPr/>
          </p:nvSpPr>
          <p:spPr>
            <a:xfrm>
              <a:off x="901227" y="881375"/>
              <a:ext cx="94960" cy="67696"/>
            </a:xfrm>
            <a:custGeom>
              <a:rect b="b" l="l" r="r" t="t"/>
              <a:pathLst>
                <a:path extrusionOk="0" h="67696" w="94960">
                  <a:moveTo>
                    <a:pt x="23587" y="67696"/>
                  </a:moveTo>
                  <a:cubicBezTo>
                    <a:pt x="11268" y="67442"/>
                    <a:pt x="3267" y="61346"/>
                    <a:pt x="854" y="52456"/>
                  </a:cubicBezTo>
                  <a:cubicBezTo>
                    <a:pt x="-1813" y="43058"/>
                    <a:pt x="1870" y="33279"/>
                    <a:pt x="10506" y="28707"/>
                  </a:cubicBezTo>
                  <a:lnTo>
                    <a:pt x="63338" y="2418"/>
                  </a:lnTo>
                  <a:cubicBezTo>
                    <a:pt x="72863" y="-2154"/>
                    <a:pt x="80356" y="-122"/>
                    <a:pt x="86325" y="7498"/>
                  </a:cubicBezTo>
                  <a:lnTo>
                    <a:pt x="94961" y="25532"/>
                  </a:lnTo>
                  <a:cubicBezTo>
                    <a:pt x="70450" y="51694"/>
                    <a:pt x="45558" y="59949"/>
                    <a:pt x="23587" y="675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21"/>
            <p:cNvSpPr/>
            <p:nvPr/>
          </p:nvSpPr>
          <p:spPr>
            <a:xfrm>
              <a:off x="641537" y="236171"/>
              <a:ext cx="88654" cy="73780"/>
            </a:xfrm>
            <a:custGeom>
              <a:rect b="b" l="l" r="r" t="t"/>
              <a:pathLst>
                <a:path extrusionOk="0" h="73780" w="88654">
                  <a:moveTo>
                    <a:pt x="23943" y="49"/>
                  </a:moveTo>
                  <a:lnTo>
                    <a:pt x="30547" y="1446"/>
                  </a:lnTo>
                  <a:cubicBezTo>
                    <a:pt x="50105" y="14781"/>
                    <a:pt x="66234" y="25449"/>
                    <a:pt x="81347" y="37514"/>
                  </a:cubicBezTo>
                  <a:cubicBezTo>
                    <a:pt x="90745" y="44880"/>
                    <a:pt x="90745" y="58088"/>
                    <a:pt x="83252" y="66597"/>
                  </a:cubicBezTo>
                  <a:cubicBezTo>
                    <a:pt x="75886" y="74979"/>
                    <a:pt x="64329" y="76122"/>
                    <a:pt x="54804" y="69518"/>
                  </a:cubicBezTo>
                  <a:lnTo>
                    <a:pt x="9592" y="37768"/>
                  </a:lnTo>
                  <a:cubicBezTo>
                    <a:pt x="1972" y="32307"/>
                    <a:pt x="-2219" y="25322"/>
                    <a:pt x="1210" y="15543"/>
                  </a:cubicBezTo>
                  <a:cubicBezTo>
                    <a:pt x="4893" y="5002"/>
                    <a:pt x="12005" y="-586"/>
                    <a:pt x="23943" y="4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21"/>
            <p:cNvSpPr/>
            <p:nvPr/>
          </p:nvSpPr>
          <p:spPr>
            <a:xfrm>
              <a:off x="464561" y="919978"/>
              <a:ext cx="45217" cy="45095"/>
            </a:xfrm>
            <a:custGeom>
              <a:rect b="b" l="l" r="r" t="t"/>
              <a:pathLst>
                <a:path extrusionOk="0" h="45095" w="45217">
                  <a:moveTo>
                    <a:pt x="5" y="22870"/>
                  </a:moveTo>
                  <a:cubicBezTo>
                    <a:pt x="-249" y="10551"/>
                    <a:pt x="9657" y="264"/>
                    <a:pt x="21976" y="10"/>
                  </a:cubicBezTo>
                  <a:cubicBezTo>
                    <a:pt x="34803" y="-371"/>
                    <a:pt x="45217" y="9789"/>
                    <a:pt x="45217" y="22616"/>
                  </a:cubicBezTo>
                  <a:cubicBezTo>
                    <a:pt x="45217" y="34808"/>
                    <a:pt x="34930" y="45095"/>
                    <a:pt x="22738" y="45095"/>
                  </a:cubicBezTo>
                  <a:cubicBezTo>
                    <a:pt x="10546" y="45095"/>
                    <a:pt x="259" y="35189"/>
                    <a:pt x="5" y="228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21"/>
            <p:cNvSpPr/>
            <p:nvPr/>
          </p:nvSpPr>
          <p:spPr>
            <a:xfrm>
              <a:off x="231892" y="520055"/>
              <a:ext cx="45224" cy="45097"/>
            </a:xfrm>
            <a:custGeom>
              <a:rect b="b" l="l" r="r" t="t"/>
              <a:pathLst>
                <a:path extrusionOk="0" h="45097" w="45224">
                  <a:moveTo>
                    <a:pt x="45222" y="22997"/>
                  </a:moveTo>
                  <a:cubicBezTo>
                    <a:pt x="44968" y="35570"/>
                    <a:pt x="35189" y="45222"/>
                    <a:pt x="22616" y="45095"/>
                  </a:cubicBezTo>
                  <a:cubicBezTo>
                    <a:pt x="9789" y="44968"/>
                    <a:pt x="-371" y="34554"/>
                    <a:pt x="10" y="21727"/>
                  </a:cubicBezTo>
                  <a:cubicBezTo>
                    <a:pt x="391" y="9662"/>
                    <a:pt x="11059" y="-371"/>
                    <a:pt x="23251" y="10"/>
                  </a:cubicBezTo>
                  <a:cubicBezTo>
                    <a:pt x="35697" y="391"/>
                    <a:pt x="45349" y="10551"/>
                    <a:pt x="45222" y="229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21"/>
            <p:cNvSpPr/>
            <p:nvPr/>
          </p:nvSpPr>
          <p:spPr>
            <a:xfrm>
              <a:off x="943355" y="559180"/>
              <a:ext cx="44959" cy="45224"/>
            </a:xfrm>
            <a:custGeom>
              <a:rect b="b" l="l" r="r" t="t"/>
              <a:pathLst>
                <a:path extrusionOk="0" h="45224" w="44959">
                  <a:moveTo>
                    <a:pt x="1" y="22099"/>
                  </a:moveTo>
                  <a:cubicBezTo>
                    <a:pt x="128" y="9653"/>
                    <a:pt x="10161" y="-126"/>
                    <a:pt x="22607" y="1"/>
                  </a:cubicBezTo>
                  <a:cubicBezTo>
                    <a:pt x="35053" y="128"/>
                    <a:pt x="44959" y="10034"/>
                    <a:pt x="44959" y="22480"/>
                  </a:cubicBezTo>
                  <a:cubicBezTo>
                    <a:pt x="44959" y="35434"/>
                    <a:pt x="34545" y="45594"/>
                    <a:pt x="21845" y="45213"/>
                  </a:cubicBezTo>
                  <a:cubicBezTo>
                    <a:pt x="9526" y="44832"/>
                    <a:pt x="-126" y="34672"/>
                    <a:pt x="1" y="222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21"/>
            <p:cNvSpPr/>
            <p:nvPr/>
          </p:nvSpPr>
          <p:spPr>
            <a:xfrm>
              <a:off x="773684" y="687705"/>
              <a:ext cx="60071" cy="58801"/>
            </a:xfrm>
            <a:custGeom>
              <a:rect b="b" l="l" r="r" t="t"/>
              <a:pathLst>
                <a:path extrusionOk="0" h="58801" w="60071">
                  <a:moveTo>
                    <a:pt x="7366" y="54737"/>
                  </a:moveTo>
                  <a:cubicBezTo>
                    <a:pt x="13589" y="40132"/>
                    <a:pt x="12065" y="28702"/>
                    <a:pt x="0" y="18796"/>
                  </a:cubicBezTo>
                  <a:cubicBezTo>
                    <a:pt x="14224" y="18796"/>
                    <a:pt x="26416" y="16891"/>
                    <a:pt x="30861" y="0"/>
                  </a:cubicBezTo>
                  <a:cubicBezTo>
                    <a:pt x="35052" y="14859"/>
                    <a:pt x="42164" y="24511"/>
                    <a:pt x="60071" y="23622"/>
                  </a:cubicBezTo>
                  <a:lnTo>
                    <a:pt x="46482" y="32893"/>
                  </a:lnTo>
                  <a:cubicBezTo>
                    <a:pt x="41783" y="43180"/>
                    <a:pt x="43688" y="50292"/>
                    <a:pt x="43688" y="58801"/>
                  </a:cubicBezTo>
                  <a:cubicBezTo>
                    <a:pt x="32258" y="49149"/>
                    <a:pt x="20955" y="43815"/>
                    <a:pt x="7366" y="547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21"/>
            <p:cNvSpPr/>
            <p:nvPr/>
          </p:nvSpPr>
          <p:spPr>
            <a:xfrm>
              <a:off x="622681" y="843280"/>
              <a:ext cx="37719" cy="37338"/>
            </a:xfrm>
            <a:custGeom>
              <a:rect b="b" l="l" r="r" t="t"/>
              <a:pathLst>
                <a:path extrusionOk="0" h="37338" w="37719">
                  <a:moveTo>
                    <a:pt x="37719" y="18669"/>
                  </a:moveTo>
                  <a:cubicBezTo>
                    <a:pt x="37719" y="28956"/>
                    <a:pt x="29210" y="37338"/>
                    <a:pt x="18796" y="37338"/>
                  </a:cubicBezTo>
                  <a:cubicBezTo>
                    <a:pt x="8255" y="37338"/>
                    <a:pt x="0" y="29083"/>
                    <a:pt x="0" y="18669"/>
                  </a:cubicBezTo>
                  <a:cubicBezTo>
                    <a:pt x="0" y="8255"/>
                    <a:pt x="8255" y="0"/>
                    <a:pt x="18796" y="0"/>
                  </a:cubicBezTo>
                  <a:cubicBezTo>
                    <a:pt x="29337" y="0"/>
                    <a:pt x="37719" y="8509"/>
                    <a:pt x="37719" y="186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21"/>
            <p:cNvSpPr/>
            <p:nvPr/>
          </p:nvSpPr>
          <p:spPr>
            <a:xfrm>
              <a:off x="449453" y="334264"/>
              <a:ext cx="42291" cy="42164"/>
            </a:xfrm>
            <a:custGeom>
              <a:rect b="b" l="l" r="r" t="t"/>
              <a:pathLst>
                <a:path extrusionOk="0" h="42164" w="42291">
                  <a:moveTo>
                    <a:pt x="24765" y="127"/>
                  </a:moveTo>
                  <a:lnTo>
                    <a:pt x="42291" y="24638"/>
                  </a:lnTo>
                  <a:cubicBezTo>
                    <a:pt x="34290" y="30226"/>
                    <a:pt x="25273" y="36576"/>
                    <a:pt x="17399" y="42164"/>
                  </a:cubicBezTo>
                  <a:lnTo>
                    <a:pt x="0" y="17145"/>
                  </a:lnTo>
                  <a:cubicBezTo>
                    <a:pt x="7620" y="11938"/>
                    <a:pt x="16510" y="5715"/>
                    <a:pt x="2476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8" name="Google Shape;1128;p21"/>
          <p:cNvSpPr/>
          <p:nvPr/>
        </p:nvSpPr>
        <p:spPr>
          <a:xfrm>
            <a:off x="235748" y="1856293"/>
            <a:ext cx="605965" cy="614645"/>
          </a:xfrm>
          <a:custGeom>
            <a:rect b="b" l="l" r="r" t="t"/>
            <a:pathLst>
              <a:path extrusionOk="0" h="945607" w="932254">
                <a:moveTo>
                  <a:pt x="514905" y="852495"/>
                </a:moveTo>
                <a:cubicBezTo>
                  <a:pt x="497125" y="852622"/>
                  <a:pt x="483028" y="866592"/>
                  <a:pt x="483282" y="883991"/>
                </a:cubicBezTo>
                <a:cubicBezTo>
                  <a:pt x="483536" y="901390"/>
                  <a:pt x="498268" y="915614"/>
                  <a:pt x="515540" y="915360"/>
                </a:cubicBezTo>
                <a:cubicBezTo>
                  <a:pt x="532177" y="914979"/>
                  <a:pt x="546528" y="900120"/>
                  <a:pt x="546274" y="883483"/>
                </a:cubicBezTo>
                <a:cubicBezTo>
                  <a:pt x="546020" y="866211"/>
                  <a:pt x="532050" y="852495"/>
                  <a:pt x="514905" y="852622"/>
                </a:cubicBezTo>
                <a:moveTo>
                  <a:pt x="129714" y="852622"/>
                </a:moveTo>
                <a:cubicBezTo>
                  <a:pt x="111934" y="852622"/>
                  <a:pt x="97583" y="866465"/>
                  <a:pt x="97456" y="883737"/>
                </a:cubicBezTo>
                <a:cubicBezTo>
                  <a:pt x="97456" y="900501"/>
                  <a:pt x="112696" y="915614"/>
                  <a:pt x="129587" y="915487"/>
                </a:cubicBezTo>
                <a:cubicBezTo>
                  <a:pt x="146732" y="915360"/>
                  <a:pt x="160321" y="901390"/>
                  <a:pt x="160321" y="883864"/>
                </a:cubicBezTo>
                <a:cubicBezTo>
                  <a:pt x="160321" y="866084"/>
                  <a:pt x="147113" y="852622"/>
                  <a:pt x="129714" y="852622"/>
                </a:cubicBezTo>
                <a:moveTo>
                  <a:pt x="112188" y="562173"/>
                </a:moveTo>
                <a:cubicBezTo>
                  <a:pt x="112315" y="544901"/>
                  <a:pt x="98599" y="530931"/>
                  <a:pt x="81327" y="530677"/>
                </a:cubicBezTo>
                <a:cubicBezTo>
                  <a:pt x="64436" y="530423"/>
                  <a:pt x="49450" y="545282"/>
                  <a:pt x="49323" y="562427"/>
                </a:cubicBezTo>
                <a:cubicBezTo>
                  <a:pt x="49196" y="579191"/>
                  <a:pt x="63547" y="593288"/>
                  <a:pt x="80692" y="593415"/>
                </a:cubicBezTo>
                <a:cubicBezTo>
                  <a:pt x="98853" y="593542"/>
                  <a:pt x="112061" y="580334"/>
                  <a:pt x="112188" y="562046"/>
                </a:cubicBezTo>
                <a:moveTo>
                  <a:pt x="787066" y="95448"/>
                </a:moveTo>
                <a:cubicBezTo>
                  <a:pt x="805354" y="95448"/>
                  <a:pt x="818943" y="82367"/>
                  <a:pt x="819070" y="64460"/>
                </a:cubicBezTo>
                <a:cubicBezTo>
                  <a:pt x="819070" y="47315"/>
                  <a:pt x="805354" y="32837"/>
                  <a:pt x="788463" y="32583"/>
                </a:cubicBezTo>
                <a:cubicBezTo>
                  <a:pt x="771318" y="32329"/>
                  <a:pt x="756332" y="46934"/>
                  <a:pt x="756205" y="64079"/>
                </a:cubicBezTo>
                <a:cubicBezTo>
                  <a:pt x="756078" y="81224"/>
                  <a:pt x="770048" y="95448"/>
                  <a:pt x="787066" y="95448"/>
                </a:cubicBezTo>
                <a:moveTo>
                  <a:pt x="386254" y="95448"/>
                </a:moveTo>
                <a:cubicBezTo>
                  <a:pt x="403653" y="95448"/>
                  <a:pt x="417369" y="81986"/>
                  <a:pt x="417496" y="64714"/>
                </a:cubicBezTo>
                <a:cubicBezTo>
                  <a:pt x="417623" y="47061"/>
                  <a:pt x="403526" y="32710"/>
                  <a:pt x="386254" y="32710"/>
                </a:cubicBezTo>
                <a:cubicBezTo>
                  <a:pt x="369490" y="32710"/>
                  <a:pt x="355012" y="47061"/>
                  <a:pt x="354758" y="63825"/>
                </a:cubicBezTo>
                <a:cubicBezTo>
                  <a:pt x="354504" y="81351"/>
                  <a:pt x="368474" y="95448"/>
                  <a:pt x="386254" y="95448"/>
                </a:cubicBezTo>
                <a:moveTo>
                  <a:pt x="321865" y="691586"/>
                </a:moveTo>
                <a:cubicBezTo>
                  <a:pt x="304593" y="691713"/>
                  <a:pt x="289734" y="706699"/>
                  <a:pt x="290242" y="723590"/>
                </a:cubicBezTo>
                <a:cubicBezTo>
                  <a:pt x="290750" y="740481"/>
                  <a:pt x="305228" y="754578"/>
                  <a:pt x="321992" y="754451"/>
                </a:cubicBezTo>
                <a:cubicBezTo>
                  <a:pt x="339772" y="754324"/>
                  <a:pt x="353361" y="740354"/>
                  <a:pt x="353107" y="722574"/>
                </a:cubicBezTo>
                <a:cubicBezTo>
                  <a:pt x="352853" y="705302"/>
                  <a:pt x="338883" y="691459"/>
                  <a:pt x="321865" y="691713"/>
                </a:cubicBezTo>
                <a:moveTo>
                  <a:pt x="594026" y="545282"/>
                </a:moveTo>
                <a:cubicBezTo>
                  <a:pt x="612314" y="545409"/>
                  <a:pt x="626284" y="532201"/>
                  <a:pt x="626538" y="514675"/>
                </a:cubicBezTo>
                <a:cubicBezTo>
                  <a:pt x="626792" y="497530"/>
                  <a:pt x="612314" y="482671"/>
                  <a:pt x="595169" y="482544"/>
                </a:cubicBezTo>
                <a:cubicBezTo>
                  <a:pt x="578278" y="482290"/>
                  <a:pt x="563927" y="496514"/>
                  <a:pt x="563800" y="513532"/>
                </a:cubicBezTo>
                <a:cubicBezTo>
                  <a:pt x="563546" y="531185"/>
                  <a:pt x="576881" y="545155"/>
                  <a:pt x="594026" y="545282"/>
                </a:cubicBezTo>
                <a:moveTo>
                  <a:pt x="321992" y="402661"/>
                </a:moveTo>
                <a:cubicBezTo>
                  <a:pt x="295068" y="402407"/>
                  <a:pt x="275129" y="421965"/>
                  <a:pt x="274748" y="448635"/>
                </a:cubicBezTo>
                <a:cubicBezTo>
                  <a:pt x="274494" y="476829"/>
                  <a:pt x="293671" y="496768"/>
                  <a:pt x="321484" y="497022"/>
                </a:cubicBezTo>
                <a:cubicBezTo>
                  <a:pt x="348281" y="497276"/>
                  <a:pt x="369109" y="477464"/>
                  <a:pt x="369363" y="451429"/>
                </a:cubicBezTo>
                <a:cubicBezTo>
                  <a:pt x="369617" y="422854"/>
                  <a:pt x="350186" y="402788"/>
                  <a:pt x="321992" y="402534"/>
                </a:cubicBezTo>
                <a:moveTo>
                  <a:pt x="804465" y="674822"/>
                </a:moveTo>
                <a:cubicBezTo>
                  <a:pt x="804338" y="701238"/>
                  <a:pt x="825293" y="722320"/>
                  <a:pt x="851836" y="722574"/>
                </a:cubicBezTo>
                <a:cubicBezTo>
                  <a:pt x="878379" y="722828"/>
                  <a:pt x="899080" y="702254"/>
                  <a:pt x="899588" y="675203"/>
                </a:cubicBezTo>
                <a:cubicBezTo>
                  <a:pt x="900096" y="648914"/>
                  <a:pt x="879141" y="627324"/>
                  <a:pt x="852725" y="626943"/>
                </a:cubicBezTo>
                <a:cubicBezTo>
                  <a:pt x="825928" y="626562"/>
                  <a:pt x="804592" y="647771"/>
                  <a:pt x="804592" y="674822"/>
                </a:cubicBezTo>
                <a:moveTo>
                  <a:pt x="80819" y="240101"/>
                </a:moveTo>
                <a:cubicBezTo>
                  <a:pt x="108251" y="240101"/>
                  <a:pt x="128571" y="219781"/>
                  <a:pt x="128571" y="192222"/>
                </a:cubicBezTo>
                <a:cubicBezTo>
                  <a:pt x="128571" y="166060"/>
                  <a:pt x="107997" y="145486"/>
                  <a:pt x="81581" y="145486"/>
                </a:cubicBezTo>
                <a:cubicBezTo>
                  <a:pt x="53895" y="145359"/>
                  <a:pt x="33702" y="165171"/>
                  <a:pt x="33448" y="192857"/>
                </a:cubicBezTo>
                <a:cubicBezTo>
                  <a:pt x="33194" y="219527"/>
                  <a:pt x="53768" y="240101"/>
                  <a:pt x="80819" y="240101"/>
                </a:cubicBezTo>
                <a:moveTo>
                  <a:pt x="547290" y="224734"/>
                </a:moveTo>
                <a:cubicBezTo>
                  <a:pt x="547163" y="251150"/>
                  <a:pt x="568245" y="272613"/>
                  <a:pt x="594534" y="272613"/>
                </a:cubicBezTo>
                <a:cubicBezTo>
                  <a:pt x="621204" y="272740"/>
                  <a:pt x="643048" y="251023"/>
                  <a:pt x="642794" y="224480"/>
                </a:cubicBezTo>
                <a:cubicBezTo>
                  <a:pt x="642540" y="198572"/>
                  <a:pt x="621585" y="177363"/>
                  <a:pt x="595804" y="176982"/>
                </a:cubicBezTo>
                <a:cubicBezTo>
                  <a:pt x="569134" y="176601"/>
                  <a:pt x="547417" y="197937"/>
                  <a:pt x="547290" y="224607"/>
                </a:cubicBezTo>
                <a:moveTo>
                  <a:pt x="279574" y="772231"/>
                </a:moveTo>
                <a:lnTo>
                  <a:pt x="189785" y="849701"/>
                </a:lnTo>
                <a:cubicBezTo>
                  <a:pt x="188134" y="851098"/>
                  <a:pt x="188261" y="856178"/>
                  <a:pt x="189277" y="858972"/>
                </a:cubicBezTo>
                <a:cubicBezTo>
                  <a:pt x="201469" y="890468"/>
                  <a:pt x="189150" y="924631"/>
                  <a:pt x="160194" y="941014"/>
                </a:cubicBezTo>
                <a:cubicBezTo>
                  <a:pt x="148510" y="947618"/>
                  <a:pt x="136191" y="945078"/>
                  <a:pt x="124126" y="945332"/>
                </a:cubicBezTo>
                <a:cubicBezTo>
                  <a:pt x="95678" y="945713"/>
                  <a:pt x="71802" y="926536"/>
                  <a:pt x="66087" y="898850"/>
                </a:cubicBezTo>
                <a:cubicBezTo>
                  <a:pt x="60753" y="873196"/>
                  <a:pt x="67738" y="850971"/>
                  <a:pt x="88058" y="834207"/>
                </a:cubicBezTo>
                <a:cubicBezTo>
                  <a:pt x="109013" y="816935"/>
                  <a:pt x="132508" y="814776"/>
                  <a:pt x="157273" y="825444"/>
                </a:cubicBezTo>
                <a:lnTo>
                  <a:pt x="160575" y="827095"/>
                </a:lnTo>
                <a:cubicBezTo>
                  <a:pt x="179117" y="814522"/>
                  <a:pt x="195500" y="800679"/>
                  <a:pt x="211756" y="786709"/>
                </a:cubicBezTo>
                <a:lnTo>
                  <a:pt x="255317" y="749371"/>
                </a:lnTo>
                <a:cubicBezTo>
                  <a:pt x="259381" y="745942"/>
                  <a:pt x="260016" y="743021"/>
                  <a:pt x="258873" y="737687"/>
                </a:cubicBezTo>
                <a:cubicBezTo>
                  <a:pt x="252015" y="705556"/>
                  <a:pt x="268144" y="675838"/>
                  <a:pt x="298497" y="662630"/>
                </a:cubicBezTo>
                <a:lnTo>
                  <a:pt x="304847" y="657931"/>
                </a:lnTo>
                <a:cubicBezTo>
                  <a:pt x="305228" y="613862"/>
                  <a:pt x="305101" y="572206"/>
                  <a:pt x="305101" y="531439"/>
                </a:cubicBezTo>
                <a:lnTo>
                  <a:pt x="273732" y="515056"/>
                </a:lnTo>
                <a:cubicBezTo>
                  <a:pt x="264588" y="508198"/>
                  <a:pt x="257476" y="498673"/>
                  <a:pt x="248713" y="489529"/>
                </a:cubicBezTo>
                <a:lnTo>
                  <a:pt x="157146" y="535376"/>
                </a:lnTo>
                <a:cubicBezTo>
                  <a:pt x="154352" y="536773"/>
                  <a:pt x="151812" y="538551"/>
                  <a:pt x="148891" y="539440"/>
                </a:cubicBezTo>
                <a:lnTo>
                  <a:pt x="143176" y="543631"/>
                </a:lnTo>
                <a:cubicBezTo>
                  <a:pt x="151558" y="584398"/>
                  <a:pt x="130857" y="617037"/>
                  <a:pt x="95424" y="625673"/>
                </a:cubicBezTo>
                <a:cubicBezTo>
                  <a:pt x="61769" y="633928"/>
                  <a:pt x="26082" y="612084"/>
                  <a:pt x="17954" y="578175"/>
                </a:cubicBezTo>
                <a:cubicBezTo>
                  <a:pt x="9572" y="542742"/>
                  <a:pt x="32051" y="506547"/>
                  <a:pt x="66976" y="499181"/>
                </a:cubicBezTo>
                <a:cubicBezTo>
                  <a:pt x="86280" y="495117"/>
                  <a:pt x="103425" y="499435"/>
                  <a:pt x="119554" y="510230"/>
                </a:cubicBezTo>
                <a:lnTo>
                  <a:pt x="127047" y="512516"/>
                </a:lnTo>
                <a:cubicBezTo>
                  <a:pt x="165020" y="493974"/>
                  <a:pt x="200072" y="476067"/>
                  <a:pt x="235378" y="458668"/>
                </a:cubicBezTo>
                <a:lnTo>
                  <a:pt x="241601" y="454985"/>
                </a:lnTo>
                <a:cubicBezTo>
                  <a:pt x="240585" y="434157"/>
                  <a:pt x="245538" y="419679"/>
                  <a:pt x="254047" y="405201"/>
                </a:cubicBezTo>
                <a:lnTo>
                  <a:pt x="229282" y="377134"/>
                </a:lnTo>
                <a:cubicBezTo>
                  <a:pt x="196516" y="340685"/>
                  <a:pt x="163623" y="304236"/>
                  <a:pt x="131111" y="267660"/>
                </a:cubicBezTo>
                <a:lnTo>
                  <a:pt x="123364" y="262453"/>
                </a:lnTo>
                <a:cubicBezTo>
                  <a:pt x="87423" y="278836"/>
                  <a:pt x="58467" y="277058"/>
                  <a:pt x="31797" y="257246"/>
                </a:cubicBezTo>
                <a:cubicBezTo>
                  <a:pt x="5127" y="237434"/>
                  <a:pt x="-4017" y="209494"/>
                  <a:pt x="1571" y="177871"/>
                </a:cubicBezTo>
                <a:cubicBezTo>
                  <a:pt x="7286" y="145486"/>
                  <a:pt x="27352" y="124023"/>
                  <a:pt x="59356" y="114752"/>
                </a:cubicBezTo>
                <a:cubicBezTo>
                  <a:pt x="90217" y="105862"/>
                  <a:pt x="124761" y="117038"/>
                  <a:pt x="144192" y="141676"/>
                </a:cubicBezTo>
                <a:cubicBezTo>
                  <a:pt x="164639" y="167584"/>
                  <a:pt x="167814" y="203398"/>
                  <a:pt x="152193" y="231973"/>
                </a:cubicBezTo>
                <a:lnTo>
                  <a:pt x="150034" y="235656"/>
                </a:lnTo>
                <a:cubicBezTo>
                  <a:pt x="191817" y="285694"/>
                  <a:pt x="234743" y="333319"/>
                  <a:pt x="275256" y="378404"/>
                </a:cubicBezTo>
                <a:cubicBezTo>
                  <a:pt x="292782" y="375102"/>
                  <a:pt x="307895" y="370022"/>
                  <a:pt x="323135" y="369641"/>
                </a:cubicBezTo>
                <a:cubicBezTo>
                  <a:pt x="360854" y="368752"/>
                  <a:pt x="391969" y="394152"/>
                  <a:pt x="400605" y="430982"/>
                </a:cubicBezTo>
                <a:lnTo>
                  <a:pt x="403653" y="437459"/>
                </a:lnTo>
                <a:cubicBezTo>
                  <a:pt x="451278" y="450286"/>
                  <a:pt x="494458" y="462351"/>
                  <a:pt x="537765" y="473908"/>
                </a:cubicBezTo>
                <a:lnTo>
                  <a:pt x="543861" y="472892"/>
                </a:lnTo>
                <a:cubicBezTo>
                  <a:pt x="555291" y="465526"/>
                  <a:pt x="564054" y="459557"/>
                  <a:pt x="572690" y="453207"/>
                </a:cubicBezTo>
                <a:lnTo>
                  <a:pt x="578151" y="448127"/>
                </a:lnTo>
                <a:cubicBezTo>
                  <a:pt x="578532" y="400502"/>
                  <a:pt x="578532" y="355417"/>
                  <a:pt x="578151" y="310332"/>
                </a:cubicBezTo>
                <a:lnTo>
                  <a:pt x="574849" y="303728"/>
                </a:lnTo>
                <a:cubicBezTo>
                  <a:pt x="535606" y="293187"/>
                  <a:pt x="507031" y="253944"/>
                  <a:pt x="515540" y="210637"/>
                </a:cubicBezTo>
                <a:lnTo>
                  <a:pt x="515286" y="201112"/>
                </a:lnTo>
                <a:cubicBezTo>
                  <a:pt x="495474" y="184729"/>
                  <a:pt x="480615" y="171902"/>
                  <a:pt x="465629" y="158948"/>
                </a:cubicBezTo>
                <a:lnTo>
                  <a:pt x="420163" y="119959"/>
                </a:lnTo>
                <a:cubicBezTo>
                  <a:pt x="402383" y="129484"/>
                  <a:pt x="383841" y="132151"/>
                  <a:pt x="364410" y="125293"/>
                </a:cubicBezTo>
                <a:cubicBezTo>
                  <a:pt x="349932" y="120086"/>
                  <a:pt x="338756" y="110815"/>
                  <a:pt x="330755" y="97861"/>
                </a:cubicBezTo>
                <a:cubicBezTo>
                  <a:pt x="315134" y="72842"/>
                  <a:pt x="319452" y="40965"/>
                  <a:pt x="339899" y="18740"/>
                </a:cubicBezTo>
                <a:cubicBezTo>
                  <a:pt x="359457" y="-2469"/>
                  <a:pt x="399208" y="-3993"/>
                  <a:pt x="419401" y="8580"/>
                </a:cubicBezTo>
                <a:cubicBezTo>
                  <a:pt x="448865" y="26868"/>
                  <a:pt x="457247" y="55697"/>
                  <a:pt x="443785" y="96210"/>
                </a:cubicBezTo>
                <a:lnTo>
                  <a:pt x="532812" y="172537"/>
                </a:lnTo>
                <a:cubicBezTo>
                  <a:pt x="548179" y="155265"/>
                  <a:pt x="567229" y="145486"/>
                  <a:pt x="589835" y="144216"/>
                </a:cubicBezTo>
                <a:cubicBezTo>
                  <a:pt x="612187" y="142946"/>
                  <a:pt x="632380" y="149677"/>
                  <a:pt x="649906" y="165044"/>
                </a:cubicBezTo>
                <a:lnTo>
                  <a:pt x="715311" y="109545"/>
                </a:lnTo>
                <a:cubicBezTo>
                  <a:pt x="725852" y="101163"/>
                  <a:pt x="729916" y="94686"/>
                  <a:pt x="725344" y="79700"/>
                </a:cubicBezTo>
                <a:cubicBezTo>
                  <a:pt x="715692" y="48077"/>
                  <a:pt x="733218" y="15184"/>
                  <a:pt x="764079" y="4389"/>
                </a:cubicBezTo>
                <a:cubicBezTo>
                  <a:pt x="788336" y="-4120"/>
                  <a:pt x="814752" y="-691"/>
                  <a:pt x="833421" y="18486"/>
                </a:cubicBezTo>
                <a:cubicBezTo>
                  <a:pt x="852090" y="37663"/>
                  <a:pt x="857678" y="64968"/>
                  <a:pt x="847391" y="89225"/>
                </a:cubicBezTo>
                <a:cubicBezTo>
                  <a:pt x="837104" y="113482"/>
                  <a:pt x="813863" y="129738"/>
                  <a:pt x="788209" y="128722"/>
                </a:cubicBezTo>
                <a:lnTo>
                  <a:pt x="758745" y="122626"/>
                </a:lnTo>
                <a:cubicBezTo>
                  <a:pt x="755951" y="122118"/>
                  <a:pt x="751887" y="121991"/>
                  <a:pt x="749982" y="123515"/>
                </a:cubicBezTo>
                <a:lnTo>
                  <a:pt x="669337" y="192222"/>
                </a:lnTo>
                <a:cubicBezTo>
                  <a:pt x="677973" y="215717"/>
                  <a:pt x="678481" y="239212"/>
                  <a:pt x="667051" y="261818"/>
                </a:cubicBezTo>
                <a:cubicBezTo>
                  <a:pt x="655621" y="284678"/>
                  <a:pt x="636444" y="298267"/>
                  <a:pt x="611552" y="304617"/>
                </a:cubicBezTo>
                <a:lnTo>
                  <a:pt x="611298" y="426156"/>
                </a:lnTo>
                <a:cubicBezTo>
                  <a:pt x="611044" y="441396"/>
                  <a:pt x="611806" y="452318"/>
                  <a:pt x="629078" y="460319"/>
                </a:cubicBezTo>
                <a:cubicBezTo>
                  <a:pt x="649906" y="469844"/>
                  <a:pt x="658669" y="490545"/>
                  <a:pt x="659685" y="513659"/>
                </a:cubicBezTo>
                <a:lnTo>
                  <a:pt x="661082" y="521406"/>
                </a:lnTo>
                <a:cubicBezTo>
                  <a:pt x="710485" y="551378"/>
                  <a:pt x="757729" y="579699"/>
                  <a:pt x="804719" y="607893"/>
                </a:cubicBezTo>
                <a:cubicBezTo>
                  <a:pt x="845613" y="582239"/>
                  <a:pt x="891206" y="593796"/>
                  <a:pt x="915463" y="624657"/>
                </a:cubicBezTo>
                <a:cubicBezTo>
                  <a:pt x="939085" y="654629"/>
                  <a:pt x="937561" y="700984"/>
                  <a:pt x="912288" y="728670"/>
                </a:cubicBezTo>
                <a:cubicBezTo>
                  <a:pt x="884348" y="759277"/>
                  <a:pt x="840152" y="764865"/>
                  <a:pt x="805735" y="741878"/>
                </a:cubicBezTo>
                <a:cubicBezTo>
                  <a:pt x="775890" y="721939"/>
                  <a:pt x="757729" y="678251"/>
                  <a:pt x="781478" y="632912"/>
                </a:cubicBezTo>
                <a:lnTo>
                  <a:pt x="648001" y="552648"/>
                </a:lnTo>
                <a:cubicBezTo>
                  <a:pt x="626665" y="576905"/>
                  <a:pt x="600757" y="586430"/>
                  <a:pt x="570277" y="573857"/>
                </a:cubicBezTo>
                <a:cubicBezTo>
                  <a:pt x="541448" y="561919"/>
                  <a:pt x="529256" y="538297"/>
                  <a:pt x="530018" y="506674"/>
                </a:cubicBezTo>
                <a:lnTo>
                  <a:pt x="403399" y="472003"/>
                </a:lnTo>
                <a:cubicBezTo>
                  <a:pt x="394382" y="484957"/>
                  <a:pt x="387524" y="498800"/>
                  <a:pt x="376983" y="508833"/>
                </a:cubicBezTo>
                <a:cubicBezTo>
                  <a:pt x="366696" y="518612"/>
                  <a:pt x="352599" y="524454"/>
                  <a:pt x="338248" y="533217"/>
                </a:cubicBezTo>
                <a:lnTo>
                  <a:pt x="338248" y="619577"/>
                </a:lnTo>
                <a:cubicBezTo>
                  <a:pt x="338248" y="630372"/>
                  <a:pt x="338502" y="641167"/>
                  <a:pt x="338121" y="651962"/>
                </a:cubicBezTo>
                <a:lnTo>
                  <a:pt x="339264" y="660344"/>
                </a:lnTo>
                <a:cubicBezTo>
                  <a:pt x="376602" y="675330"/>
                  <a:pt x="391842" y="705683"/>
                  <a:pt x="384730" y="739084"/>
                </a:cubicBezTo>
                <a:lnTo>
                  <a:pt x="385746" y="746323"/>
                </a:lnTo>
                <a:cubicBezTo>
                  <a:pt x="416480" y="773120"/>
                  <a:pt x="445309" y="797758"/>
                  <a:pt x="474011" y="822523"/>
                </a:cubicBezTo>
                <a:lnTo>
                  <a:pt x="482266" y="827476"/>
                </a:lnTo>
                <a:cubicBezTo>
                  <a:pt x="520874" y="809823"/>
                  <a:pt x="558974" y="824555"/>
                  <a:pt x="573706" y="857067"/>
                </a:cubicBezTo>
                <a:cubicBezTo>
                  <a:pt x="588311" y="889198"/>
                  <a:pt x="574468" y="927298"/>
                  <a:pt x="542083" y="941903"/>
                </a:cubicBezTo>
                <a:lnTo>
                  <a:pt x="525954" y="944443"/>
                </a:lnTo>
                <a:cubicBezTo>
                  <a:pt x="499284" y="946983"/>
                  <a:pt x="482647" y="944189"/>
                  <a:pt x="468804" y="929838"/>
                </a:cubicBezTo>
                <a:cubicBezTo>
                  <a:pt x="452802" y="913201"/>
                  <a:pt x="442261" y="885388"/>
                  <a:pt x="457374" y="852114"/>
                </a:cubicBezTo>
                <a:lnTo>
                  <a:pt x="364537" y="772485"/>
                </a:lnTo>
                <a:cubicBezTo>
                  <a:pt x="351837" y="781375"/>
                  <a:pt x="338248" y="788106"/>
                  <a:pt x="322246" y="787979"/>
                </a:cubicBezTo>
                <a:cubicBezTo>
                  <a:pt x="306244" y="787852"/>
                  <a:pt x="292147" y="782518"/>
                  <a:pt x="279447" y="772231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29" name="Google Shape;1129;p21"/>
          <p:cNvGrpSpPr/>
          <p:nvPr/>
        </p:nvGrpSpPr>
        <p:grpSpPr>
          <a:xfrm>
            <a:off x="138506" y="9307774"/>
            <a:ext cx="801318" cy="443295"/>
            <a:chOff x="63500" y="63500"/>
            <a:chExt cx="1508506" cy="834517"/>
          </a:xfrm>
        </p:grpSpPr>
        <p:sp>
          <p:nvSpPr>
            <p:cNvPr id="1130" name="Google Shape;1130;p21"/>
            <p:cNvSpPr/>
            <p:nvPr/>
          </p:nvSpPr>
          <p:spPr>
            <a:xfrm>
              <a:off x="63500" y="63500"/>
              <a:ext cx="1508506" cy="834517"/>
            </a:xfrm>
            <a:custGeom>
              <a:rect b="b" l="l" r="r" t="t"/>
              <a:pathLst>
                <a:path extrusionOk="0" h="834517" w="1508506">
                  <a:moveTo>
                    <a:pt x="754253" y="30988"/>
                  </a:moveTo>
                  <a:cubicBezTo>
                    <a:pt x="355473" y="30988"/>
                    <a:pt x="30988" y="204216"/>
                    <a:pt x="30988" y="417195"/>
                  </a:cubicBezTo>
                  <a:cubicBezTo>
                    <a:pt x="30988" y="630174"/>
                    <a:pt x="355473" y="803402"/>
                    <a:pt x="754253" y="803402"/>
                  </a:cubicBezTo>
                  <a:cubicBezTo>
                    <a:pt x="1153033" y="803402"/>
                    <a:pt x="1477518" y="630174"/>
                    <a:pt x="1477518" y="417195"/>
                  </a:cubicBezTo>
                  <a:cubicBezTo>
                    <a:pt x="1477518" y="204216"/>
                    <a:pt x="1153033" y="30988"/>
                    <a:pt x="754253" y="30988"/>
                  </a:cubicBezTo>
                  <a:moveTo>
                    <a:pt x="754253" y="834390"/>
                  </a:moveTo>
                  <a:cubicBezTo>
                    <a:pt x="338328" y="834517"/>
                    <a:pt x="0" y="647319"/>
                    <a:pt x="0" y="417195"/>
                  </a:cubicBezTo>
                  <a:cubicBezTo>
                    <a:pt x="0" y="187071"/>
                    <a:pt x="338328" y="0"/>
                    <a:pt x="754253" y="0"/>
                  </a:cubicBezTo>
                  <a:cubicBezTo>
                    <a:pt x="1170178" y="0"/>
                    <a:pt x="1508506" y="187198"/>
                    <a:pt x="1508506" y="417195"/>
                  </a:cubicBezTo>
                  <a:cubicBezTo>
                    <a:pt x="1508506" y="647192"/>
                    <a:pt x="1170178" y="834517"/>
                    <a:pt x="754253" y="8345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21"/>
            <p:cNvSpPr/>
            <p:nvPr/>
          </p:nvSpPr>
          <p:spPr>
            <a:xfrm>
              <a:off x="309372" y="287274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21"/>
            <p:cNvSpPr/>
            <p:nvPr/>
          </p:nvSpPr>
          <p:spPr>
            <a:xfrm>
              <a:off x="515239" y="642112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21"/>
            <p:cNvSpPr/>
            <p:nvPr/>
          </p:nvSpPr>
          <p:spPr>
            <a:xfrm>
              <a:off x="372745" y="561467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21"/>
            <p:cNvSpPr/>
            <p:nvPr/>
          </p:nvSpPr>
          <p:spPr>
            <a:xfrm>
              <a:off x="453390" y="39331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21"/>
            <p:cNvSpPr/>
            <p:nvPr/>
          </p:nvSpPr>
          <p:spPr>
            <a:xfrm>
              <a:off x="957580" y="325755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21"/>
            <p:cNvSpPr/>
            <p:nvPr/>
          </p:nvSpPr>
          <p:spPr>
            <a:xfrm>
              <a:off x="850392" y="727202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21"/>
            <p:cNvSpPr/>
            <p:nvPr/>
          </p:nvSpPr>
          <p:spPr>
            <a:xfrm>
              <a:off x="217170" y="451358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21"/>
            <p:cNvSpPr/>
            <p:nvPr/>
          </p:nvSpPr>
          <p:spPr>
            <a:xfrm>
              <a:off x="618490" y="302006"/>
              <a:ext cx="35052" cy="34798"/>
            </a:xfrm>
            <a:custGeom>
              <a:rect b="b" l="l" r="r" t="t"/>
              <a:pathLst>
                <a:path extrusionOk="0" h="34798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747"/>
                  </a:lnTo>
                  <a:cubicBezTo>
                    <a:pt x="0" y="27051"/>
                    <a:pt x="7874" y="34798"/>
                    <a:pt x="17526" y="34798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21"/>
            <p:cNvSpPr/>
            <p:nvPr/>
          </p:nvSpPr>
          <p:spPr>
            <a:xfrm>
              <a:off x="1103122" y="708914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21"/>
            <p:cNvSpPr/>
            <p:nvPr/>
          </p:nvSpPr>
          <p:spPr>
            <a:xfrm>
              <a:off x="845947" y="435483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127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21"/>
            <p:cNvSpPr/>
            <p:nvPr/>
          </p:nvSpPr>
          <p:spPr>
            <a:xfrm>
              <a:off x="1069594" y="284734"/>
              <a:ext cx="35052" cy="34798"/>
            </a:xfrm>
            <a:custGeom>
              <a:rect b="b" l="l" r="r" t="t"/>
              <a:pathLst>
                <a:path extrusionOk="0" h="34798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747"/>
                  </a:lnTo>
                  <a:cubicBezTo>
                    <a:pt x="0" y="27051"/>
                    <a:pt x="7874" y="34798"/>
                    <a:pt x="17526" y="34798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21"/>
            <p:cNvSpPr/>
            <p:nvPr/>
          </p:nvSpPr>
          <p:spPr>
            <a:xfrm>
              <a:off x="615950" y="758190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21"/>
            <p:cNvSpPr/>
            <p:nvPr/>
          </p:nvSpPr>
          <p:spPr>
            <a:xfrm>
              <a:off x="930148" y="19392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21"/>
            <p:cNvSpPr/>
            <p:nvPr/>
          </p:nvSpPr>
          <p:spPr>
            <a:xfrm>
              <a:off x="1380236" y="346964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21"/>
            <p:cNvSpPr/>
            <p:nvPr/>
          </p:nvSpPr>
          <p:spPr>
            <a:xfrm>
              <a:off x="1293622" y="603377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21"/>
            <p:cNvSpPr/>
            <p:nvPr/>
          </p:nvSpPr>
          <p:spPr>
            <a:xfrm>
              <a:off x="691261" y="174498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21"/>
            <p:cNvSpPr/>
            <p:nvPr/>
          </p:nvSpPr>
          <p:spPr>
            <a:xfrm>
              <a:off x="1224153" y="416433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21"/>
            <p:cNvSpPr/>
            <p:nvPr/>
          </p:nvSpPr>
          <p:spPr>
            <a:xfrm>
              <a:off x="276733" y="615696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21"/>
            <p:cNvSpPr/>
            <p:nvPr/>
          </p:nvSpPr>
          <p:spPr>
            <a:xfrm>
              <a:off x="995299" y="455295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21"/>
            <p:cNvSpPr/>
            <p:nvPr/>
          </p:nvSpPr>
          <p:spPr>
            <a:xfrm>
              <a:off x="701421" y="568579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21"/>
            <p:cNvSpPr/>
            <p:nvPr/>
          </p:nvSpPr>
          <p:spPr>
            <a:xfrm>
              <a:off x="740029" y="366141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21"/>
            <p:cNvSpPr/>
            <p:nvPr/>
          </p:nvSpPr>
          <p:spPr>
            <a:xfrm>
              <a:off x="517525" y="16979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21"/>
            <p:cNvSpPr/>
            <p:nvPr/>
          </p:nvSpPr>
          <p:spPr>
            <a:xfrm>
              <a:off x="600075" y="435991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21"/>
            <p:cNvSpPr/>
            <p:nvPr/>
          </p:nvSpPr>
          <p:spPr>
            <a:xfrm>
              <a:off x="884809" y="609981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21"/>
            <p:cNvSpPr/>
            <p:nvPr/>
          </p:nvSpPr>
          <p:spPr>
            <a:xfrm>
              <a:off x="1108710" y="605028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21"/>
            <p:cNvSpPr/>
            <p:nvPr/>
          </p:nvSpPr>
          <p:spPr>
            <a:xfrm>
              <a:off x="1383157" y="511048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21"/>
            <p:cNvSpPr/>
            <p:nvPr/>
          </p:nvSpPr>
          <p:spPr>
            <a:xfrm>
              <a:off x="1134237" y="508381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21"/>
            <p:cNvSpPr/>
            <p:nvPr/>
          </p:nvSpPr>
          <p:spPr>
            <a:xfrm>
              <a:off x="1224407" y="237744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9" name="Google Shape;1159;p21"/>
          <p:cNvGrpSpPr/>
          <p:nvPr/>
        </p:nvGrpSpPr>
        <p:grpSpPr>
          <a:xfrm>
            <a:off x="198554" y="3255792"/>
            <a:ext cx="678939" cy="675634"/>
            <a:chOff x="63500" y="63500"/>
            <a:chExt cx="1043559" cy="1038479"/>
          </a:xfrm>
        </p:grpSpPr>
        <p:sp>
          <p:nvSpPr>
            <p:cNvPr id="1160" name="Google Shape;1160;p21"/>
            <p:cNvSpPr/>
            <p:nvPr/>
          </p:nvSpPr>
          <p:spPr>
            <a:xfrm>
              <a:off x="66929" y="144399"/>
              <a:ext cx="242316" cy="611378"/>
            </a:xfrm>
            <a:custGeom>
              <a:rect b="b" l="l" r="r" t="t"/>
              <a:pathLst>
                <a:path extrusionOk="0" h="611378" w="242316">
                  <a:moveTo>
                    <a:pt x="225044" y="611378"/>
                  </a:moveTo>
                  <a:lnTo>
                    <a:pt x="178308" y="611378"/>
                  </a:lnTo>
                  <a:cubicBezTo>
                    <a:pt x="78359" y="611378"/>
                    <a:pt x="0" y="535305"/>
                    <a:pt x="0" y="438277"/>
                  </a:cubicBezTo>
                  <a:cubicBezTo>
                    <a:pt x="0" y="350520"/>
                    <a:pt x="63246" y="276733"/>
                    <a:pt x="148717" y="262509"/>
                  </a:cubicBezTo>
                  <a:cubicBezTo>
                    <a:pt x="138049" y="234061"/>
                    <a:pt x="132588" y="203962"/>
                    <a:pt x="132588" y="173101"/>
                  </a:cubicBezTo>
                  <a:cubicBezTo>
                    <a:pt x="132588" y="112649"/>
                    <a:pt x="154305" y="53975"/>
                    <a:pt x="193675" y="8001"/>
                  </a:cubicBezTo>
                  <a:lnTo>
                    <a:pt x="210820" y="0"/>
                  </a:lnTo>
                  <a:cubicBezTo>
                    <a:pt x="225298" y="12446"/>
                    <a:pt x="226187" y="23241"/>
                    <a:pt x="219964" y="30607"/>
                  </a:cubicBezTo>
                  <a:cubicBezTo>
                    <a:pt x="185928" y="70358"/>
                    <a:pt x="167259" y="121031"/>
                    <a:pt x="167259" y="173228"/>
                  </a:cubicBezTo>
                  <a:cubicBezTo>
                    <a:pt x="167259" y="202819"/>
                    <a:pt x="172974" y="231521"/>
                    <a:pt x="184404" y="258572"/>
                  </a:cubicBezTo>
                  <a:lnTo>
                    <a:pt x="189357" y="270256"/>
                  </a:lnTo>
                  <a:cubicBezTo>
                    <a:pt x="191516" y="275336"/>
                    <a:pt x="191135" y="281051"/>
                    <a:pt x="188341" y="285750"/>
                  </a:cubicBezTo>
                  <a:lnTo>
                    <a:pt x="180721" y="293624"/>
                  </a:lnTo>
                  <a:lnTo>
                    <a:pt x="162687" y="295656"/>
                  </a:lnTo>
                  <a:cubicBezTo>
                    <a:pt x="89662" y="303403"/>
                    <a:pt x="34671" y="364871"/>
                    <a:pt x="34671" y="438277"/>
                  </a:cubicBezTo>
                  <a:cubicBezTo>
                    <a:pt x="34671" y="515874"/>
                    <a:pt x="97790" y="576707"/>
                    <a:pt x="178308" y="576707"/>
                  </a:cubicBezTo>
                  <a:lnTo>
                    <a:pt x="225044" y="576707"/>
                  </a:lnTo>
                  <a:cubicBezTo>
                    <a:pt x="234569" y="576707"/>
                    <a:pt x="242316" y="584454"/>
                    <a:pt x="242316" y="593979"/>
                  </a:cubicBezTo>
                  <a:lnTo>
                    <a:pt x="234569" y="611251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21"/>
            <p:cNvSpPr/>
            <p:nvPr/>
          </p:nvSpPr>
          <p:spPr>
            <a:xfrm>
              <a:off x="370797" y="63500"/>
              <a:ext cx="734484" cy="692277"/>
            </a:xfrm>
            <a:custGeom>
              <a:rect b="b" l="l" r="r" t="t"/>
              <a:pathLst>
                <a:path extrusionOk="0" h="692277" w="734484">
                  <a:moveTo>
                    <a:pt x="594149" y="692277"/>
                  </a:moveTo>
                  <a:lnTo>
                    <a:pt x="509567" y="692277"/>
                  </a:lnTo>
                  <a:cubicBezTo>
                    <a:pt x="500042" y="692277"/>
                    <a:pt x="492295" y="684530"/>
                    <a:pt x="492295" y="675005"/>
                  </a:cubicBezTo>
                  <a:lnTo>
                    <a:pt x="500042" y="657733"/>
                  </a:lnTo>
                  <a:lnTo>
                    <a:pt x="594149" y="657733"/>
                  </a:lnTo>
                  <a:cubicBezTo>
                    <a:pt x="654474" y="657733"/>
                    <a:pt x="699940" y="614426"/>
                    <a:pt x="699940" y="557149"/>
                  </a:cubicBezTo>
                  <a:cubicBezTo>
                    <a:pt x="699940" y="499872"/>
                    <a:pt x="654982" y="453517"/>
                    <a:pt x="597705" y="451612"/>
                  </a:cubicBezTo>
                  <a:lnTo>
                    <a:pt x="584370" y="451231"/>
                  </a:lnTo>
                  <a:cubicBezTo>
                    <a:pt x="578782" y="451104"/>
                    <a:pt x="573575" y="448183"/>
                    <a:pt x="570527" y="443484"/>
                  </a:cubicBezTo>
                  <a:lnTo>
                    <a:pt x="566844" y="432816"/>
                  </a:lnTo>
                  <a:lnTo>
                    <a:pt x="573829" y="415036"/>
                  </a:lnTo>
                  <a:cubicBezTo>
                    <a:pt x="582211" y="393700"/>
                    <a:pt x="586402" y="371348"/>
                    <a:pt x="586402" y="348869"/>
                  </a:cubicBezTo>
                  <a:cubicBezTo>
                    <a:pt x="586402" y="248793"/>
                    <a:pt x="504868" y="167259"/>
                    <a:pt x="404792" y="167259"/>
                  </a:cubicBezTo>
                  <a:cubicBezTo>
                    <a:pt x="376471" y="167259"/>
                    <a:pt x="349039" y="173736"/>
                    <a:pt x="323385" y="186690"/>
                  </a:cubicBezTo>
                  <a:lnTo>
                    <a:pt x="314368" y="191262"/>
                  </a:lnTo>
                  <a:lnTo>
                    <a:pt x="304970" y="193675"/>
                  </a:lnTo>
                  <a:cubicBezTo>
                    <a:pt x="295953" y="190246"/>
                    <a:pt x="292270" y="186690"/>
                    <a:pt x="290492" y="182245"/>
                  </a:cubicBezTo>
                  <a:lnTo>
                    <a:pt x="286682" y="172593"/>
                  </a:lnTo>
                  <a:cubicBezTo>
                    <a:pt x="252900" y="88773"/>
                    <a:pt x="172890" y="34671"/>
                    <a:pt x="82720" y="34671"/>
                  </a:cubicBezTo>
                  <a:cubicBezTo>
                    <a:pt x="61638" y="34671"/>
                    <a:pt x="40937" y="37592"/>
                    <a:pt x="20998" y="43434"/>
                  </a:cubicBezTo>
                  <a:lnTo>
                    <a:pt x="2202" y="40894"/>
                  </a:lnTo>
                  <a:cubicBezTo>
                    <a:pt x="-3259" y="22606"/>
                    <a:pt x="2075" y="12954"/>
                    <a:pt x="11219" y="10287"/>
                  </a:cubicBezTo>
                  <a:cubicBezTo>
                    <a:pt x="34333" y="3429"/>
                    <a:pt x="58336" y="0"/>
                    <a:pt x="82720" y="0"/>
                  </a:cubicBezTo>
                  <a:cubicBezTo>
                    <a:pt x="184320" y="0"/>
                    <a:pt x="274744" y="59436"/>
                    <a:pt x="315257" y="152019"/>
                  </a:cubicBezTo>
                  <a:cubicBezTo>
                    <a:pt x="343705" y="139065"/>
                    <a:pt x="373677" y="132461"/>
                    <a:pt x="404665" y="132461"/>
                  </a:cubicBezTo>
                  <a:cubicBezTo>
                    <a:pt x="523918" y="132461"/>
                    <a:pt x="620819" y="229489"/>
                    <a:pt x="620819" y="348615"/>
                  </a:cubicBezTo>
                  <a:cubicBezTo>
                    <a:pt x="620819" y="371983"/>
                    <a:pt x="617009" y="395097"/>
                    <a:pt x="609389" y="417449"/>
                  </a:cubicBezTo>
                  <a:cubicBezTo>
                    <a:pt x="680382" y="425069"/>
                    <a:pt x="734484" y="484378"/>
                    <a:pt x="734484" y="556895"/>
                  </a:cubicBezTo>
                  <a:cubicBezTo>
                    <a:pt x="734484" y="632714"/>
                    <a:pt x="672762" y="692150"/>
                    <a:pt x="594022" y="692150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21"/>
            <p:cNvSpPr/>
            <p:nvPr/>
          </p:nvSpPr>
          <p:spPr>
            <a:xfrm>
              <a:off x="414528" y="998093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21"/>
            <p:cNvSpPr/>
            <p:nvPr/>
          </p:nvSpPr>
          <p:spPr>
            <a:xfrm>
              <a:off x="414528" y="790448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21"/>
            <p:cNvSpPr/>
            <p:nvPr/>
          </p:nvSpPr>
          <p:spPr>
            <a:xfrm>
              <a:off x="414528" y="582803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21"/>
            <p:cNvSpPr/>
            <p:nvPr/>
          </p:nvSpPr>
          <p:spPr>
            <a:xfrm>
              <a:off x="343916" y="928878"/>
              <a:ext cx="484505" cy="173101"/>
            </a:xfrm>
            <a:custGeom>
              <a:rect b="b" l="l" r="r" t="t"/>
              <a:pathLst>
                <a:path extrusionOk="0" h="173101" w="484505">
                  <a:moveTo>
                    <a:pt x="34544" y="138430"/>
                  </a:moveTo>
                  <a:lnTo>
                    <a:pt x="449834" y="138430"/>
                  </a:lnTo>
                  <a:lnTo>
                    <a:pt x="449834" y="34544"/>
                  </a:lnTo>
                  <a:lnTo>
                    <a:pt x="34544" y="34544"/>
                  </a:lnTo>
                  <a:close/>
                  <a:moveTo>
                    <a:pt x="467233" y="173101"/>
                  </a:moveTo>
                  <a:lnTo>
                    <a:pt x="17272" y="173101"/>
                  </a:lnTo>
                  <a:cubicBezTo>
                    <a:pt x="7747" y="173101"/>
                    <a:pt x="0" y="165354"/>
                    <a:pt x="0" y="155829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21"/>
            <p:cNvSpPr/>
            <p:nvPr/>
          </p:nvSpPr>
          <p:spPr>
            <a:xfrm>
              <a:off x="343916" y="721233"/>
              <a:ext cx="484505" cy="172974"/>
            </a:xfrm>
            <a:custGeom>
              <a:rect b="b" l="l" r="r" t="t"/>
              <a:pathLst>
                <a:path extrusionOk="0" h="172974" w="484505">
                  <a:moveTo>
                    <a:pt x="34544" y="138303"/>
                  </a:moveTo>
                  <a:lnTo>
                    <a:pt x="449834" y="138303"/>
                  </a:lnTo>
                  <a:lnTo>
                    <a:pt x="449834" y="34544"/>
                  </a:lnTo>
                  <a:lnTo>
                    <a:pt x="34544" y="34544"/>
                  </a:lnTo>
                  <a:close/>
                  <a:moveTo>
                    <a:pt x="467233" y="172974"/>
                  </a:moveTo>
                  <a:lnTo>
                    <a:pt x="17272" y="172974"/>
                  </a:lnTo>
                  <a:cubicBezTo>
                    <a:pt x="7747" y="172974"/>
                    <a:pt x="0" y="165227"/>
                    <a:pt x="0" y="155702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21"/>
            <p:cNvSpPr/>
            <p:nvPr/>
          </p:nvSpPr>
          <p:spPr>
            <a:xfrm>
              <a:off x="343916" y="513461"/>
              <a:ext cx="484505" cy="173101"/>
            </a:xfrm>
            <a:custGeom>
              <a:rect b="b" l="l" r="r" t="t"/>
              <a:pathLst>
                <a:path extrusionOk="0" h="173101" w="484505">
                  <a:moveTo>
                    <a:pt x="34544" y="138430"/>
                  </a:moveTo>
                  <a:lnTo>
                    <a:pt x="449834" y="138430"/>
                  </a:lnTo>
                  <a:lnTo>
                    <a:pt x="449834" y="34671"/>
                  </a:lnTo>
                  <a:lnTo>
                    <a:pt x="34544" y="34671"/>
                  </a:lnTo>
                  <a:close/>
                  <a:moveTo>
                    <a:pt x="467233" y="173101"/>
                  </a:moveTo>
                  <a:lnTo>
                    <a:pt x="17272" y="173101"/>
                  </a:lnTo>
                  <a:cubicBezTo>
                    <a:pt x="7747" y="173101"/>
                    <a:pt x="0" y="165354"/>
                    <a:pt x="0" y="155829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21"/>
            <p:cNvSpPr/>
            <p:nvPr/>
          </p:nvSpPr>
          <p:spPr>
            <a:xfrm>
              <a:off x="170815" y="824992"/>
              <a:ext cx="138430" cy="207645"/>
            </a:xfrm>
            <a:custGeom>
              <a:rect b="b" l="l" r="r" t="t"/>
              <a:pathLst>
                <a:path extrusionOk="0" h="207645" w="138430">
                  <a:moveTo>
                    <a:pt x="51943" y="207645"/>
                  </a:moveTo>
                  <a:lnTo>
                    <a:pt x="17272" y="207645"/>
                  </a:lnTo>
                  <a:cubicBezTo>
                    <a:pt x="7747" y="207645"/>
                    <a:pt x="0" y="199898"/>
                    <a:pt x="0" y="190373"/>
                  </a:cubicBezTo>
                  <a:lnTo>
                    <a:pt x="7747" y="173101"/>
                  </a:lnTo>
                  <a:lnTo>
                    <a:pt x="51943" y="173101"/>
                  </a:lnTo>
                  <a:cubicBezTo>
                    <a:pt x="80518" y="173101"/>
                    <a:pt x="103886" y="149860"/>
                    <a:pt x="103886" y="121158"/>
                  </a:cubicBezTo>
                  <a:lnTo>
                    <a:pt x="103886" y="17272"/>
                  </a:lnTo>
                  <a:cubicBezTo>
                    <a:pt x="103886" y="7747"/>
                    <a:pt x="111633" y="0"/>
                    <a:pt x="121158" y="0"/>
                  </a:cubicBezTo>
                  <a:lnTo>
                    <a:pt x="138430" y="7747"/>
                  </a:lnTo>
                  <a:lnTo>
                    <a:pt x="138430" y="121158"/>
                  </a:lnTo>
                  <a:cubicBezTo>
                    <a:pt x="138430" y="168910"/>
                    <a:pt x="99568" y="207645"/>
                    <a:pt x="51943" y="207645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21"/>
            <p:cNvSpPr/>
            <p:nvPr/>
          </p:nvSpPr>
          <p:spPr>
            <a:xfrm>
              <a:off x="136271" y="790448"/>
              <a:ext cx="103759" cy="138430"/>
            </a:xfrm>
            <a:custGeom>
              <a:rect b="b" l="l" r="r" t="t"/>
              <a:pathLst>
                <a:path extrusionOk="0" h="138430" w="103759">
                  <a:moveTo>
                    <a:pt x="51816" y="138430"/>
                  </a:moveTo>
                  <a:lnTo>
                    <a:pt x="17272" y="138430"/>
                  </a:lnTo>
                  <a:cubicBezTo>
                    <a:pt x="7747" y="138430"/>
                    <a:pt x="0" y="130683"/>
                    <a:pt x="0" y="121158"/>
                  </a:cubicBezTo>
                  <a:lnTo>
                    <a:pt x="7747" y="103886"/>
                  </a:lnTo>
                  <a:lnTo>
                    <a:pt x="51943" y="103886"/>
                  </a:lnTo>
                  <a:cubicBezTo>
                    <a:pt x="61468" y="103886"/>
                    <a:pt x="69215" y="96139"/>
                    <a:pt x="69215" y="86614"/>
                  </a:cubicBezTo>
                  <a:lnTo>
                    <a:pt x="69215" y="17272"/>
                  </a:lnTo>
                  <a:cubicBezTo>
                    <a:pt x="69215" y="7747"/>
                    <a:pt x="76962" y="0"/>
                    <a:pt x="86487" y="0"/>
                  </a:cubicBezTo>
                  <a:lnTo>
                    <a:pt x="103759" y="7747"/>
                  </a:lnTo>
                  <a:lnTo>
                    <a:pt x="103759" y="86487"/>
                  </a:lnTo>
                  <a:cubicBezTo>
                    <a:pt x="103759" y="115062"/>
                    <a:pt x="80518" y="138430"/>
                    <a:pt x="51816" y="138430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21"/>
            <p:cNvSpPr/>
            <p:nvPr/>
          </p:nvSpPr>
          <p:spPr>
            <a:xfrm>
              <a:off x="863092" y="824992"/>
              <a:ext cx="138430" cy="207645"/>
            </a:xfrm>
            <a:custGeom>
              <a:rect b="b" l="l" r="r" t="t"/>
              <a:pathLst>
                <a:path extrusionOk="0" h="207645" w="138430">
                  <a:moveTo>
                    <a:pt x="121031" y="207645"/>
                  </a:moveTo>
                  <a:lnTo>
                    <a:pt x="86487" y="207645"/>
                  </a:lnTo>
                  <a:cubicBezTo>
                    <a:pt x="38735" y="207645"/>
                    <a:pt x="0" y="168783"/>
                    <a:pt x="0" y="121158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34544" y="7747"/>
                  </a:lnTo>
                  <a:lnTo>
                    <a:pt x="34544" y="121158"/>
                  </a:lnTo>
                  <a:cubicBezTo>
                    <a:pt x="34544" y="149860"/>
                    <a:pt x="57785" y="173101"/>
                    <a:pt x="86487" y="173101"/>
                  </a:cubicBezTo>
                  <a:lnTo>
                    <a:pt x="121158" y="173101"/>
                  </a:lnTo>
                  <a:cubicBezTo>
                    <a:pt x="130683" y="173101"/>
                    <a:pt x="138430" y="180848"/>
                    <a:pt x="138430" y="190373"/>
                  </a:cubicBezTo>
                  <a:lnTo>
                    <a:pt x="130683" y="207645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21"/>
            <p:cNvSpPr/>
            <p:nvPr/>
          </p:nvSpPr>
          <p:spPr>
            <a:xfrm>
              <a:off x="932307" y="790448"/>
              <a:ext cx="103759" cy="138430"/>
            </a:xfrm>
            <a:custGeom>
              <a:rect b="b" l="l" r="r" t="t"/>
              <a:pathLst>
                <a:path extrusionOk="0" h="138430" w="103759">
                  <a:moveTo>
                    <a:pt x="86487" y="138430"/>
                  </a:moveTo>
                  <a:lnTo>
                    <a:pt x="51943" y="138430"/>
                  </a:lnTo>
                  <a:cubicBezTo>
                    <a:pt x="23241" y="138430"/>
                    <a:pt x="0" y="115189"/>
                    <a:pt x="0" y="86487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34544" y="7747"/>
                  </a:lnTo>
                  <a:lnTo>
                    <a:pt x="34544" y="86487"/>
                  </a:lnTo>
                  <a:cubicBezTo>
                    <a:pt x="34544" y="96012"/>
                    <a:pt x="42291" y="103759"/>
                    <a:pt x="51816" y="103759"/>
                  </a:cubicBezTo>
                  <a:lnTo>
                    <a:pt x="86487" y="103759"/>
                  </a:lnTo>
                  <a:cubicBezTo>
                    <a:pt x="96012" y="103759"/>
                    <a:pt x="103759" y="111506"/>
                    <a:pt x="103759" y="121031"/>
                  </a:cubicBezTo>
                  <a:lnTo>
                    <a:pt x="96012" y="138303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21"/>
            <p:cNvSpPr/>
            <p:nvPr/>
          </p:nvSpPr>
          <p:spPr>
            <a:xfrm>
              <a:off x="1070737" y="894334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21"/>
            <p:cNvSpPr/>
            <p:nvPr/>
          </p:nvSpPr>
          <p:spPr>
            <a:xfrm>
              <a:off x="1036193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21"/>
            <p:cNvSpPr/>
            <p:nvPr/>
          </p:nvSpPr>
          <p:spPr>
            <a:xfrm>
              <a:off x="63500" y="894334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21"/>
            <p:cNvSpPr/>
            <p:nvPr/>
          </p:nvSpPr>
          <p:spPr>
            <a:xfrm>
              <a:off x="98171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21"/>
            <p:cNvSpPr/>
            <p:nvPr/>
          </p:nvSpPr>
          <p:spPr>
            <a:xfrm>
              <a:off x="652018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21"/>
            <p:cNvSpPr/>
            <p:nvPr/>
          </p:nvSpPr>
          <p:spPr>
            <a:xfrm>
              <a:off x="721233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21"/>
            <p:cNvSpPr/>
            <p:nvPr/>
          </p:nvSpPr>
          <p:spPr>
            <a:xfrm>
              <a:off x="652018" y="790448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21"/>
            <p:cNvSpPr/>
            <p:nvPr/>
          </p:nvSpPr>
          <p:spPr>
            <a:xfrm>
              <a:off x="721233" y="790448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21"/>
            <p:cNvSpPr/>
            <p:nvPr/>
          </p:nvSpPr>
          <p:spPr>
            <a:xfrm>
              <a:off x="652018" y="58280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21"/>
            <p:cNvSpPr/>
            <p:nvPr/>
          </p:nvSpPr>
          <p:spPr>
            <a:xfrm>
              <a:off x="721233" y="58280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21"/>
            <p:cNvSpPr/>
            <p:nvPr/>
          </p:nvSpPr>
          <p:spPr>
            <a:xfrm>
              <a:off x="306395" y="98065"/>
              <a:ext cx="37902" cy="37063"/>
            </a:xfrm>
            <a:custGeom>
              <a:rect b="b" l="l" r="r" t="t"/>
              <a:pathLst>
                <a:path extrusionOk="0" h="37063" w="37902">
                  <a:moveTo>
                    <a:pt x="16693" y="37063"/>
                  </a:moveTo>
                  <a:lnTo>
                    <a:pt x="5898" y="34523"/>
                  </a:lnTo>
                  <a:cubicBezTo>
                    <a:pt x="-2992" y="21950"/>
                    <a:pt x="-1087" y="11155"/>
                    <a:pt x="6660" y="5567"/>
                  </a:cubicBezTo>
                  <a:lnTo>
                    <a:pt x="10089" y="3154"/>
                  </a:lnTo>
                  <a:cubicBezTo>
                    <a:pt x="17963" y="-2307"/>
                    <a:pt x="28758" y="-529"/>
                    <a:pt x="34219" y="7345"/>
                  </a:cubicBezTo>
                  <a:lnTo>
                    <a:pt x="37902" y="25887"/>
                  </a:lnTo>
                  <a:lnTo>
                    <a:pt x="26599" y="33888"/>
                  </a:lnTo>
                  <a:lnTo>
                    <a:pt x="20122" y="37063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83" name="Google Shape;1183;p21"/>
          <p:cNvSpPr/>
          <p:nvPr/>
        </p:nvSpPr>
        <p:spPr>
          <a:xfrm>
            <a:off x="209864" y="4715635"/>
            <a:ext cx="743213" cy="804997"/>
          </a:xfrm>
          <a:custGeom>
            <a:rect b="b" l="l" r="r" t="t"/>
            <a:pathLst>
              <a:path extrusionOk="0" h="804997" w="743213">
                <a:moveTo>
                  <a:pt x="0" y="0"/>
                </a:moveTo>
                <a:lnTo>
                  <a:pt x="743213" y="0"/>
                </a:lnTo>
                <a:lnTo>
                  <a:pt x="743213" y="804997"/>
                </a:lnTo>
                <a:lnTo>
                  <a:pt x="0" y="804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291" l="-16090" r="-16830" t="-11419"/>
            </a:stretch>
          </a:blipFill>
          <a:ln>
            <a:noFill/>
          </a:ln>
        </p:spPr>
      </p:sp>
      <p:sp>
        <p:nvSpPr>
          <p:cNvPr id="1184" name="Google Shape;1184;p21"/>
          <p:cNvSpPr/>
          <p:nvPr/>
        </p:nvSpPr>
        <p:spPr>
          <a:xfrm>
            <a:off x="6873721" y="9529940"/>
            <a:ext cx="1354895" cy="466995"/>
          </a:xfrm>
          <a:custGeom>
            <a:rect b="b" l="l" r="r" t="t"/>
            <a:pathLst>
              <a:path extrusionOk="0" h="466995" w="1354895">
                <a:moveTo>
                  <a:pt x="0" y="0"/>
                </a:moveTo>
                <a:lnTo>
                  <a:pt x="1354895" y="0"/>
                </a:lnTo>
                <a:lnTo>
                  <a:pt x="1354895" y="466994"/>
                </a:lnTo>
                <a:lnTo>
                  <a:pt x="0" y="4669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5" name="Google Shape;1185;p21"/>
          <p:cNvSpPr/>
          <p:nvPr/>
        </p:nvSpPr>
        <p:spPr>
          <a:xfrm>
            <a:off x="8462186" y="9587767"/>
            <a:ext cx="1694380" cy="415653"/>
          </a:xfrm>
          <a:custGeom>
            <a:rect b="b" l="l" r="r" t="t"/>
            <a:pathLst>
              <a:path extrusionOk="0" h="415653" w="1694380">
                <a:moveTo>
                  <a:pt x="0" y="0"/>
                </a:moveTo>
                <a:lnTo>
                  <a:pt x="1694380" y="0"/>
                </a:lnTo>
                <a:lnTo>
                  <a:pt x="1694380" y="415652"/>
                </a:lnTo>
                <a:lnTo>
                  <a:pt x="0" y="4156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6" name="Google Shape;1186;p21"/>
          <p:cNvSpPr/>
          <p:nvPr/>
        </p:nvSpPr>
        <p:spPr>
          <a:xfrm>
            <a:off x="10317519" y="9477357"/>
            <a:ext cx="2368914" cy="614916"/>
          </a:xfrm>
          <a:custGeom>
            <a:rect b="b" l="l" r="r" t="t"/>
            <a:pathLst>
              <a:path extrusionOk="0" h="614916" w="2368914">
                <a:moveTo>
                  <a:pt x="0" y="0"/>
                </a:moveTo>
                <a:lnTo>
                  <a:pt x="2368913" y="0"/>
                </a:lnTo>
                <a:lnTo>
                  <a:pt x="2368913" y="614917"/>
                </a:lnTo>
                <a:lnTo>
                  <a:pt x="0" y="6149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7" name="Google Shape;1187;p21"/>
          <p:cNvSpPr/>
          <p:nvPr/>
        </p:nvSpPr>
        <p:spPr>
          <a:xfrm>
            <a:off x="5601568" y="9500406"/>
            <a:ext cx="1034028" cy="526062"/>
          </a:xfrm>
          <a:custGeom>
            <a:rect b="b" l="l" r="r" t="t"/>
            <a:pathLst>
              <a:path extrusionOk="0" h="526062" w="1034028">
                <a:moveTo>
                  <a:pt x="0" y="0"/>
                </a:moveTo>
                <a:lnTo>
                  <a:pt x="1034028" y="0"/>
                </a:lnTo>
                <a:lnTo>
                  <a:pt x="1034028" y="526062"/>
                </a:lnTo>
                <a:lnTo>
                  <a:pt x="0" y="526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8" name="Google Shape;1188;p21"/>
          <p:cNvSpPr txBox="1"/>
          <p:nvPr/>
        </p:nvSpPr>
        <p:spPr>
          <a:xfrm>
            <a:off x="2002867" y="4463325"/>
            <a:ext cx="14541900" cy="35799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7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Core concepts</a:t>
            </a:r>
            <a:endParaRPr b="1" i="1" sz="3799">
              <a:solidFill>
                <a:schemeClr val="dk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3799">
              <a:solidFill>
                <a:srgbClr val="191D0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4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</a:t>
            </a:r>
            <a:r>
              <a:rPr b="1" i="1" lang="en-US" sz="34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Push action</a:t>
            </a:r>
            <a:r>
              <a:rPr i="1" lang="en-US" sz="2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i="1" lang="en-US" sz="2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(Uploading): Sending your local commits to the remote repository so your team can see them.</a:t>
            </a:r>
            <a:endParaRPr i="1" sz="2999">
              <a:solidFill>
                <a:srgbClr val="191D0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999">
              <a:solidFill>
                <a:srgbClr val="191D0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2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</a:t>
            </a:r>
            <a:r>
              <a:rPr b="1" i="1" lang="en-US" sz="32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Pull action </a:t>
            </a:r>
            <a:r>
              <a:rPr i="1" lang="en-US" sz="30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(Downloading, Checkout): Fetching the latest changes from the remote repository and merging them into your computer.</a:t>
            </a:r>
            <a:endParaRPr i="1" sz="2799">
              <a:solidFill>
                <a:srgbClr val="191D0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89" name="Google Shape;1189;p21"/>
          <p:cNvSpPr txBox="1"/>
          <p:nvPr/>
        </p:nvSpPr>
        <p:spPr>
          <a:xfrm>
            <a:off x="3915600" y="2076975"/>
            <a:ext cx="11531700" cy="18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3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</a:t>
            </a:r>
            <a:r>
              <a:rPr b="1" i="1" lang="en-US" sz="33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Two Worlds</a:t>
            </a:r>
            <a:r>
              <a:rPr i="1" lang="en-US" sz="33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 Your project lives in two places</a:t>
            </a:r>
            <a:endParaRPr i="1" sz="2999">
              <a:solidFill>
                <a:srgbClr val="191D0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999">
              <a:solidFill>
                <a:srgbClr val="191D0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037" lvl="0" marL="9144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rgbClr val="191D0F"/>
              </a:buClr>
              <a:buSzPts val="2999"/>
              <a:buFont typeface="Barlow Condensed"/>
              <a:buChar char="●"/>
            </a:pPr>
            <a:r>
              <a:rPr b="1" i="1" lang="en-US" sz="2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Local Repository:</a:t>
            </a:r>
            <a:r>
              <a:rPr i="1" lang="en-US" sz="2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On your own computer (offline, private, fast).</a:t>
            </a:r>
            <a:endParaRPr i="1" sz="2999">
              <a:solidFill>
                <a:srgbClr val="191D0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037" lvl="0" marL="9144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rgbClr val="191D0F"/>
              </a:buClr>
              <a:buSzPts val="2999"/>
              <a:buFont typeface="Barlow Condensed"/>
              <a:buChar char="●"/>
            </a:pPr>
            <a:r>
              <a:rPr b="1" i="1" lang="en-US" sz="2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Remote Repository:</a:t>
            </a:r>
            <a:r>
              <a:rPr i="1" lang="en-US" sz="2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On a cloud server like GitHub (online, shared, backup).</a:t>
            </a:r>
            <a:endParaRPr i="1" sz="2999">
              <a:solidFill>
                <a:srgbClr val="191D0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190" name="Google Shape;1190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97675" y="7762775"/>
            <a:ext cx="10668000" cy="225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7B9CE"/>
        </a:solidFill>
      </p:bgPr>
    </p:bg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95" name="Google Shape;1195;p22"/>
          <p:cNvCxnSpPr/>
          <p:nvPr/>
        </p:nvCxnSpPr>
        <p:spPr>
          <a:xfrm>
            <a:off x="1051792" y="1798524"/>
            <a:ext cx="172593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6" name="Google Shape;1196;p22"/>
          <p:cNvCxnSpPr/>
          <p:nvPr/>
        </p:nvCxnSpPr>
        <p:spPr>
          <a:xfrm rot="-5400000">
            <a:off x="-4105275" y="5119688"/>
            <a:ext cx="102870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7" name="Google Shape;1197;p22"/>
          <p:cNvSpPr txBox="1"/>
          <p:nvPr/>
        </p:nvSpPr>
        <p:spPr>
          <a:xfrm>
            <a:off x="1592775" y="373150"/>
            <a:ext cx="16254600" cy="12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18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(BRIEF) HISTORY OF VERSION CONTROL SYSTEMS</a:t>
            </a:r>
            <a:endParaRPr/>
          </a:p>
        </p:txBody>
      </p:sp>
      <p:grpSp>
        <p:nvGrpSpPr>
          <p:cNvPr id="1198" name="Google Shape;1198;p22"/>
          <p:cNvGrpSpPr/>
          <p:nvPr/>
        </p:nvGrpSpPr>
        <p:grpSpPr>
          <a:xfrm>
            <a:off x="216606" y="6304895"/>
            <a:ext cx="642914" cy="632256"/>
            <a:chOff x="63500" y="63500"/>
            <a:chExt cx="988187" cy="971804"/>
          </a:xfrm>
        </p:grpSpPr>
        <p:sp>
          <p:nvSpPr>
            <p:cNvPr id="1199" name="Google Shape;1199;p22"/>
            <p:cNvSpPr/>
            <p:nvPr/>
          </p:nvSpPr>
          <p:spPr>
            <a:xfrm>
              <a:off x="857250" y="840994"/>
              <a:ext cx="129540" cy="129540"/>
            </a:xfrm>
            <a:custGeom>
              <a:rect b="b" l="l" r="r" t="t"/>
              <a:pathLst>
                <a:path extrusionOk="0" h="129540" w="129540">
                  <a:moveTo>
                    <a:pt x="64770" y="32385"/>
                  </a:moveTo>
                  <a:cubicBezTo>
                    <a:pt x="46863" y="32385"/>
                    <a:pt x="32385" y="46990"/>
                    <a:pt x="32385" y="64770"/>
                  </a:cubicBezTo>
                  <a:cubicBezTo>
                    <a:pt x="32385" y="82550"/>
                    <a:pt x="46990" y="97155"/>
                    <a:pt x="64770" y="97155"/>
                  </a:cubicBezTo>
                  <a:cubicBezTo>
                    <a:pt x="82550" y="97155"/>
                    <a:pt x="97155" y="82550"/>
                    <a:pt x="97155" y="64770"/>
                  </a:cubicBezTo>
                  <a:cubicBezTo>
                    <a:pt x="97155" y="46990"/>
                    <a:pt x="82550" y="32385"/>
                    <a:pt x="64770" y="32385"/>
                  </a:cubicBezTo>
                  <a:moveTo>
                    <a:pt x="64770" y="129540"/>
                  </a:moveTo>
                  <a:cubicBezTo>
                    <a:pt x="29083" y="129540"/>
                    <a:pt x="0" y="100457"/>
                    <a:pt x="0" y="64770"/>
                  </a:cubicBezTo>
                  <a:cubicBezTo>
                    <a:pt x="0" y="29083"/>
                    <a:pt x="29083" y="0"/>
                    <a:pt x="64770" y="0"/>
                  </a:cubicBezTo>
                  <a:cubicBezTo>
                    <a:pt x="100457" y="0"/>
                    <a:pt x="129540" y="29083"/>
                    <a:pt x="129540" y="64770"/>
                  </a:cubicBezTo>
                  <a:cubicBezTo>
                    <a:pt x="129540" y="100457"/>
                    <a:pt x="100457" y="129540"/>
                    <a:pt x="64770" y="1295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22"/>
            <p:cNvSpPr/>
            <p:nvPr/>
          </p:nvSpPr>
          <p:spPr>
            <a:xfrm>
              <a:off x="905764" y="225552"/>
              <a:ext cx="32512" cy="647827"/>
            </a:xfrm>
            <a:custGeom>
              <a:rect b="b" l="l" r="r" t="t"/>
              <a:pathLst>
                <a:path extrusionOk="0" h="647827" w="32512">
                  <a:moveTo>
                    <a:pt x="16256" y="647827"/>
                  </a:moveTo>
                  <a:lnTo>
                    <a:pt x="0" y="640588"/>
                  </a:lnTo>
                  <a:lnTo>
                    <a:pt x="0" y="16129"/>
                  </a:lnTo>
                  <a:cubicBezTo>
                    <a:pt x="0" y="7112"/>
                    <a:pt x="7239" y="0"/>
                    <a:pt x="16256" y="0"/>
                  </a:cubicBezTo>
                  <a:lnTo>
                    <a:pt x="32512" y="7239"/>
                  </a:lnTo>
                  <a:lnTo>
                    <a:pt x="32512" y="631698"/>
                  </a:lnTo>
                  <a:cubicBezTo>
                    <a:pt x="32512" y="640588"/>
                    <a:pt x="25273" y="647827"/>
                    <a:pt x="16256" y="64782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22"/>
            <p:cNvSpPr/>
            <p:nvPr/>
          </p:nvSpPr>
          <p:spPr>
            <a:xfrm>
              <a:off x="121679" y="510286"/>
              <a:ext cx="44042" cy="38989"/>
            </a:xfrm>
            <a:custGeom>
              <a:rect b="b" l="l" r="r" t="t"/>
              <a:pathLst>
                <a:path extrusionOk="0" h="38989" w="44042">
                  <a:moveTo>
                    <a:pt x="27927" y="38989"/>
                  </a:moveTo>
                  <a:lnTo>
                    <a:pt x="23990" y="38608"/>
                  </a:lnTo>
                  <a:lnTo>
                    <a:pt x="10401" y="33401"/>
                  </a:lnTo>
                  <a:cubicBezTo>
                    <a:pt x="2019" y="30226"/>
                    <a:pt x="-2172" y="20828"/>
                    <a:pt x="1130" y="12446"/>
                  </a:cubicBezTo>
                  <a:lnTo>
                    <a:pt x="13703" y="0"/>
                  </a:lnTo>
                  <a:lnTo>
                    <a:pt x="33642" y="7620"/>
                  </a:lnTo>
                  <a:cubicBezTo>
                    <a:pt x="42024" y="10795"/>
                    <a:pt x="46215" y="20193"/>
                    <a:pt x="42913" y="28575"/>
                  </a:cubicBezTo>
                  <a:lnTo>
                    <a:pt x="34277" y="3898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22"/>
            <p:cNvSpPr/>
            <p:nvPr/>
          </p:nvSpPr>
          <p:spPr>
            <a:xfrm>
              <a:off x="180213" y="535721"/>
              <a:ext cx="620903" cy="90770"/>
            </a:xfrm>
            <a:custGeom>
              <a:rect b="b" l="l" r="r" t="t"/>
              <a:pathLst>
                <a:path extrusionOk="0" h="90770" w="620903">
                  <a:moveTo>
                    <a:pt x="476758" y="90770"/>
                  </a:moveTo>
                  <a:lnTo>
                    <a:pt x="300863" y="90770"/>
                  </a:lnTo>
                  <a:cubicBezTo>
                    <a:pt x="291211" y="90770"/>
                    <a:pt x="281813" y="88230"/>
                    <a:pt x="273431" y="83531"/>
                  </a:cubicBezTo>
                  <a:lnTo>
                    <a:pt x="193675" y="37938"/>
                  </a:lnTo>
                  <a:cubicBezTo>
                    <a:pt x="190246" y="36033"/>
                    <a:pt x="186309" y="34890"/>
                    <a:pt x="182245" y="34890"/>
                  </a:cubicBezTo>
                  <a:lnTo>
                    <a:pt x="32385" y="34890"/>
                  </a:lnTo>
                  <a:cubicBezTo>
                    <a:pt x="25527" y="34890"/>
                    <a:pt x="18923" y="33620"/>
                    <a:pt x="12446" y="31207"/>
                  </a:cubicBezTo>
                  <a:lnTo>
                    <a:pt x="0" y="18634"/>
                  </a:lnTo>
                  <a:cubicBezTo>
                    <a:pt x="6477" y="1997"/>
                    <a:pt x="15875" y="-2194"/>
                    <a:pt x="24130" y="981"/>
                  </a:cubicBezTo>
                  <a:lnTo>
                    <a:pt x="29464" y="2505"/>
                  </a:lnTo>
                  <a:lnTo>
                    <a:pt x="182372" y="2505"/>
                  </a:lnTo>
                  <a:cubicBezTo>
                    <a:pt x="192024" y="2505"/>
                    <a:pt x="201549" y="5045"/>
                    <a:pt x="209804" y="9744"/>
                  </a:cubicBezTo>
                  <a:lnTo>
                    <a:pt x="289560" y="55337"/>
                  </a:lnTo>
                  <a:cubicBezTo>
                    <a:pt x="292989" y="57242"/>
                    <a:pt x="296926" y="58385"/>
                    <a:pt x="300863" y="58385"/>
                  </a:cubicBezTo>
                  <a:lnTo>
                    <a:pt x="476758" y="58385"/>
                  </a:lnTo>
                  <a:cubicBezTo>
                    <a:pt x="480314" y="58385"/>
                    <a:pt x="483870" y="57496"/>
                    <a:pt x="486918" y="55972"/>
                  </a:cubicBezTo>
                  <a:lnTo>
                    <a:pt x="526288" y="36287"/>
                  </a:lnTo>
                  <a:cubicBezTo>
                    <a:pt x="533908" y="32477"/>
                    <a:pt x="542417" y="30445"/>
                    <a:pt x="551053" y="30445"/>
                  </a:cubicBezTo>
                  <a:lnTo>
                    <a:pt x="604647" y="30445"/>
                  </a:lnTo>
                  <a:cubicBezTo>
                    <a:pt x="613664" y="30445"/>
                    <a:pt x="620903" y="37684"/>
                    <a:pt x="620903" y="46574"/>
                  </a:cubicBezTo>
                  <a:lnTo>
                    <a:pt x="613664" y="62830"/>
                  </a:lnTo>
                  <a:lnTo>
                    <a:pt x="551053" y="62830"/>
                  </a:lnTo>
                  <a:cubicBezTo>
                    <a:pt x="547497" y="62830"/>
                    <a:pt x="543941" y="63719"/>
                    <a:pt x="540893" y="65243"/>
                  </a:cubicBezTo>
                  <a:lnTo>
                    <a:pt x="501523" y="84928"/>
                  </a:lnTo>
                  <a:cubicBezTo>
                    <a:pt x="493903" y="88738"/>
                    <a:pt x="485394" y="90770"/>
                    <a:pt x="476758" y="907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22"/>
            <p:cNvSpPr/>
            <p:nvPr/>
          </p:nvSpPr>
          <p:spPr>
            <a:xfrm>
              <a:off x="378206" y="705739"/>
              <a:ext cx="120232" cy="139192"/>
            </a:xfrm>
            <a:custGeom>
              <a:rect b="b" l="l" r="r" t="t"/>
              <a:pathLst>
                <a:path extrusionOk="0" h="139192" w="120232">
                  <a:moveTo>
                    <a:pt x="89916" y="139192"/>
                  </a:moveTo>
                  <a:lnTo>
                    <a:pt x="78232" y="135890"/>
                  </a:lnTo>
                  <a:cubicBezTo>
                    <a:pt x="65532" y="110490"/>
                    <a:pt x="68326" y="86995"/>
                    <a:pt x="82423" y="70104"/>
                  </a:cubicBezTo>
                  <a:lnTo>
                    <a:pt x="89408" y="53975"/>
                  </a:lnTo>
                  <a:cubicBezTo>
                    <a:pt x="81661" y="37465"/>
                    <a:pt x="73914" y="32512"/>
                    <a:pt x="64770" y="32512"/>
                  </a:cubicBezTo>
                  <a:lnTo>
                    <a:pt x="16256" y="32512"/>
                  </a:lnTo>
                  <a:cubicBezTo>
                    <a:pt x="7239" y="32512"/>
                    <a:pt x="0" y="25273"/>
                    <a:pt x="0" y="16256"/>
                  </a:cubicBezTo>
                  <a:lnTo>
                    <a:pt x="7239" y="0"/>
                  </a:lnTo>
                  <a:lnTo>
                    <a:pt x="64897" y="0"/>
                  </a:lnTo>
                  <a:cubicBezTo>
                    <a:pt x="86614" y="0"/>
                    <a:pt x="105791" y="12192"/>
                    <a:pt x="114935" y="31877"/>
                  </a:cubicBezTo>
                  <a:cubicBezTo>
                    <a:pt x="124079" y="51562"/>
                    <a:pt x="121285" y="74041"/>
                    <a:pt x="107315" y="90805"/>
                  </a:cubicBezTo>
                  <a:lnTo>
                    <a:pt x="100457" y="107569"/>
                  </a:lnTo>
                  <a:cubicBezTo>
                    <a:pt x="108585" y="123698"/>
                    <a:pt x="105283" y="133477"/>
                    <a:pt x="97282" y="137414"/>
                  </a:cubicBezTo>
                  <a:lnTo>
                    <a:pt x="92456" y="13906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22"/>
            <p:cNvSpPr/>
            <p:nvPr/>
          </p:nvSpPr>
          <p:spPr>
            <a:xfrm>
              <a:off x="322072" y="705866"/>
              <a:ext cx="49657" cy="32385"/>
            </a:xfrm>
            <a:custGeom>
              <a:rect b="b" l="l" r="r" t="t"/>
              <a:pathLst>
                <a:path extrusionOk="0" h="32385" w="49657">
                  <a:moveTo>
                    <a:pt x="33401" y="32385"/>
                  </a:moveTo>
                  <a:lnTo>
                    <a:pt x="16256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33401" y="0"/>
                  </a:lnTo>
                  <a:cubicBezTo>
                    <a:pt x="42418" y="0"/>
                    <a:pt x="49657" y="7239"/>
                    <a:pt x="49657" y="16256"/>
                  </a:cubicBezTo>
                  <a:lnTo>
                    <a:pt x="42418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22"/>
            <p:cNvSpPr/>
            <p:nvPr/>
          </p:nvSpPr>
          <p:spPr>
            <a:xfrm>
              <a:off x="247178" y="717997"/>
              <a:ext cx="67401" cy="46670"/>
            </a:xfrm>
            <a:custGeom>
              <a:rect b="b" l="l" r="r" t="t"/>
              <a:pathLst>
                <a:path extrusionOk="0" h="46670" w="67401">
                  <a:moveTo>
                    <a:pt x="15204" y="46670"/>
                  </a:moveTo>
                  <a:lnTo>
                    <a:pt x="2631" y="42733"/>
                  </a:lnTo>
                  <a:cubicBezTo>
                    <a:pt x="-3084" y="27874"/>
                    <a:pt x="1107" y="18603"/>
                    <a:pt x="9489" y="15301"/>
                  </a:cubicBezTo>
                  <a:lnTo>
                    <a:pt x="46446" y="1077"/>
                  </a:lnTo>
                  <a:cubicBezTo>
                    <a:pt x="54828" y="-2098"/>
                    <a:pt x="64226" y="1966"/>
                    <a:pt x="67401" y="10348"/>
                  </a:cubicBezTo>
                  <a:lnTo>
                    <a:pt x="66385" y="28128"/>
                  </a:lnTo>
                  <a:lnTo>
                    <a:pt x="21046" y="45527"/>
                  </a:lnTo>
                  <a:cubicBezTo>
                    <a:pt x="19141" y="46289"/>
                    <a:pt x="17109" y="46670"/>
                    <a:pt x="15204" y="466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22"/>
            <p:cNvSpPr/>
            <p:nvPr/>
          </p:nvSpPr>
          <p:spPr>
            <a:xfrm>
              <a:off x="719420" y="632964"/>
              <a:ext cx="70253" cy="65409"/>
            </a:xfrm>
            <a:custGeom>
              <a:rect b="b" l="l" r="r" t="t"/>
              <a:pathLst>
                <a:path extrusionOk="0" h="65409" w="70253">
                  <a:moveTo>
                    <a:pt x="20609" y="65409"/>
                  </a:moveTo>
                  <a:lnTo>
                    <a:pt x="11084" y="63377"/>
                  </a:lnTo>
                  <a:cubicBezTo>
                    <a:pt x="2321" y="53852"/>
                    <a:pt x="-346" y="45978"/>
                    <a:pt x="35" y="37596"/>
                  </a:cubicBezTo>
                  <a:cubicBezTo>
                    <a:pt x="543" y="27690"/>
                    <a:pt x="5369" y="17911"/>
                    <a:pt x="13243" y="10672"/>
                  </a:cubicBezTo>
                  <a:cubicBezTo>
                    <a:pt x="20101" y="4449"/>
                    <a:pt x="28483" y="766"/>
                    <a:pt x="36992" y="131"/>
                  </a:cubicBezTo>
                  <a:cubicBezTo>
                    <a:pt x="46898" y="-758"/>
                    <a:pt x="56169" y="2925"/>
                    <a:pt x="62519" y="9783"/>
                  </a:cubicBezTo>
                  <a:cubicBezTo>
                    <a:pt x="71409" y="19562"/>
                    <a:pt x="72806" y="34294"/>
                    <a:pt x="65821" y="47375"/>
                  </a:cubicBezTo>
                  <a:lnTo>
                    <a:pt x="51851" y="58297"/>
                  </a:lnTo>
                  <a:cubicBezTo>
                    <a:pt x="36484" y="50169"/>
                    <a:pt x="33309" y="41025"/>
                    <a:pt x="36611" y="33405"/>
                  </a:cubicBezTo>
                  <a:lnTo>
                    <a:pt x="35595" y="34167"/>
                  </a:lnTo>
                  <a:lnTo>
                    <a:pt x="32420" y="38866"/>
                  </a:lnTo>
                  <a:cubicBezTo>
                    <a:pt x="38516" y="45851"/>
                    <a:pt x="37627" y="55376"/>
                    <a:pt x="31023" y="61472"/>
                  </a:cubicBezTo>
                  <a:lnTo>
                    <a:pt x="24419" y="6540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22"/>
            <p:cNvSpPr/>
            <p:nvPr/>
          </p:nvSpPr>
          <p:spPr>
            <a:xfrm>
              <a:off x="580547" y="726757"/>
              <a:ext cx="87425" cy="82106"/>
            </a:xfrm>
            <a:custGeom>
              <a:rect b="b" l="l" r="r" t="t"/>
              <a:pathLst>
                <a:path extrusionOk="0" h="82106" w="87425">
                  <a:moveTo>
                    <a:pt x="30069" y="54801"/>
                  </a:moveTo>
                  <a:lnTo>
                    <a:pt x="30069" y="54801"/>
                  </a:lnTo>
                  <a:lnTo>
                    <a:pt x="30069" y="54801"/>
                  </a:lnTo>
                  <a:moveTo>
                    <a:pt x="18131" y="81852"/>
                  </a:moveTo>
                  <a:lnTo>
                    <a:pt x="9368" y="80074"/>
                  </a:lnTo>
                  <a:cubicBezTo>
                    <a:pt x="-7015" y="62040"/>
                    <a:pt x="-1046" y="37148"/>
                    <a:pt x="20544" y="17590"/>
                  </a:cubicBezTo>
                  <a:lnTo>
                    <a:pt x="48611" y="1461"/>
                  </a:lnTo>
                  <a:cubicBezTo>
                    <a:pt x="61438" y="-1968"/>
                    <a:pt x="73122" y="699"/>
                    <a:pt x="80488" y="8827"/>
                  </a:cubicBezTo>
                  <a:cubicBezTo>
                    <a:pt x="90521" y="19876"/>
                    <a:pt x="89632" y="37275"/>
                    <a:pt x="78075" y="54293"/>
                  </a:cubicBezTo>
                  <a:lnTo>
                    <a:pt x="62962" y="63564"/>
                  </a:lnTo>
                  <a:cubicBezTo>
                    <a:pt x="48230" y="53531"/>
                    <a:pt x="46325" y="43498"/>
                    <a:pt x="51278" y="36005"/>
                  </a:cubicBezTo>
                  <a:lnTo>
                    <a:pt x="51913" y="35116"/>
                  </a:lnTo>
                  <a:lnTo>
                    <a:pt x="45944" y="38291"/>
                  </a:lnTo>
                  <a:cubicBezTo>
                    <a:pt x="35149" y="48197"/>
                    <a:pt x="32355" y="54420"/>
                    <a:pt x="31720" y="57087"/>
                  </a:cubicBezTo>
                  <a:lnTo>
                    <a:pt x="34895" y="72454"/>
                  </a:lnTo>
                  <a:cubicBezTo>
                    <a:pt x="25878" y="80709"/>
                    <a:pt x="21941" y="82106"/>
                    <a:pt x="18131" y="821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22"/>
            <p:cNvSpPr/>
            <p:nvPr/>
          </p:nvSpPr>
          <p:spPr>
            <a:xfrm>
              <a:off x="584327" y="177351"/>
              <a:ext cx="66294" cy="45407"/>
            </a:xfrm>
            <a:custGeom>
              <a:rect b="b" l="l" r="r" t="t"/>
              <a:pathLst>
                <a:path extrusionOk="0" h="45407" w="66294">
                  <a:moveTo>
                    <a:pt x="49657" y="45280"/>
                  </a:moveTo>
                  <a:lnTo>
                    <a:pt x="39751" y="42994"/>
                  </a:lnTo>
                  <a:cubicBezTo>
                    <a:pt x="32258" y="32834"/>
                    <a:pt x="26543" y="31564"/>
                    <a:pt x="25019" y="32580"/>
                  </a:cubicBezTo>
                  <a:lnTo>
                    <a:pt x="7620" y="36390"/>
                  </a:lnTo>
                  <a:cubicBezTo>
                    <a:pt x="-3048" y="22039"/>
                    <a:pt x="-1397" y="11879"/>
                    <a:pt x="5715" y="6545"/>
                  </a:cubicBezTo>
                  <a:cubicBezTo>
                    <a:pt x="22606" y="-5901"/>
                    <a:pt x="48133" y="-59"/>
                    <a:pt x="62484" y="19499"/>
                  </a:cubicBezTo>
                  <a:lnTo>
                    <a:pt x="66294" y="36898"/>
                  </a:lnTo>
                  <a:cubicBezTo>
                    <a:pt x="56261" y="44264"/>
                    <a:pt x="52832" y="45407"/>
                    <a:pt x="49530" y="4540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22"/>
            <p:cNvSpPr/>
            <p:nvPr/>
          </p:nvSpPr>
          <p:spPr>
            <a:xfrm>
              <a:off x="175133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22"/>
            <p:cNvSpPr/>
            <p:nvPr/>
          </p:nvSpPr>
          <p:spPr>
            <a:xfrm>
              <a:off x="175133" y="316230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22"/>
            <p:cNvSpPr/>
            <p:nvPr/>
          </p:nvSpPr>
          <p:spPr>
            <a:xfrm>
              <a:off x="538226" y="372110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22"/>
            <p:cNvSpPr/>
            <p:nvPr/>
          </p:nvSpPr>
          <p:spPr>
            <a:xfrm>
              <a:off x="538226" y="204597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22"/>
            <p:cNvSpPr/>
            <p:nvPr/>
          </p:nvSpPr>
          <p:spPr>
            <a:xfrm>
              <a:off x="566166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22"/>
            <p:cNvSpPr/>
            <p:nvPr/>
          </p:nvSpPr>
          <p:spPr>
            <a:xfrm>
              <a:off x="370586" y="790956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22"/>
            <p:cNvSpPr/>
            <p:nvPr/>
          </p:nvSpPr>
          <p:spPr>
            <a:xfrm>
              <a:off x="398526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22"/>
            <p:cNvSpPr/>
            <p:nvPr/>
          </p:nvSpPr>
          <p:spPr>
            <a:xfrm>
              <a:off x="258953" y="59550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22"/>
            <p:cNvSpPr/>
            <p:nvPr/>
          </p:nvSpPr>
          <p:spPr>
            <a:xfrm>
              <a:off x="337820" y="254635"/>
              <a:ext cx="72771" cy="71882"/>
            </a:xfrm>
            <a:custGeom>
              <a:rect b="b" l="l" r="r" t="t"/>
              <a:pathLst>
                <a:path extrusionOk="0" h="71882" w="72771">
                  <a:moveTo>
                    <a:pt x="17653" y="71882"/>
                  </a:moveTo>
                  <a:lnTo>
                    <a:pt x="15621" y="71755"/>
                  </a:lnTo>
                  <a:lnTo>
                    <a:pt x="0" y="61341"/>
                  </a:lnTo>
                  <a:cubicBezTo>
                    <a:pt x="5969" y="30734"/>
                    <a:pt x="25781" y="0"/>
                    <a:pt x="56515" y="0"/>
                  </a:cubicBezTo>
                  <a:lnTo>
                    <a:pt x="72771" y="7239"/>
                  </a:lnTo>
                  <a:cubicBezTo>
                    <a:pt x="72771" y="25146"/>
                    <a:pt x="65532" y="32385"/>
                    <a:pt x="56515" y="32385"/>
                  </a:cubicBezTo>
                  <a:cubicBezTo>
                    <a:pt x="45720" y="32385"/>
                    <a:pt x="35560" y="48260"/>
                    <a:pt x="33528" y="58674"/>
                  </a:cubicBezTo>
                  <a:lnTo>
                    <a:pt x="25273" y="7175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22"/>
            <p:cNvSpPr/>
            <p:nvPr/>
          </p:nvSpPr>
          <p:spPr>
            <a:xfrm>
              <a:off x="406940" y="77309"/>
              <a:ext cx="195675" cy="104428"/>
            </a:xfrm>
            <a:custGeom>
              <a:rect b="b" l="l" r="r" t="t"/>
              <a:pathLst>
                <a:path extrusionOk="0" h="104428" w="195675">
                  <a:moveTo>
                    <a:pt x="15208" y="104428"/>
                  </a:moveTo>
                  <a:lnTo>
                    <a:pt x="2127" y="100110"/>
                  </a:lnTo>
                  <a:cubicBezTo>
                    <a:pt x="-2953" y="84870"/>
                    <a:pt x="1619" y="75726"/>
                    <a:pt x="10001" y="72805"/>
                  </a:cubicBezTo>
                  <a:lnTo>
                    <a:pt x="49117" y="57565"/>
                  </a:lnTo>
                  <a:lnTo>
                    <a:pt x="174339" y="1431"/>
                  </a:lnTo>
                  <a:cubicBezTo>
                    <a:pt x="182467" y="-2252"/>
                    <a:pt x="192119" y="1431"/>
                    <a:pt x="195675" y="9559"/>
                  </a:cubicBezTo>
                  <a:lnTo>
                    <a:pt x="195675" y="27339"/>
                  </a:lnTo>
                  <a:lnTo>
                    <a:pt x="62452" y="87029"/>
                  </a:lnTo>
                  <a:cubicBezTo>
                    <a:pt x="48736" y="93125"/>
                    <a:pt x="34512" y="98713"/>
                    <a:pt x="20288" y="103539"/>
                  </a:cubicBezTo>
                  <a:lnTo>
                    <a:pt x="16859" y="10442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22"/>
            <p:cNvSpPr/>
            <p:nvPr/>
          </p:nvSpPr>
          <p:spPr>
            <a:xfrm>
              <a:off x="331397" y="164918"/>
              <a:ext cx="51127" cy="35107"/>
            </a:xfrm>
            <a:custGeom>
              <a:rect b="b" l="l" r="r" t="t"/>
              <a:pathLst>
                <a:path extrusionOk="0" h="35107" w="51127">
                  <a:moveTo>
                    <a:pt x="15313" y="34980"/>
                  </a:moveTo>
                  <a:lnTo>
                    <a:pt x="581" y="29265"/>
                  </a:lnTo>
                  <a:cubicBezTo>
                    <a:pt x="-1959" y="12374"/>
                    <a:pt x="4137" y="4119"/>
                    <a:pt x="12900" y="2849"/>
                  </a:cubicBezTo>
                  <a:lnTo>
                    <a:pt x="25727" y="817"/>
                  </a:lnTo>
                  <a:cubicBezTo>
                    <a:pt x="40840" y="-2231"/>
                    <a:pt x="49476" y="3611"/>
                    <a:pt x="51127" y="12374"/>
                  </a:cubicBezTo>
                  <a:lnTo>
                    <a:pt x="47063" y="29646"/>
                  </a:lnTo>
                  <a:cubicBezTo>
                    <a:pt x="31442" y="32694"/>
                    <a:pt x="24584" y="33837"/>
                    <a:pt x="17726" y="34853"/>
                  </a:cubicBezTo>
                  <a:lnTo>
                    <a:pt x="16075" y="35107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22"/>
            <p:cNvSpPr/>
            <p:nvPr/>
          </p:nvSpPr>
          <p:spPr>
            <a:xfrm>
              <a:off x="264287" y="174137"/>
              <a:ext cx="43688" cy="34016"/>
            </a:xfrm>
            <a:custGeom>
              <a:rect b="b" l="l" r="r" t="t"/>
              <a:pathLst>
                <a:path extrusionOk="0" h="34016" w="43688">
                  <a:moveTo>
                    <a:pt x="15494" y="34016"/>
                  </a:moveTo>
                  <a:lnTo>
                    <a:pt x="381" y="27920"/>
                  </a:lnTo>
                  <a:cubicBezTo>
                    <a:pt x="-1651" y="10775"/>
                    <a:pt x="4699" y="2774"/>
                    <a:pt x="13589" y="1631"/>
                  </a:cubicBezTo>
                  <a:lnTo>
                    <a:pt x="25654" y="107"/>
                  </a:lnTo>
                  <a:cubicBezTo>
                    <a:pt x="34544" y="-909"/>
                    <a:pt x="42545" y="5441"/>
                    <a:pt x="43688" y="14331"/>
                  </a:cubicBezTo>
                  <a:lnTo>
                    <a:pt x="38354" y="31222"/>
                  </a:lnTo>
                  <a:lnTo>
                    <a:pt x="17399" y="33762"/>
                  </a:lnTo>
                  <a:lnTo>
                    <a:pt x="16129" y="3388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22"/>
            <p:cNvSpPr/>
            <p:nvPr/>
          </p:nvSpPr>
          <p:spPr>
            <a:xfrm>
              <a:off x="63500" y="63500"/>
              <a:ext cx="746506" cy="842391"/>
            </a:xfrm>
            <a:custGeom>
              <a:rect b="b" l="l" r="r" t="t"/>
              <a:pathLst>
                <a:path extrusionOk="0" h="842391" w="746506">
                  <a:moveTo>
                    <a:pt x="421132" y="842264"/>
                  </a:moveTo>
                  <a:cubicBezTo>
                    <a:pt x="188976" y="842264"/>
                    <a:pt x="0" y="653415"/>
                    <a:pt x="0" y="421132"/>
                  </a:cubicBezTo>
                  <a:cubicBezTo>
                    <a:pt x="0" y="188849"/>
                    <a:pt x="188976" y="0"/>
                    <a:pt x="421132" y="0"/>
                  </a:cubicBezTo>
                  <a:cubicBezTo>
                    <a:pt x="544449" y="0"/>
                    <a:pt x="661162" y="53975"/>
                    <a:pt x="741553" y="148082"/>
                  </a:cubicBezTo>
                  <a:lnTo>
                    <a:pt x="746506" y="165100"/>
                  </a:lnTo>
                  <a:cubicBezTo>
                    <a:pt x="732917" y="176657"/>
                    <a:pt x="722630" y="175895"/>
                    <a:pt x="716915" y="169164"/>
                  </a:cubicBezTo>
                  <a:cubicBezTo>
                    <a:pt x="642747" y="82169"/>
                    <a:pt x="534924" y="32385"/>
                    <a:pt x="421132" y="32385"/>
                  </a:cubicBezTo>
                  <a:cubicBezTo>
                    <a:pt x="206756" y="32385"/>
                    <a:pt x="32385" y="206756"/>
                    <a:pt x="32385" y="421132"/>
                  </a:cubicBezTo>
                  <a:cubicBezTo>
                    <a:pt x="32385" y="635508"/>
                    <a:pt x="206756" y="809879"/>
                    <a:pt x="421132" y="809879"/>
                  </a:cubicBezTo>
                  <a:cubicBezTo>
                    <a:pt x="531749" y="809879"/>
                    <a:pt x="637540" y="762381"/>
                    <a:pt x="711327" y="679577"/>
                  </a:cubicBezTo>
                  <a:lnTo>
                    <a:pt x="727583" y="672338"/>
                  </a:lnTo>
                  <a:cubicBezTo>
                    <a:pt x="740918" y="684276"/>
                    <a:pt x="741553" y="694436"/>
                    <a:pt x="735584" y="701167"/>
                  </a:cubicBezTo>
                  <a:cubicBezTo>
                    <a:pt x="655574" y="790956"/>
                    <a:pt x="541020" y="842391"/>
                    <a:pt x="421259" y="84239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22"/>
            <p:cNvSpPr/>
            <p:nvPr/>
          </p:nvSpPr>
          <p:spPr>
            <a:xfrm>
              <a:off x="792480" y="63500"/>
              <a:ext cx="259207" cy="971804"/>
            </a:xfrm>
            <a:custGeom>
              <a:rect b="b" l="l" r="r" t="t"/>
              <a:pathLst>
                <a:path extrusionOk="0" h="971804" w="259207">
                  <a:moveTo>
                    <a:pt x="129540" y="32385"/>
                  </a:moveTo>
                  <a:cubicBezTo>
                    <a:pt x="102743" y="32385"/>
                    <a:pt x="80899" y="54229"/>
                    <a:pt x="80899" y="81026"/>
                  </a:cubicBezTo>
                  <a:lnTo>
                    <a:pt x="80899" y="749300"/>
                  </a:lnTo>
                  <a:cubicBezTo>
                    <a:pt x="80899" y="754507"/>
                    <a:pt x="78359" y="759460"/>
                    <a:pt x="74041" y="762508"/>
                  </a:cubicBezTo>
                  <a:cubicBezTo>
                    <a:pt x="47498" y="781177"/>
                    <a:pt x="32385" y="810260"/>
                    <a:pt x="32385" y="842264"/>
                  </a:cubicBezTo>
                  <a:cubicBezTo>
                    <a:pt x="32385" y="895858"/>
                    <a:pt x="75946" y="939419"/>
                    <a:pt x="129540" y="939419"/>
                  </a:cubicBezTo>
                  <a:cubicBezTo>
                    <a:pt x="183134" y="939419"/>
                    <a:pt x="226695" y="895858"/>
                    <a:pt x="226695" y="842264"/>
                  </a:cubicBezTo>
                  <a:cubicBezTo>
                    <a:pt x="226695" y="810260"/>
                    <a:pt x="211455" y="781177"/>
                    <a:pt x="185039" y="762508"/>
                  </a:cubicBezTo>
                  <a:lnTo>
                    <a:pt x="178181" y="754507"/>
                  </a:lnTo>
                  <a:lnTo>
                    <a:pt x="178181" y="81026"/>
                  </a:lnTo>
                  <a:cubicBezTo>
                    <a:pt x="178181" y="54229"/>
                    <a:pt x="156337" y="32385"/>
                    <a:pt x="129540" y="32385"/>
                  </a:cubicBezTo>
                  <a:moveTo>
                    <a:pt x="129540" y="971804"/>
                  </a:moveTo>
                  <a:cubicBezTo>
                    <a:pt x="58039" y="971804"/>
                    <a:pt x="0" y="913638"/>
                    <a:pt x="0" y="842264"/>
                  </a:cubicBezTo>
                  <a:cubicBezTo>
                    <a:pt x="0" y="802386"/>
                    <a:pt x="17653" y="766064"/>
                    <a:pt x="48641" y="741172"/>
                  </a:cubicBezTo>
                  <a:lnTo>
                    <a:pt x="48641" y="81026"/>
                  </a:lnTo>
                  <a:cubicBezTo>
                    <a:pt x="48514" y="36322"/>
                    <a:pt x="84836" y="0"/>
                    <a:pt x="129540" y="0"/>
                  </a:cubicBezTo>
                  <a:cubicBezTo>
                    <a:pt x="174244" y="0"/>
                    <a:pt x="210566" y="36322"/>
                    <a:pt x="210566" y="81026"/>
                  </a:cubicBezTo>
                  <a:lnTo>
                    <a:pt x="210566" y="741172"/>
                  </a:lnTo>
                  <a:cubicBezTo>
                    <a:pt x="241554" y="766064"/>
                    <a:pt x="259207" y="802386"/>
                    <a:pt x="259207" y="842264"/>
                  </a:cubicBezTo>
                  <a:cubicBezTo>
                    <a:pt x="259207" y="913765"/>
                    <a:pt x="201041" y="971804"/>
                    <a:pt x="129667" y="97180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22"/>
            <p:cNvSpPr/>
            <p:nvPr/>
          </p:nvSpPr>
          <p:spPr>
            <a:xfrm>
              <a:off x="938276" y="355092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22"/>
            <p:cNvSpPr/>
            <p:nvPr/>
          </p:nvSpPr>
          <p:spPr>
            <a:xfrm>
              <a:off x="938276" y="257937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22"/>
            <p:cNvSpPr/>
            <p:nvPr/>
          </p:nvSpPr>
          <p:spPr>
            <a:xfrm>
              <a:off x="938276" y="549402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22"/>
            <p:cNvSpPr/>
            <p:nvPr/>
          </p:nvSpPr>
          <p:spPr>
            <a:xfrm>
              <a:off x="938276" y="452247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22"/>
            <p:cNvSpPr/>
            <p:nvPr/>
          </p:nvSpPr>
          <p:spPr>
            <a:xfrm>
              <a:off x="938276" y="743839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22"/>
            <p:cNvSpPr/>
            <p:nvPr/>
          </p:nvSpPr>
          <p:spPr>
            <a:xfrm>
              <a:off x="938276" y="646684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9" name="Google Shape;1229;p22"/>
          <p:cNvSpPr/>
          <p:nvPr/>
        </p:nvSpPr>
        <p:spPr>
          <a:xfrm>
            <a:off x="233877" y="502191"/>
            <a:ext cx="608364" cy="610534"/>
          </a:xfrm>
          <a:custGeom>
            <a:rect b="b" l="l" r="r" t="t"/>
            <a:pathLst>
              <a:path extrusionOk="0" h="939283" w="935944">
                <a:moveTo>
                  <a:pt x="594308" y="304156"/>
                </a:moveTo>
                <a:cubicBezTo>
                  <a:pt x="562304" y="328794"/>
                  <a:pt x="536650" y="358512"/>
                  <a:pt x="515060" y="395850"/>
                </a:cubicBezTo>
                <a:lnTo>
                  <a:pt x="522934" y="395596"/>
                </a:lnTo>
                <a:cubicBezTo>
                  <a:pt x="536523" y="387976"/>
                  <a:pt x="547953" y="381118"/>
                  <a:pt x="559256" y="374387"/>
                </a:cubicBezTo>
                <a:lnTo>
                  <a:pt x="562177" y="372355"/>
                </a:lnTo>
                <a:cubicBezTo>
                  <a:pt x="576147" y="350003"/>
                  <a:pt x="587069" y="328032"/>
                  <a:pt x="594308" y="304156"/>
                </a:cubicBezTo>
                <a:moveTo>
                  <a:pt x="385774" y="620259"/>
                </a:moveTo>
                <a:cubicBezTo>
                  <a:pt x="338784" y="635118"/>
                  <a:pt x="293826" y="676901"/>
                  <a:pt x="284682" y="713477"/>
                </a:cubicBezTo>
                <a:cubicBezTo>
                  <a:pt x="324560" y="689474"/>
                  <a:pt x="357834" y="659121"/>
                  <a:pt x="385774" y="620259"/>
                </a:cubicBezTo>
                <a:moveTo>
                  <a:pt x="626312" y="347209"/>
                </a:moveTo>
                <a:cubicBezTo>
                  <a:pt x="636218" y="344034"/>
                  <a:pt x="646632" y="342891"/>
                  <a:pt x="655522" y="335017"/>
                </a:cubicBezTo>
                <a:cubicBezTo>
                  <a:pt x="675715" y="317110"/>
                  <a:pt x="694257" y="297806"/>
                  <a:pt x="709243" y="275454"/>
                </a:cubicBezTo>
                <a:lnTo>
                  <a:pt x="730452" y="240910"/>
                </a:lnTo>
                <a:cubicBezTo>
                  <a:pt x="729690" y="239894"/>
                  <a:pt x="728928" y="238878"/>
                  <a:pt x="728166" y="237862"/>
                </a:cubicBezTo>
                <a:lnTo>
                  <a:pt x="664031" y="260341"/>
                </a:lnTo>
                <a:cubicBezTo>
                  <a:pt x="654379" y="263643"/>
                  <a:pt x="649934" y="269485"/>
                  <a:pt x="647394" y="279518"/>
                </a:cubicBezTo>
                <a:lnTo>
                  <a:pt x="626312" y="347209"/>
                </a:lnTo>
                <a:moveTo>
                  <a:pt x="325322" y="574666"/>
                </a:moveTo>
                <a:lnTo>
                  <a:pt x="243661" y="575428"/>
                </a:lnTo>
                <a:cubicBezTo>
                  <a:pt x="176605" y="571745"/>
                  <a:pt x="155142" y="570094"/>
                  <a:pt x="98627" y="534026"/>
                </a:cubicBezTo>
                <a:cubicBezTo>
                  <a:pt x="87451" y="526914"/>
                  <a:pt x="84530" y="514341"/>
                  <a:pt x="91007" y="503927"/>
                </a:cubicBezTo>
                <a:cubicBezTo>
                  <a:pt x="97611" y="493386"/>
                  <a:pt x="110311" y="490465"/>
                  <a:pt x="121995" y="497831"/>
                </a:cubicBezTo>
                <a:cubicBezTo>
                  <a:pt x="161238" y="522469"/>
                  <a:pt x="163397" y="519929"/>
                  <a:pt x="209117" y="528057"/>
                </a:cubicBezTo>
                <a:cubicBezTo>
                  <a:pt x="251916" y="535677"/>
                  <a:pt x="294715" y="535042"/>
                  <a:pt x="337387" y="526787"/>
                </a:cubicBezTo>
                <a:lnTo>
                  <a:pt x="340562" y="525771"/>
                </a:lnTo>
                <a:lnTo>
                  <a:pt x="340308" y="518786"/>
                </a:lnTo>
                <a:cubicBezTo>
                  <a:pt x="285444" y="459985"/>
                  <a:pt x="221055" y="423790"/>
                  <a:pt x="144855" y="409820"/>
                </a:cubicBezTo>
                <a:cubicBezTo>
                  <a:pt x="122249" y="405756"/>
                  <a:pt x="45668" y="401819"/>
                  <a:pt x="22681" y="400168"/>
                </a:cubicBezTo>
                <a:lnTo>
                  <a:pt x="5790" y="396485"/>
                </a:lnTo>
                <a:cubicBezTo>
                  <a:pt x="-1957" y="379975"/>
                  <a:pt x="-1195" y="372482"/>
                  <a:pt x="3758" y="365624"/>
                </a:cubicBezTo>
                <a:lnTo>
                  <a:pt x="15569" y="356988"/>
                </a:lnTo>
                <a:cubicBezTo>
                  <a:pt x="86943" y="356353"/>
                  <a:pt x="200354" y="373879"/>
                  <a:pt x="257123" y="402200"/>
                </a:cubicBezTo>
                <a:cubicBezTo>
                  <a:pt x="286968" y="417059"/>
                  <a:pt x="314400" y="435474"/>
                  <a:pt x="339546" y="457445"/>
                </a:cubicBezTo>
                <a:lnTo>
                  <a:pt x="343483" y="460493"/>
                </a:lnTo>
                <a:lnTo>
                  <a:pt x="353135" y="448936"/>
                </a:lnTo>
                <a:cubicBezTo>
                  <a:pt x="331037" y="426203"/>
                  <a:pt x="318083" y="415408"/>
                  <a:pt x="302335" y="407153"/>
                </a:cubicBezTo>
                <a:lnTo>
                  <a:pt x="253440" y="376165"/>
                </a:lnTo>
                <a:cubicBezTo>
                  <a:pt x="234263" y="366513"/>
                  <a:pt x="214070" y="357750"/>
                  <a:pt x="193369" y="353051"/>
                </a:cubicBezTo>
                <a:lnTo>
                  <a:pt x="115518" y="343399"/>
                </a:lnTo>
                <a:cubicBezTo>
                  <a:pt x="101421" y="342002"/>
                  <a:pt x="92150" y="335525"/>
                  <a:pt x="91134" y="323714"/>
                </a:cubicBezTo>
                <a:cubicBezTo>
                  <a:pt x="89864" y="310633"/>
                  <a:pt x="99008" y="299584"/>
                  <a:pt x="112724" y="300219"/>
                </a:cubicBezTo>
                <a:lnTo>
                  <a:pt x="176478" y="304791"/>
                </a:lnTo>
                <a:cubicBezTo>
                  <a:pt x="179018" y="304918"/>
                  <a:pt x="181558" y="305426"/>
                  <a:pt x="185495" y="305807"/>
                </a:cubicBezTo>
                <a:lnTo>
                  <a:pt x="183082" y="301235"/>
                </a:lnTo>
                <a:cubicBezTo>
                  <a:pt x="171144" y="279264"/>
                  <a:pt x="136219" y="207890"/>
                  <a:pt x="125932" y="187316"/>
                </a:cubicBezTo>
                <a:cubicBezTo>
                  <a:pt x="118566" y="172457"/>
                  <a:pt x="123011" y="159630"/>
                  <a:pt x="135584" y="154550"/>
                </a:cubicBezTo>
                <a:cubicBezTo>
                  <a:pt x="147903" y="149597"/>
                  <a:pt x="159079" y="155312"/>
                  <a:pt x="165429" y="170171"/>
                </a:cubicBezTo>
                <a:cubicBezTo>
                  <a:pt x="178383" y="200397"/>
                  <a:pt x="218769" y="279391"/>
                  <a:pt x="240613" y="304029"/>
                </a:cubicBezTo>
                <a:cubicBezTo>
                  <a:pt x="254837" y="320031"/>
                  <a:pt x="269950" y="334509"/>
                  <a:pt x="289762" y="344161"/>
                </a:cubicBezTo>
                <a:lnTo>
                  <a:pt x="331164" y="370704"/>
                </a:lnTo>
                <a:cubicBezTo>
                  <a:pt x="350468" y="385436"/>
                  <a:pt x="373074" y="390897"/>
                  <a:pt x="395680" y="396358"/>
                </a:cubicBezTo>
                <a:lnTo>
                  <a:pt x="406983" y="391786"/>
                </a:lnTo>
                <a:cubicBezTo>
                  <a:pt x="420445" y="388230"/>
                  <a:pt x="421715" y="383277"/>
                  <a:pt x="422985" y="376546"/>
                </a:cubicBezTo>
                <a:cubicBezTo>
                  <a:pt x="425271" y="364608"/>
                  <a:pt x="423620" y="353813"/>
                  <a:pt x="420064" y="342129"/>
                </a:cubicBezTo>
                <a:lnTo>
                  <a:pt x="401522" y="266818"/>
                </a:lnTo>
                <a:cubicBezTo>
                  <a:pt x="400633" y="263008"/>
                  <a:pt x="399490" y="258944"/>
                  <a:pt x="397458" y="255642"/>
                </a:cubicBezTo>
                <a:cubicBezTo>
                  <a:pt x="373709" y="217034"/>
                  <a:pt x="343229" y="184649"/>
                  <a:pt x="306526" y="158233"/>
                </a:cubicBezTo>
                <a:lnTo>
                  <a:pt x="297509" y="150740"/>
                </a:lnTo>
                <a:cubicBezTo>
                  <a:pt x="290143" y="137659"/>
                  <a:pt x="293064" y="127118"/>
                  <a:pt x="300430" y="120895"/>
                </a:cubicBezTo>
                <a:cubicBezTo>
                  <a:pt x="307796" y="114672"/>
                  <a:pt x="318591" y="113402"/>
                  <a:pt x="326846" y="120006"/>
                </a:cubicBezTo>
                <a:lnTo>
                  <a:pt x="387298" y="171568"/>
                </a:lnTo>
                <a:cubicBezTo>
                  <a:pt x="391997" y="175632"/>
                  <a:pt x="395934" y="180712"/>
                  <a:pt x="400887" y="186173"/>
                </a:cubicBezTo>
                <a:lnTo>
                  <a:pt x="408380" y="148200"/>
                </a:lnTo>
                <a:cubicBezTo>
                  <a:pt x="412317" y="133214"/>
                  <a:pt x="446099" y="30217"/>
                  <a:pt x="451306" y="15612"/>
                </a:cubicBezTo>
                <a:cubicBezTo>
                  <a:pt x="455751" y="2658"/>
                  <a:pt x="467562" y="-2803"/>
                  <a:pt x="479373" y="1388"/>
                </a:cubicBezTo>
                <a:cubicBezTo>
                  <a:pt x="490930" y="5579"/>
                  <a:pt x="496264" y="17644"/>
                  <a:pt x="491438" y="30725"/>
                </a:cubicBezTo>
                <a:cubicBezTo>
                  <a:pt x="478484" y="66285"/>
                  <a:pt x="442543" y="190872"/>
                  <a:pt x="442416" y="228845"/>
                </a:cubicBezTo>
                <a:cubicBezTo>
                  <a:pt x="442289" y="243069"/>
                  <a:pt x="445337" y="255515"/>
                  <a:pt x="454354" y="267580"/>
                </a:cubicBezTo>
                <a:lnTo>
                  <a:pt x="457148" y="262119"/>
                </a:lnTo>
                <a:cubicBezTo>
                  <a:pt x="486104" y="203064"/>
                  <a:pt x="491565" y="184903"/>
                  <a:pt x="541730" y="147057"/>
                </a:cubicBezTo>
                <a:lnTo>
                  <a:pt x="557224" y="139437"/>
                </a:lnTo>
                <a:cubicBezTo>
                  <a:pt x="573480" y="147057"/>
                  <a:pt x="577544" y="153153"/>
                  <a:pt x="578179" y="161154"/>
                </a:cubicBezTo>
                <a:lnTo>
                  <a:pt x="574242" y="176902"/>
                </a:lnTo>
                <a:cubicBezTo>
                  <a:pt x="534364" y="206747"/>
                  <a:pt x="540587" y="207255"/>
                  <a:pt x="518362" y="241418"/>
                </a:cubicBezTo>
                <a:cubicBezTo>
                  <a:pt x="502741" y="265421"/>
                  <a:pt x="490422" y="291075"/>
                  <a:pt x="480770" y="318126"/>
                </a:cubicBezTo>
                <a:lnTo>
                  <a:pt x="477214" y="334128"/>
                </a:lnTo>
                <a:cubicBezTo>
                  <a:pt x="481786" y="348352"/>
                  <a:pt x="482802" y="354448"/>
                  <a:pt x="484326" y="361052"/>
                </a:cubicBezTo>
                <a:lnTo>
                  <a:pt x="514679" y="321047"/>
                </a:lnTo>
                <a:cubicBezTo>
                  <a:pt x="540333" y="289805"/>
                  <a:pt x="570686" y="263643"/>
                  <a:pt x="605357" y="242815"/>
                </a:cubicBezTo>
                <a:lnTo>
                  <a:pt x="613104" y="236719"/>
                </a:lnTo>
                <a:cubicBezTo>
                  <a:pt x="613485" y="207128"/>
                  <a:pt x="614247" y="139564"/>
                  <a:pt x="614882" y="116069"/>
                </a:cubicBezTo>
                <a:lnTo>
                  <a:pt x="614501" y="111497"/>
                </a:lnTo>
                <a:cubicBezTo>
                  <a:pt x="614120" y="95622"/>
                  <a:pt x="622756" y="85716"/>
                  <a:pt x="635075" y="85208"/>
                </a:cubicBezTo>
                <a:cubicBezTo>
                  <a:pt x="647013" y="84700"/>
                  <a:pt x="656919" y="93590"/>
                  <a:pt x="657554" y="106671"/>
                </a:cubicBezTo>
                <a:cubicBezTo>
                  <a:pt x="658316" y="126483"/>
                  <a:pt x="658316" y="190237"/>
                  <a:pt x="658570" y="210176"/>
                </a:cubicBezTo>
                <a:lnTo>
                  <a:pt x="658570" y="212970"/>
                </a:lnTo>
                <a:lnTo>
                  <a:pt x="666952" y="212462"/>
                </a:lnTo>
                <a:cubicBezTo>
                  <a:pt x="687780" y="206366"/>
                  <a:pt x="704544" y="201159"/>
                  <a:pt x="721689" y="196968"/>
                </a:cubicBezTo>
                <a:cubicBezTo>
                  <a:pt x="743406" y="191761"/>
                  <a:pt x="755725" y="204842"/>
                  <a:pt x="750391" y="227194"/>
                </a:cubicBezTo>
                <a:lnTo>
                  <a:pt x="754201" y="228210"/>
                </a:lnTo>
                <a:cubicBezTo>
                  <a:pt x="770330" y="233544"/>
                  <a:pt x="776553" y="247133"/>
                  <a:pt x="768679" y="260595"/>
                </a:cubicBezTo>
                <a:lnTo>
                  <a:pt x="730452" y="320158"/>
                </a:lnTo>
                <a:cubicBezTo>
                  <a:pt x="728166" y="323714"/>
                  <a:pt x="725118" y="326889"/>
                  <a:pt x="721308" y="331461"/>
                </a:cubicBezTo>
                <a:lnTo>
                  <a:pt x="727912" y="331842"/>
                </a:lnTo>
                <a:cubicBezTo>
                  <a:pt x="760043" y="331969"/>
                  <a:pt x="757757" y="329810"/>
                  <a:pt x="786586" y="336668"/>
                </a:cubicBezTo>
                <a:cubicBezTo>
                  <a:pt x="800683" y="339970"/>
                  <a:pt x="808049" y="350511"/>
                  <a:pt x="805255" y="362957"/>
                </a:cubicBezTo>
                <a:cubicBezTo>
                  <a:pt x="802461" y="375403"/>
                  <a:pt x="791412" y="382007"/>
                  <a:pt x="777188" y="378832"/>
                </a:cubicBezTo>
                <a:cubicBezTo>
                  <a:pt x="731595" y="368672"/>
                  <a:pt x="717244" y="372101"/>
                  <a:pt x="671270" y="381245"/>
                </a:cubicBezTo>
                <a:lnTo>
                  <a:pt x="663142" y="384039"/>
                </a:lnTo>
                <a:cubicBezTo>
                  <a:pt x="635329" y="403089"/>
                  <a:pt x="609421" y="416678"/>
                  <a:pt x="581735" y="427092"/>
                </a:cubicBezTo>
                <a:lnTo>
                  <a:pt x="572591" y="432807"/>
                </a:lnTo>
                <a:lnTo>
                  <a:pt x="567257" y="442840"/>
                </a:lnTo>
                <a:cubicBezTo>
                  <a:pt x="570051" y="451857"/>
                  <a:pt x="574242" y="457572"/>
                  <a:pt x="575131" y="463922"/>
                </a:cubicBezTo>
                <a:cubicBezTo>
                  <a:pt x="576782" y="474463"/>
                  <a:pt x="583513" y="479416"/>
                  <a:pt x="591895" y="483988"/>
                </a:cubicBezTo>
                <a:cubicBezTo>
                  <a:pt x="670254" y="527549"/>
                  <a:pt x="815161" y="520691"/>
                  <a:pt x="900378" y="493132"/>
                </a:cubicBezTo>
                <a:lnTo>
                  <a:pt x="904696" y="491608"/>
                </a:lnTo>
                <a:cubicBezTo>
                  <a:pt x="919428" y="487290"/>
                  <a:pt x="930985" y="492878"/>
                  <a:pt x="934795" y="504435"/>
                </a:cubicBezTo>
                <a:cubicBezTo>
                  <a:pt x="938478" y="515611"/>
                  <a:pt x="933144" y="527549"/>
                  <a:pt x="921079" y="531359"/>
                </a:cubicBezTo>
                <a:lnTo>
                  <a:pt x="865326" y="546599"/>
                </a:lnTo>
                <a:cubicBezTo>
                  <a:pt x="855293" y="549012"/>
                  <a:pt x="782014" y="564633"/>
                  <a:pt x="770203" y="566411"/>
                </a:cubicBezTo>
                <a:lnTo>
                  <a:pt x="775410" y="570602"/>
                </a:lnTo>
                <a:cubicBezTo>
                  <a:pt x="794206" y="587747"/>
                  <a:pt x="811351" y="602733"/>
                  <a:pt x="827607" y="618735"/>
                </a:cubicBezTo>
                <a:cubicBezTo>
                  <a:pt x="839037" y="630038"/>
                  <a:pt x="838910" y="643246"/>
                  <a:pt x="829131" y="652263"/>
                </a:cubicBezTo>
                <a:cubicBezTo>
                  <a:pt x="819352" y="661280"/>
                  <a:pt x="806525" y="659756"/>
                  <a:pt x="795730" y="647818"/>
                </a:cubicBezTo>
                <a:cubicBezTo>
                  <a:pt x="747470" y="594859"/>
                  <a:pt x="688161" y="561712"/>
                  <a:pt x="617676" y="548631"/>
                </a:cubicBezTo>
                <a:lnTo>
                  <a:pt x="580846" y="544186"/>
                </a:lnTo>
                <a:cubicBezTo>
                  <a:pt x="573988" y="543297"/>
                  <a:pt x="570559" y="545710"/>
                  <a:pt x="569924" y="552949"/>
                </a:cubicBezTo>
                <a:lnTo>
                  <a:pt x="616787" y="563109"/>
                </a:lnTo>
                <a:cubicBezTo>
                  <a:pt x="694003" y="583175"/>
                  <a:pt x="813383" y="677663"/>
                  <a:pt x="866596" y="736972"/>
                </a:cubicBezTo>
                <a:cubicBezTo>
                  <a:pt x="876121" y="747513"/>
                  <a:pt x="875994" y="760848"/>
                  <a:pt x="866596" y="769357"/>
                </a:cubicBezTo>
                <a:cubicBezTo>
                  <a:pt x="857071" y="777993"/>
                  <a:pt x="844371" y="776977"/>
                  <a:pt x="834465" y="765928"/>
                </a:cubicBezTo>
                <a:cubicBezTo>
                  <a:pt x="795984" y="723002"/>
                  <a:pt x="695781" y="637023"/>
                  <a:pt x="641933" y="616449"/>
                </a:cubicBezTo>
                <a:cubicBezTo>
                  <a:pt x="611580" y="604892"/>
                  <a:pt x="580084" y="598034"/>
                  <a:pt x="547826" y="594732"/>
                </a:cubicBezTo>
                <a:lnTo>
                  <a:pt x="533856" y="594732"/>
                </a:lnTo>
                <a:cubicBezTo>
                  <a:pt x="523442" y="603622"/>
                  <a:pt x="518108" y="606035"/>
                  <a:pt x="512901" y="609210"/>
                </a:cubicBezTo>
                <a:cubicBezTo>
                  <a:pt x="533348" y="642865"/>
                  <a:pt x="558494" y="671948"/>
                  <a:pt x="588593" y="696713"/>
                </a:cubicBezTo>
                <a:cubicBezTo>
                  <a:pt x="626820" y="728082"/>
                  <a:pt x="654633" y="741163"/>
                  <a:pt x="702131" y="754752"/>
                </a:cubicBezTo>
                <a:cubicBezTo>
                  <a:pt x="716736" y="758943"/>
                  <a:pt x="723594" y="770246"/>
                  <a:pt x="719657" y="782565"/>
                </a:cubicBezTo>
                <a:cubicBezTo>
                  <a:pt x="715720" y="794884"/>
                  <a:pt x="704417" y="800218"/>
                  <a:pt x="690320" y="796281"/>
                </a:cubicBezTo>
                <a:cubicBezTo>
                  <a:pt x="654887" y="786375"/>
                  <a:pt x="636599" y="780914"/>
                  <a:pt x="605103" y="761610"/>
                </a:cubicBezTo>
                <a:cubicBezTo>
                  <a:pt x="562304" y="735321"/>
                  <a:pt x="525982" y="701920"/>
                  <a:pt x="496010" y="661661"/>
                </a:cubicBezTo>
                <a:lnTo>
                  <a:pt x="493851" y="658994"/>
                </a:lnTo>
                <a:lnTo>
                  <a:pt x="496518" y="672837"/>
                </a:lnTo>
                <a:cubicBezTo>
                  <a:pt x="528141" y="745227"/>
                  <a:pt x="623264" y="846065"/>
                  <a:pt x="684732" y="882006"/>
                </a:cubicBezTo>
                <a:lnTo>
                  <a:pt x="686764" y="883149"/>
                </a:lnTo>
                <a:cubicBezTo>
                  <a:pt x="700353" y="891277"/>
                  <a:pt x="704290" y="903215"/>
                  <a:pt x="697940" y="914391"/>
                </a:cubicBezTo>
                <a:cubicBezTo>
                  <a:pt x="691590" y="925567"/>
                  <a:pt x="678763" y="929123"/>
                  <a:pt x="666444" y="921249"/>
                </a:cubicBezTo>
                <a:lnTo>
                  <a:pt x="611707" y="883403"/>
                </a:lnTo>
                <a:cubicBezTo>
                  <a:pt x="577544" y="856098"/>
                  <a:pt x="500201" y="772405"/>
                  <a:pt x="478357" y="734559"/>
                </a:cubicBezTo>
                <a:lnTo>
                  <a:pt x="476325" y="731384"/>
                </a:lnTo>
                <a:cubicBezTo>
                  <a:pt x="474166" y="742306"/>
                  <a:pt x="474420" y="754498"/>
                  <a:pt x="474039" y="766817"/>
                </a:cubicBezTo>
                <a:cubicBezTo>
                  <a:pt x="472769" y="811394"/>
                  <a:pt x="463752" y="854320"/>
                  <a:pt x="447623" y="895849"/>
                </a:cubicBezTo>
                <a:cubicBezTo>
                  <a:pt x="442670" y="908549"/>
                  <a:pt x="430478" y="913883"/>
                  <a:pt x="418921" y="909311"/>
                </a:cubicBezTo>
                <a:cubicBezTo>
                  <a:pt x="407872" y="904866"/>
                  <a:pt x="403046" y="893055"/>
                  <a:pt x="407237" y="880482"/>
                </a:cubicBezTo>
                <a:lnTo>
                  <a:pt x="410031" y="872862"/>
                </a:lnTo>
                <a:cubicBezTo>
                  <a:pt x="412571" y="865242"/>
                  <a:pt x="413714" y="861432"/>
                  <a:pt x="415746" y="855209"/>
                </a:cubicBezTo>
                <a:cubicBezTo>
                  <a:pt x="404697" y="869179"/>
                  <a:pt x="359485" y="916804"/>
                  <a:pt x="349833" y="928742"/>
                </a:cubicBezTo>
                <a:lnTo>
                  <a:pt x="337514" y="939283"/>
                </a:lnTo>
                <a:cubicBezTo>
                  <a:pt x="311479" y="934965"/>
                  <a:pt x="305256" y="916423"/>
                  <a:pt x="315797" y="901818"/>
                </a:cubicBezTo>
                <a:cubicBezTo>
                  <a:pt x="329894" y="882514"/>
                  <a:pt x="380186" y="827777"/>
                  <a:pt x="392505" y="807457"/>
                </a:cubicBezTo>
                <a:cubicBezTo>
                  <a:pt x="410158" y="777993"/>
                  <a:pt x="421842" y="745735"/>
                  <a:pt x="425906" y="711699"/>
                </a:cubicBezTo>
                <a:cubicBezTo>
                  <a:pt x="427684" y="696586"/>
                  <a:pt x="422096" y="680584"/>
                  <a:pt x="419556" y="664963"/>
                </a:cubicBezTo>
                <a:lnTo>
                  <a:pt x="417397" y="657851"/>
                </a:lnTo>
                <a:lnTo>
                  <a:pt x="412190" y="657343"/>
                </a:lnTo>
                <a:cubicBezTo>
                  <a:pt x="371931" y="708397"/>
                  <a:pt x="323925" y="745989"/>
                  <a:pt x="266648" y="771389"/>
                </a:cubicBezTo>
                <a:lnTo>
                  <a:pt x="257758" y="776596"/>
                </a:lnTo>
                <a:cubicBezTo>
                  <a:pt x="254583" y="797424"/>
                  <a:pt x="251789" y="811902"/>
                  <a:pt x="248868" y="826253"/>
                </a:cubicBezTo>
                <a:cubicBezTo>
                  <a:pt x="246328" y="838699"/>
                  <a:pt x="234898" y="846192"/>
                  <a:pt x="223214" y="843525"/>
                </a:cubicBezTo>
                <a:cubicBezTo>
                  <a:pt x="212546" y="841112"/>
                  <a:pt x="205688" y="831968"/>
                  <a:pt x="206577" y="820411"/>
                </a:cubicBezTo>
                <a:lnTo>
                  <a:pt x="210260" y="791201"/>
                </a:lnTo>
                <a:cubicBezTo>
                  <a:pt x="204926" y="793106"/>
                  <a:pt x="200100" y="794249"/>
                  <a:pt x="195782" y="796535"/>
                </a:cubicBezTo>
                <a:cubicBezTo>
                  <a:pt x="184225" y="802377"/>
                  <a:pt x="172668" y="799583"/>
                  <a:pt x="164667" y="788407"/>
                </a:cubicBezTo>
                <a:cubicBezTo>
                  <a:pt x="157936" y="779136"/>
                  <a:pt x="159206" y="767960"/>
                  <a:pt x="167715" y="759451"/>
                </a:cubicBezTo>
                <a:lnTo>
                  <a:pt x="172160" y="754879"/>
                </a:lnTo>
                <a:cubicBezTo>
                  <a:pt x="196163" y="712334"/>
                  <a:pt x="224357" y="677282"/>
                  <a:pt x="259028" y="647310"/>
                </a:cubicBezTo>
                <a:lnTo>
                  <a:pt x="261695" y="646167"/>
                </a:lnTo>
                <a:lnTo>
                  <a:pt x="261314" y="643373"/>
                </a:lnTo>
                <a:lnTo>
                  <a:pt x="219023" y="648961"/>
                </a:lnTo>
                <a:cubicBezTo>
                  <a:pt x="167207" y="653914"/>
                  <a:pt x="85292" y="648326"/>
                  <a:pt x="35889" y="631435"/>
                </a:cubicBezTo>
                <a:cubicBezTo>
                  <a:pt x="23189" y="627117"/>
                  <a:pt x="17093" y="615941"/>
                  <a:pt x="20649" y="604511"/>
                </a:cubicBezTo>
                <a:cubicBezTo>
                  <a:pt x="24459" y="592192"/>
                  <a:pt x="36270" y="586350"/>
                  <a:pt x="49859" y="590795"/>
                </a:cubicBezTo>
                <a:cubicBezTo>
                  <a:pt x="90118" y="604130"/>
                  <a:pt x="162508" y="609464"/>
                  <a:pt x="204799" y="606924"/>
                </a:cubicBezTo>
                <a:cubicBezTo>
                  <a:pt x="246201" y="604384"/>
                  <a:pt x="285444" y="593970"/>
                  <a:pt x="322909" y="576190"/>
                </a:cubicBezTo>
                <a:lnTo>
                  <a:pt x="325703" y="574412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30" name="Google Shape;1230;p22"/>
          <p:cNvGrpSpPr/>
          <p:nvPr/>
        </p:nvGrpSpPr>
        <p:grpSpPr>
          <a:xfrm>
            <a:off x="178004" y="7762777"/>
            <a:ext cx="720087" cy="727028"/>
            <a:chOff x="63500" y="63500"/>
            <a:chExt cx="1106805" cy="1117473"/>
          </a:xfrm>
        </p:grpSpPr>
        <p:sp>
          <p:nvSpPr>
            <p:cNvPr id="1231" name="Google Shape;1231;p22"/>
            <p:cNvSpPr/>
            <p:nvPr/>
          </p:nvSpPr>
          <p:spPr>
            <a:xfrm>
              <a:off x="452417" y="519747"/>
              <a:ext cx="530803" cy="322500"/>
            </a:xfrm>
            <a:custGeom>
              <a:rect b="b" l="l" r="r" t="t"/>
              <a:pathLst>
                <a:path extrusionOk="0" h="322500" w="530803">
                  <a:moveTo>
                    <a:pt x="300693" y="277051"/>
                  </a:moveTo>
                  <a:cubicBezTo>
                    <a:pt x="338031" y="274765"/>
                    <a:pt x="374099" y="269558"/>
                    <a:pt x="406738" y="250635"/>
                  </a:cubicBezTo>
                  <a:cubicBezTo>
                    <a:pt x="451950" y="224473"/>
                    <a:pt x="478747" y="185357"/>
                    <a:pt x="487637" y="133922"/>
                  </a:cubicBezTo>
                  <a:lnTo>
                    <a:pt x="488653" y="127064"/>
                  </a:lnTo>
                  <a:cubicBezTo>
                    <a:pt x="491828" y="110046"/>
                    <a:pt x="500845" y="103061"/>
                    <a:pt x="513418" y="104839"/>
                  </a:cubicBezTo>
                  <a:cubicBezTo>
                    <a:pt x="526372" y="106617"/>
                    <a:pt x="532087" y="114999"/>
                    <a:pt x="530563" y="129731"/>
                  </a:cubicBezTo>
                  <a:cubicBezTo>
                    <a:pt x="520657" y="223330"/>
                    <a:pt x="456014" y="297117"/>
                    <a:pt x="363304" y="316167"/>
                  </a:cubicBezTo>
                  <a:cubicBezTo>
                    <a:pt x="285961" y="332169"/>
                    <a:pt x="212555" y="317183"/>
                    <a:pt x="144229" y="278702"/>
                  </a:cubicBezTo>
                  <a:cubicBezTo>
                    <a:pt x="94191" y="250508"/>
                    <a:pt x="51138" y="214186"/>
                    <a:pt x="22817" y="162878"/>
                  </a:cubicBezTo>
                  <a:cubicBezTo>
                    <a:pt x="11768" y="142812"/>
                    <a:pt x="1608" y="121984"/>
                    <a:pt x="211" y="98489"/>
                  </a:cubicBezTo>
                  <a:cubicBezTo>
                    <a:pt x="-1948" y="59881"/>
                    <a:pt x="12403" y="29020"/>
                    <a:pt x="47455" y="10732"/>
                  </a:cubicBezTo>
                  <a:cubicBezTo>
                    <a:pt x="82634" y="-7683"/>
                    <a:pt x="115781" y="-1587"/>
                    <a:pt x="146134" y="22797"/>
                  </a:cubicBezTo>
                  <a:lnTo>
                    <a:pt x="170391" y="44260"/>
                  </a:lnTo>
                  <a:cubicBezTo>
                    <a:pt x="180932" y="55055"/>
                    <a:pt x="179789" y="65469"/>
                    <a:pt x="167978" y="76518"/>
                  </a:cubicBezTo>
                  <a:cubicBezTo>
                    <a:pt x="158072" y="85789"/>
                    <a:pt x="149817" y="85281"/>
                    <a:pt x="139149" y="74359"/>
                  </a:cubicBezTo>
                  <a:lnTo>
                    <a:pt x="120734" y="55055"/>
                  </a:lnTo>
                  <a:cubicBezTo>
                    <a:pt x="104097" y="40577"/>
                    <a:pt x="85301" y="37783"/>
                    <a:pt x="69807" y="46673"/>
                  </a:cubicBezTo>
                  <a:cubicBezTo>
                    <a:pt x="50503" y="57722"/>
                    <a:pt x="41232" y="77407"/>
                    <a:pt x="45042" y="99124"/>
                  </a:cubicBezTo>
                  <a:cubicBezTo>
                    <a:pt x="49487" y="123635"/>
                    <a:pt x="61044" y="144717"/>
                    <a:pt x="77046" y="163132"/>
                  </a:cubicBezTo>
                  <a:cubicBezTo>
                    <a:pt x="119972" y="212789"/>
                    <a:pt x="170391" y="251651"/>
                    <a:pt x="235542" y="267145"/>
                  </a:cubicBezTo>
                  <a:lnTo>
                    <a:pt x="300439" y="27705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22"/>
            <p:cNvSpPr/>
            <p:nvPr/>
          </p:nvSpPr>
          <p:spPr>
            <a:xfrm>
              <a:off x="277098" y="401210"/>
              <a:ext cx="478944" cy="315717"/>
            </a:xfrm>
            <a:custGeom>
              <a:rect b="b" l="l" r="r" t="t"/>
              <a:pathLst>
                <a:path extrusionOk="0" h="315717" w="478944">
                  <a:moveTo>
                    <a:pt x="178959" y="42020"/>
                  </a:moveTo>
                  <a:cubicBezTo>
                    <a:pt x="134890" y="42147"/>
                    <a:pt x="93996" y="51418"/>
                    <a:pt x="58817" y="79104"/>
                  </a:cubicBezTo>
                  <a:lnTo>
                    <a:pt x="38370" y="97773"/>
                  </a:lnTo>
                  <a:cubicBezTo>
                    <a:pt x="26813" y="108314"/>
                    <a:pt x="16780" y="108695"/>
                    <a:pt x="7382" y="99297"/>
                  </a:cubicBezTo>
                  <a:cubicBezTo>
                    <a:pt x="-2397" y="89518"/>
                    <a:pt x="-2651" y="79485"/>
                    <a:pt x="7763" y="68182"/>
                  </a:cubicBezTo>
                  <a:cubicBezTo>
                    <a:pt x="43196" y="30082"/>
                    <a:pt x="86757" y="6333"/>
                    <a:pt x="138446" y="1634"/>
                  </a:cubicBezTo>
                  <a:cubicBezTo>
                    <a:pt x="257191" y="-9161"/>
                    <a:pt x="354600" y="33765"/>
                    <a:pt x="431816" y="123554"/>
                  </a:cubicBezTo>
                  <a:cubicBezTo>
                    <a:pt x="452009" y="147049"/>
                    <a:pt x="469281" y="172322"/>
                    <a:pt x="476520" y="203564"/>
                  </a:cubicBezTo>
                  <a:cubicBezTo>
                    <a:pt x="485283" y="241410"/>
                    <a:pt x="469662" y="285352"/>
                    <a:pt x="439690" y="303894"/>
                  </a:cubicBezTo>
                  <a:cubicBezTo>
                    <a:pt x="408702" y="323071"/>
                    <a:pt x="361204" y="318499"/>
                    <a:pt x="331486" y="293226"/>
                  </a:cubicBezTo>
                  <a:lnTo>
                    <a:pt x="310404" y="272652"/>
                  </a:lnTo>
                  <a:cubicBezTo>
                    <a:pt x="299355" y="259444"/>
                    <a:pt x="304308" y="242680"/>
                    <a:pt x="320564" y="236330"/>
                  </a:cubicBezTo>
                  <a:lnTo>
                    <a:pt x="334788" y="236711"/>
                  </a:lnTo>
                  <a:cubicBezTo>
                    <a:pt x="348250" y="249411"/>
                    <a:pt x="355489" y="257539"/>
                    <a:pt x="363998" y="264016"/>
                  </a:cubicBezTo>
                  <a:cubicBezTo>
                    <a:pt x="378349" y="274938"/>
                    <a:pt x="394224" y="278494"/>
                    <a:pt x="411369" y="269985"/>
                  </a:cubicBezTo>
                  <a:cubicBezTo>
                    <a:pt x="428768" y="261349"/>
                    <a:pt x="435245" y="246871"/>
                    <a:pt x="436134" y="228075"/>
                  </a:cubicBezTo>
                  <a:cubicBezTo>
                    <a:pt x="436896" y="212073"/>
                    <a:pt x="433086" y="197595"/>
                    <a:pt x="424577" y="184514"/>
                  </a:cubicBezTo>
                  <a:cubicBezTo>
                    <a:pt x="366538" y="95995"/>
                    <a:pt x="286528" y="45068"/>
                    <a:pt x="179086" y="417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22"/>
            <p:cNvSpPr/>
            <p:nvPr/>
          </p:nvSpPr>
          <p:spPr>
            <a:xfrm>
              <a:off x="325981" y="253551"/>
              <a:ext cx="447026" cy="241876"/>
            </a:xfrm>
            <a:custGeom>
              <a:rect b="b" l="l" r="r" t="t"/>
              <a:pathLst>
                <a:path extrusionOk="0" h="241876" w="447026">
                  <a:moveTo>
                    <a:pt x="98072" y="40962"/>
                  </a:moveTo>
                  <a:lnTo>
                    <a:pt x="39652" y="52138"/>
                  </a:lnTo>
                  <a:cubicBezTo>
                    <a:pt x="34953" y="53027"/>
                    <a:pt x="30508" y="54932"/>
                    <a:pt x="25936" y="55948"/>
                  </a:cubicBezTo>
                  <a:cubicBezTo>
                    <a:pt x="13236" y="58615"/>
                    <a:pt x="5743" y="54551"/>
                    <a:pt x="1806" y="43375"/>
                  </a:cubicBezTo>
                  <a:cubicBezTo>
                    <a:pt x="-2385" y="31564"/>
                    <a:pt x="536" y="21277"/>
                    <a:pt x="12474" y="17594"/>
                  </a:cubicBezTo>
                  <a:lnTo>
                    <a:pt x="77117" y="2227"/>
                  </a:lnTo>
                  <a:cubicBezTo>
                    <a:pt x="140236" y="-6663"/>
                    <a:pt x="198021" y="12133"/>
                    <a:pt x="253647" y="39692"/>
                  </a:cubicBezTo>
                  <a:cubicBezTo>
                    <a:pt x="327053" y="76014"/>
                    <a:pt x="390045" y="125036"/>
                    <a:pt x="436019" y="193870"/>
                  </a:cubicBezTo>
                  <a:lnTo>
                    <a:pt x="443766" y="206316"/>
                  </a:lnTo>
                  <a:cubicBezTo>
                    <a:pt x="449735" y="221683"/>
                    <a:pt x="447068" y="229303"/>
                    <a:pt x="439321" y="234764"/>
                  </a:cubicBezTo>
                  <a:lnTo>
                    <a:pt x="423192" y="241876"/>
                  </a:lnTo>
                  <a:cubicBezTo>
                    <a:pt x="410111" y="230954"/>
                    <a:pt x="405412" y="225112"/>
                    <a:pt x="401348" y="219143"/>
                  </a:cubicBezTo>
                  <a:cubicBezTo>
                    <a:pt x="340769" y="129862"/>
                    <a:pt x="256187" y="75379"/>
                    <a:pt x="152809" y="48963"/>
                  </a:cubicBezTo>
                  <a:lnTo>
                    <a:pt x="98072" y="4096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22"/>
            <p:cNvSpPr/>
            <p:nvPr/>
          </p:nvSpPr>
          <p:spPr>
            <a:xfrm>
              <a:off x="432969" y="743106"/>
              <a:ext cx="446193" cy="239366"/>
            </a:xfrm>
            <a:custGeom>
              <a:rect b="b" l="l" r="r" t="t"/>
              <a:pathLst>
                <a:path extrusionOk="0" h="239366" w="446193">
                  <a:moveTo>
                    <a:pt x="348081" y="239366"/>
                  </a:moveTo>
                  <a:cubicBezTo>
                    <a:pt x="272389" y="237842"/>
                    <a:pt x="205206" y="214601"/>
                    <a:pt x="143738" y="174342"/>
                  </a:cubicBezTo>
                  <a:cubicBezTo>
                    <a:pt x="90525" y="139544"/>
                    <a:pt x="43281" y="98269"/>
                    <a:pt x="9118" y="43659"/>
                  </a:cubicBezTo>
                  <a:lnTo>
                    <a:pt x="3530" y="34261"/>
                  </a:lnTo>
                  <a:cubicBezTo>
                    <a:pt x="-3074" y="17497"/>
                    <a:pt x="-153" y="8988"/>
                    <a:pt x="10134" y="3400"/>
                  </a:cubicBezTo>
                  <a:cubicBezTo>
                    <a:pt x="20675" y="-2442"/>
                    <a:pt x="29057" y="-918"/>
                    <a:pt x="36804" y="9242"/>
                  </a:cubicBezTo>
                  <a:lnTo>
                    <a:pt x="79349" y="65503"/>
                  </a:lnTo>
                  <a:cubicBezTo>
                    <a:pt x="139928" y="131289"/>
                    <a:pt x="213080" y="176755"/>
                    <a:pt x="301472" y="195170"/>
                  </a:cubicBezTo>
                  <a:cubicBezTo>
                    <a:pt x="330301" y="201139"/>
                    <a:pt x="359003" y="198853"/>
                    <a:pt x="387705" y="193392"/>
                  </a:cubicBezTo>
                  <a:lnTo>
                    <a:pt x="422630" y="188820"/>
                  </a:lnTo>
                  <a:cubicBezTo>
                    <a:pt x="436473" y="188312"/>
                    <a:pt x="444474" y="194281"/>
                    <a:pt x="445871" y="203806"/>
                  </a:cubicBezTo>
                  <a:cubicBezTo>
                    <a:pt x="447649" y="214601"/>
                    <a:pt x="442061" y="224888"/>
                    <a:pt x="429107" y="228190"/>
                  </a:cubicBezTo>
                  <a:lnTo>
                    <a:pt x="374751" y="237588"/>
                  </a:lnTo>
                  <a:cubicBezTo>
                    <a:pt x="365353" y="238985"/>
                    <a:pt x="355701" y="238731"/>
                    <a:pt x="347700" y="23923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22"/>
            <p:cNvSpPr/>
            <p:nvPr/>
          </p:nvSpPr>
          <p:spPr>
            <a:xfrm>
              <a:off x="323596" y="590075"/>
              <a:ext cx="131850" cy="329767"/>
            </a:xfrm>
            <a:custGeom>
              <a:rect b="b" l="l" r="r" t="t"/>
              <a:pathLst>
                <a:path extrusionOk="0" h="329767" w="131850">
                  <a:moveTo>
                    <a:pt x="127" y="115156"/>
                  </a:moveTo>
                  <a:cubicBezTo>
                    <a:pt x="4318" y="74643"/>
                    <a:pt x="11938" y="39210"/>
                    <a:pt x="36830" y="10000"/>
                  </a:cubicBezTo>
                  <a:cubicBezTo>
                    <a:pt x="47117" y="-2065"/>
                    <a:pt x="57277" y="-2954"/>
                    <a:pt x="68326" y="5936"/>
                  </a:cubicBezTo>
                  <a:lnTo>
                    <a:pt x="77724" y="19271"/>
                  </a:lnTo>
                  <a:cubicBezTo>
                    <a:pt x="73152" y="30701"/>
                    <a:pt x="71882" y="33368"/>
                    <a:pt x="70104" y="35527"/>
                  </a:cubicBezTo>
                  <a:cubicBezTo>
                    <a:pt x="44958" y="67023"/>
                    <a:pt x="42545" y="102837"/>
                    <a:pt x="50038" y="140556"/>
                  </a:cubicBezTo>
                  <a:cubicBezTo>
                    <a:pt x="60325" y="191737"/>
                    <a:pt x="83820" y="236822"/>
                    <a:pt x="114427" y="278605"/>
                  </a:cubicBezTo>
                  <a:lnTo>
                    <a:pt x="122936" y="288892"/>
                  </a:lnTo>
                  <a:cubicBezTo>
                    <a:pt x="135509" y="306164"/>
                    <a:pt x="134112" y="316451"/>
                    <a:pt x="122936" y="325087"/>
                  </a:cubicBezTo>
                  <a:cubicBezTo>
                    <a:pt x="112776" y="332834"/>
                    <a:pt x="103632" y="330929"/>
                    <a:pt x="94234" y="319626"/>
                  </a:cubicBezTo>
                  <a:cubicBezTo>
                    <a:pt x="56134" y="273906"/>
                    <a:pt x="26289" y="223487"/>
                    <a:pt x="9906" y="166083"/>
                  </a:cubicBezTo>
                  <a:lnTo>
                    <a:pt x="0" y="11515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22"/>
            <p:cNvSpPr/>
            <p:nvPr/>
          </p:nvSpPr>
          <p:spPr>
            <a:xfrm>
              <a:off x="747631" y="315829"/>
              <a:ext cx="131971" cy="331109"/>
            </a:xfrm>
            <a:custGeom>
              <a:rect b="b" l="l" r="r" t="t"/>
              <a:pathLst>
                <a:path extrusionOk="0" h="331109" w="131971">
                  <a:moveTo>
                    <a:pt x="131844" y="224556"/>
                  </a:moveTo>
                  <a:cubicBezTo>
                    <a:pt x="133114" y="259862"/>
                    <a:pt x="121557" y="290596"/>
                    <a:pt x="101745" y="318663"/>
                  </a:cubicBezTo>
                  <a:lnTo>
                    <a:pt x="88918" y="331109"/>
                  </a:lnTo>
                  <a:cubicBezTo>
                    <a:pt x="61867" y="324251"/>
                    <a:pt x="56152" y="310281"/>
                    <a:pt x="65931" y="295930"/>
                  </a:cubicBezTo>
                  <a:cubicBezTo>
                    <a:pt x="87648" y="263926"/>
                    <a:pt x="94252" y="228747"/>
                    <a:pt x="86759" y="191155"/>
                  </a:cubicBezTo>
                  <a:cubicBezTo>
                    <a:pt x="79647" y="155595"/>
                    <a:pt x="66566" y="122067"/>
                    <a:pt x="47135" y="91460"/>
                  </a:cubicBezTo>
                  <a:lnTo>
                    <a:pt x="6749" y="37104"/>
                  </a:lnTo>
                  <a:cubicBezTo>
                    <a:pt x="-2014" y="25547"/>
                    <a:pt x="-2395" y="16276"/>
                    <a:pt x="6495" y="7259"/>
                  </a:cubicBezTo>
                  <a:cubicBezTo>
                    <a:pt x="15766" y="-2012"/>
                    <a:pt x="27069" y="-2774"/>
                    <a:pt x="35832" y="7132"/>
                  </a:cubicBezTo>
                  <a:cubicBezTo>
                    <a:pt x="90823" y="69616"/>
                    <a:pt x="129939" y="139212"/>
                    <a:pt x="131971" y="22455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22"/>
            <p:cNvSpPr/>
            <p:nvPr/>
          </p:nvSpPr>
          <p:spPr>
            <a:xfrm>
              <a:off x="63500" y="289687"/>
              <a:ext cx="167132" cy="166624"/>
            </a:xfrm>
            <a:custGeom>
              <a:rect b="b" l="l" r="r" t="t"/>
              <a:pathLst>
                <a:path extrusionOk="0" h="166624" w="167132">
                  <a:moveTo>
                    <a:pt x="167132" y="98171"/>
                  </a:moveTo>
                  <a:lnTo>
                    <a:pt x="117856" y="115062"/>
                  </a:lnTo>
                  <a:cubicBezTo>
                    <a:pt x="111760" y="117475"/>
                    <a:pt x="105791" y="121793"/>
                    <a:pt x="101346" y="126746"/>
                  </a:cubicBezTo>
                  <a:lnTo>
                    <a:pt x="68961" y="166624"/>
                  </a:lnTo>
                  <a:cubicBezTo>
                    <a:pt x="64135" y="152908"/>
                    <a:pt x="58928" y="140843"/>
                    <a:pt x="55880" y="128270"/>
                  </a:cubicBezTo>
                  <a:cubicBezTo>
                    <a:pt x="52324" y="113538"/>
                    <a:pt x="44577" y="102743"/>
                    <a:pt x="32258" y="94107"/>
                  </a:cubicBezTo>
                  <a:lnTo>
                    <a:pt x="0" y="68707"/>
                  </a:lnTo>
                  <a:cubicBezTo>
                    <a:pt x="16637" y="63119"/>
                    <a:pt x="31369" y="57658"/>
                    <a:pt x="46355" y="53213"/>
                  </a:cubicBezTo>
                  <a:cubicBezTo>
                    <a:pt x="55372" y="50546"/>
                    <a:pt x="62103" y="45974"/>
                    <a:pt x="67564" y="38481"/>
                  </a:cubicBezTo>
                  <a:lnTo>
                    <a:pt x="98171" y="0"/>
                  </a:lnTo>
                  <a:cubicBezTo>
                    <a:pt x="103759" y="16383"/>
                    <a:pt x="109474" y="31242"/>
                    <a:pt x="113792" y="46355"/>
                  </a:cubicBezTo>
                  <a:cubicBezTo>
                    <a:pt x="116459" y="55753"/>
                    <a:pt x="121666" y="62484"/>
                    <a:pt x="129413" y="68199"/>
                  </a:cubicBezTo>
                  <a:lnTo>
                    <a:pt x="167132" y="9817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22"/>
            <p:cNvSpPr/>
            <p:nvPr/>
          </p:nvSpPr>
          <p:spPr>
            <a:xfrm>
              <a:off x="551434" y="1033653"/>
              <a:ext cx="146939" cy="147320"/>
            </a:xfrm>
            <a:custGeom>
              <a:rect b="b" l="l" r="r" t="t"/>
              <a:pathLst>
                <a:path extrusionOk="0" h="147320" w="146939">
                  <a:moveTo>
                    <a:pt x="60452" y="147320"/>
                  </a:moveTo>
                  <a:lnTo>
                    <a:pt x="46990" y="107188"/>
                  </a:lnTo>
                  <a:cubicBezTo>
                    <a:pt x="44450" y="98933"/>
                    <a:pt x="40386" y="92583"/>
                    <a:pt x="33401" y="87376"/>
                  </a:cubicBezTo>
                  <a:lnTo>
                    <a:pt x="0" y="60706"/>
                  </a:lnTo>
                  <a:cubicBezTo>
                    <a:pt x="15875" y="55245"/>
                    <a:pt x="30226" y="50673"/>
                    <a:pt x="44323" y="45212"/>
                  </a:cubicBezTo>
                  <a:lnTo>
                    <a:pt x="53721" y="40132"/>
                  </a:lnTo>
                  <a:cubicBezTo>
                    <a:pt x="66802" y="25019"/>
                    <a:pt x="75819" y="13208"/>
                    <a:pt x="86360" y="0"/>
                  </a:cubicBezTo>
                  <a:lnTo>
                    <a:pt x="101346" y="43180"/>
                  </a:lnTo>
                  <a:cubicBezTo>
                    <a:pt x="103378" y="48514"/>
                    <a:pt x="106934" y="53721"/>
                    <a:pt x="111252" y="57531"/>
                  </a:cubicBezTo>
                  <a:lnTo>
                    <a:pt x="146939" y="86487"/>
                  </a:lnTo>
                  <a:cubicBezTo>
                    <a:pt x="130683" y="92075"/>
                    <a:pt x="115951" y="96901"/>
                    <a:pt x="101346" y="102235"/>
                  </a:cubicBezTo>
                  <a:lnTo>
                    <a:pt x="93472" y="106426"/>
                  </a:lnTo>
                  <a:cubicBezTo>
                    <a:pt x="80772" y="121412"/>
                    <a:pt x="71247" y="133604"/>
                    <a:pt x="60325" y="1470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22"/>
            <p:cNvSpPr/>
            <p:nvPr/>
          </p:nvSpPr>
          <p:spPr>
            <a:xfrm>
              <a:off x="922147" y="305181"/>
              <a:ext cx="122174" cy="121793"/>
            </a:xfrm>
            <a:custGeom>
              <a:rect b="b" l="l" r="r" t="t"/>
              <a:pathLst>
                <a:path extrusionOk="0" h="121793" w="122174">
                  <a:moveTo>
                    <a:pt x="71882" y="0"/>
                  </a:moveTo>
                  <a:cubicBezTo>
                    <a:pt x="77343" y="32258"/>
                    <a:pt x="94361" y="55118"/>
                    <a:pt x="122174" y="71628"/>
                  </a:cubicBezTo>
                  <a:cubicBezTo>
                    <a:pt x="89916" y="77216"/>
                    <a:pt x="66548" y="93345"/>
                    <a:pt x="50546" y="121793"/>
                  </a:cubicBezTo>
                  <a:cubicBezTo>
                    <a:pt x="44704" y="89408"/>
                    <a:pt x="28448" y="66167"/>
                    <a:pt x="0" y="50038"/>
                  </a:cubicBezTo>
                  <a:cubicBezTo>
                    <a:pt x="31877" y="44069"/>
                    <a:pt x="55499" y="28448"/>
                    <a:pt x="7200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22"/>
            <p:cNvSpPr/>
            <p:nvPr/>
          </p:nvSpPr>
          <p:spPr>
            <a:xfrm>
              <a:off x="1059053" y="717042"/>
              <a:ext cx="111252" cy="108712"/>
            </a:xfrm>
            <a:custGeom>
              <a:rect b="b" l="l" r="r" t="t"/>
              <a:pathLst>
                <a:path extrusionOk="0" h="108712" w="111252">
                  <a:moveTo>
                    <a:pt x="111125" y="46482"/>
                  </a:moveTo>
                  <a:lnTo>
                    <a:pt x="85598" y="66802"/>
                  </a:lnTo>
                  <a:cubicBezTo>
                    <a:pt x="83185" y="68961"/>
                    <a:pt x="81280" y="73025"/>
                    <a:pt x="81280" y="76200"/>
                  </a:cubicBezTo>
                  <a:lnTo>
                    <a:pt x="82550" y="108712"/>
                  </a:lnTo>
                  <a:cubicBezTo>
                    <a:pt x="75184" y="103886"/>
                    <a:pt x="68326" y="100457"/>
                    <a:pt x="62992" y="95631"/>
                  </a:cubicBezTo>
                  <a:cubicBezTo>
                    <a:pt x="54483" y="88011"/>
                    <a:pt x="46101" y="87503"/>
                    <a:pt x="36195" y="92710"/>
                  </a:cubicBezTo>
                  <a:lnTo>
                    <a:pt x="22987" y="98044"/>
                  </a:lnTo>
                  <a:cubicBezTo>
                    <a:pt x="17653" y="89789"/>
                    <a:pt x="20955" y="80645"/>
                    <a:pt x="22733" y="71120"/>
                  </a:cubicBezTo>
                  <a:lnTo>
                    <a:pt x="22352" y="61849"/>
                  </a:lnTo>
                  <a:cubicBezTo>
                    <a:pt x="14732" y="50419"/>
                    <a:pt x="8128" y="43180"/>
                    <a:pt x="0" y="33020"/>
                  </a:cubicBezTo>
                  <a:lnTo>
                    <a:pt x="31877" y="32766"/>
                  </a:lnTo>
                  <a:cubicBezTo>
                    <a:pt x="35814" y="32385"/>
                    <a:pt x="40640" y="29591"/>
                    <a:pt x="43180" y="26416"/>
                  </a:cubicBezTo>
                  <a:lnTo>
                    <a:pt x="60579" y="0"/>
                  </a:lnTo>
                  <a:cubicBezTo>
                    <a:pt x="64643" y="11176"/>
                    <a:pt x="68326" y="20066"/>
                    <a:pt x="71120" y="29337"/>
                  </a:cubicBezTo>
                  <a:lnTo>
                    <a:pt x="76073" y="37465"/>
                  </a:lnTo>
                  <a:cubicBezTo>
                    <a:pt x="90805" y="40767"/>
                    <a:pt x="99949" y="43561"/>
                    <a:pt x="111252" y="4660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22"/>
            <p:cNvSpPr/>
            <p:nvPr/>
          </p:nvSpPr>
          <p:spPr>
            <a:xfrm>
              <a:off x="174625" y="738378"/>
              <a:ext cx="111125" cy="109093"/>
            </a:xfrm>
            <a:custGeom>
              <a:rect b="b" l="l" r="r" t="t"/>
              <a:pathLst>
                <a:path extrusionOk="0" h="109093" w="111125">
                  <a:moveTo>
                    <a:pt x="60452" y="0"/>
                  </a:moveTo>
                  <a:lnTo>
                    <a:pt x="70358" y="27686"/>
                  </a:lnTo>
                  <a:cubicBezTo>
                    <a:pt x="72263" y="34163"/>
                    <a:pt x="75565" y="37719"/>
                    <a:pt x="82550" y="38989"/>
                  </a:cubicBezTo>
                  <a:lnTo>
                    <a:pt x="111125" y="46609"/>
                  </a:lnTo>
                  <a:cubicBezTo>
                    <a:pt x="101854" y="53848"/>
                    <a:pt x="93726" y="59309"/>
                    <a:pt x="86741" y="65913"/>
                  </a:cubicBezTo>
                  <a:lnTo>
                    <a:pt x="81534" y="73660"/>
                  </a:lnTo>
                  <a:cubicBezTo>
                    <a:pt x="80899" y="87376"/>
                    <a:pt x="81915" y="97155"/>
                    <a:pt x="82550" y="109093"/>
                  </a:cubicBezTo>
                  <a:lnTo>
                    <a:pt x="56134" y="91567"/>
                  </a:lnTo>
                  <a:cubicBezTo>
                    <a:pt x="52832" y="89662"/>
                    <a:pt x="47752" y="89154"/>
                    <a:pt x="44196" y="90297"/>
                  </a:cubicBezTo>
                  <a:lnTo>
                    <a:pt x="14605" y="101346"/>
                  </a:lnTo>
                  <a:cubicBezTo>
                    <a:pt x="17653" y="90170"/>
                    <a:pt x="20955" y="80772"/>
                    <a:pt x="22733" y="71120"/>
                  </a:cubicBezTo>
                  <a:lnTo>
                    <a:pt x="22479" y="61849"/>
                  </a:lnTo>
                  <a:cubicBezTo>
                    <a:pt x="14859" y="50419"/>
                    <a:pt x="8255" y="43180"/>
                    <a:pt x="0" y="33020"/>
                  </a:cubicBezTo>
                  <a:lnTo>
                    <a:pt x="32004" y="32766"/>
                  </a:lnTo>
                  <a:cubicBezTo>
                    <a:pt x="35941" y="32385"/>
                    <a:pt x="40767" y="29718"/>
                    <a:pt x="43180" y="26543"/>
                  </a:cubicBezTo>
                  <a:lnTo>
                    <a:pt x="60452" y="25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22"/>
            <p:cNvSpPr/>
            <p:nvPr/>
          </p:nvSpPr>
          <p:spPr>
            <a:xfrm>
              <a:off x="456438" y="63500"/>
              <a:ext cx="108331" cy="109093"/>
            </a:xfrm>
            <a:custGeom>
              <a:rect b="b" l="l" r="r" t="t"/>
              <a:pathLst>
                <a:path extrusionOk="0" h="109093" w="108331">
                  <a:moveTo>
                    <a:pt x="11557" y="101092"/>
                  </a:moveTo>
                  <a:lnTo>
                    <a:pt x="20320" y="70358"/>
                  </a:lnTo>
                  <a:cubicBezTo>
                    <a:pt x="21082" y="66675"/>
                    <a:pt x="19939" y="61595"/>
                    <a:pt x="17780" y="58547"/>
                  </a:cubicBezTo>
                  <a:lnTo>
                    <a:pt x="0" y="32893"/>
                  </a:lnTo>
                  <a:cubicBezTo>
                    <a:pt x="9652" y="32893"/>
                    <a:pt x="19304" y="33528"/>
                    <a:pt x="28702" y="32639"/>
                  </a:cubicBezTo>
                  <a:lnTo>
                    <a:pt x="37973" y="29337"/>
                  </a:lnTo>
                  <a:cubicBezTo>
                    <a:pt x="46736" y="18288"/>
                    <a:pt x="51562" y="9779"/>
                    <a:pt x="57912" y="0"/>
                  </a:cubicBezTo>
                  <a:lnTo>
                    <a:pt x="68834" y="29210"/>
                  </a:lnTo>
                  <a:cubicBezTo>
                    <a:pt x="70612" y="32893"/>
                    <a:pt x="74549" y="36576"/>
                    <a:pt x="78232" y="37973"/>
                  </a:cubicBezTo>
                  <a:lnTo>
                    <a:pt x="108331" y="46355"/>
                  </a:lnTo>
                  <a:cubicBezTo>
                    <a:pt x="99314" y="53467"/>
                    <a:pt x="91948" y="59817"/>
                    <a:pt x="84074" y="65405"/>
                  </a:cubicBezTo>
                  <a:lnTo>
                    <a:pt x="77724" y="72517"/>
                  </a:lnTo>
                  <a:cubicBezTo>
                    <a:pt x="79121" y="87630"/>
                    <a:pt x="79375" y="97155"/>
                    <a:pt x="80010" y="109093"/>
                  </a:cubicBezTo>
                  <a:lnTo>
                    <a:pt x="53848" y="91567"/>
                  </a:lnTo>
                  <a:cubicBezTo>
                    <a:pt x="50292" y="89662"/>
                    <a:pt x="44958" y="89027"/>
                    <a:pt x="41021" y="90170"/>
                  </a:cubicBezTo>
                  <a:lnTo>
                    <a:pt x="11684" y="10109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22"/>
            <p:cNvSpPr/>
            <p:nvPr/>
          </p:nvSpPr>
          <p:spPr>
            <a:xfrm>
              <a:off x="901227" y="881375"/>
              <a:ext cx="94960" cy="67696"/>
            </a:xfrm>
            <a:custGeom>
              <a:rect b="b" l="l" r="r" t="t"/>
              <a:pathLst>
                <a:path extrusionOk="0" h="67696" w="94960">
                  <a:moveTo>
                    <a:pt x="23587" y="67696"/>
                  </a:moveTo>
                  <a:cubicBezTo>
                    <a:pt x="11268" y="67442"/>
                    <a:pt x="3267" y="61346"/>
                    <a:pt x="854" y="52456"/>
                  </a:cubicBezTo>
                  <a:cubicBezTo>
                    <a:pt x="-1813" y="43058"/>
                    <a:pt x="1870" y="33279"/>
                    <a:pt x="10506" y="28707"/>
                  </a:cubicBezTo>
                  <a:lnTo>
                    <a:pt x="63338" y="2418"/>
                  </a:lnTo>
                  <a:cubicBezTo>
                    <a:pt x="72863" y="-2154"/>
                    <a:pt x="80356" y="-122"/>
                    <a:pt x="86325" y="7498"/>
                  </a:cubicBezTo>
                  <a:lnTo>
                    <a:pt x="94961" y="25532"/>
                  </a:lnTo>
                  <a:cubicBezTo>
                    <a:pt x="70450" y="51694"/>
                    <a:pt x="45558" y="59949"/>
                    <a:pt x="23587" y="675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22"/>
            <p:cNvSpPr/>
            <p:nvPr/>
          </p:nvSpPr>
          <p:spPr>
            <a:xfrm>
              <a:off x="641537" y="236171"/>
              <a:ext cx="88654" cy="73780"/>
            </a:xfrm>
            <a:custGeom>
              <a:rect b="b" l="l" r="r" t="t"/>
              <a:pathLst>
                <a:path extrusionOk="0" h="73780" w="88654">
                  <a:moveTo>
                    <a:pt x="23943" y="49"/>
                  </a:moveTo>
                  <a:lnTo>
                    <a:pt x="30547" y="1446"/>
                  </a:lnTo>
                  <a:cubicBezTo>
                    <a:pt x="50105" y="14781"/>
                    <a:pt x="66234" y="25449"/>
                    <a:pt x="81347" y="37514"/>
                  </a:cubicBezTo>
                  <a:cubicBezTo>
                    <a:pt x="90745" y="44880"/>
                    <a:pt x="90745" y="58088"/>
                    <a:pt x="83252" y="66597"/>
                  </a:cubicBezTo>
                  <a:cubicBezTo>
                    <a:pt x="75886" y="74979"/>
                    <a:pt x="64329" y="76122"/>
                    <a:pt x="54804" y="69518"/>
                  </a:cubicBezTo>
                  <a:lnTo>
                    <a:pt x="9592" y="37768"/>
                  </a:lnTo>
                  <a:cubicBezTo>
                    <a:pt x="1972" y="32307"/>
                    <a:pt x="-2219" y="25322"/>
                    <a:pt x="1210" y="15543"/>
                  </a:cubicBezTo>
                  <a:cubicBezTo>
                    <a:pt x="4893" y="5002"/>
                    <a:pt x="12005" y="-586"/>
                    <a:pt x="23943" y="4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22"/>
            <p:cNvSpPr/>
            <p:nvPr/>
          </p:nvSpPr>
          <p:spPr>
            <a:xfrm>
              <a:off x="464561" y="919978"/>
              <a:ext cx="45217" cy="45095"/>
            </a:xfrm>
            <a:custGeom>
              <a:rect b="b" l="l" r="r" t="t"/>
              <a:pathLst>
                <a:path extrusionOk="0" h="45095" w="45217">
                  <a:moveTo>
                    <a:pt x="5" y="22870"/>
                  </a:moveTo>
                  <a:cubicBezTo>
                    <a:pt x="-249" y="10551"/>
                    <a:pt x="9657" y="264"/>
                    <a:pt x="21976" y="10"/>
                  </a:cubicBezTo>
                  <a:cubicBezTo>
                    <a:pt x="34803" y="-371"/>
                    <a:pt x="45217" y="9789"/>
                    <a:pt x="45217" y="22616"/>
                  </a:cubicBezTo>
                  <a:cubicBezTo>
                    <a:pt x="45217" y="34808"/>
                    <a:pt x="34930" y="45095"/>
                    <a:pt x="22738" y="45095"/>
                  </a:cubicBezTo>
                  <a:cubicBezTo>
                    <a:pt x="10546" y="45095"/>
                    <a:pt x="259" y="35189"/>
                    <a:pt x="5" y="228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22"/>
            <p:cNvSpPr/>
            <p:nvPr/>
          </p:nvSpPr>
          <p:spPr>
            <a:xfrm>
              <a:off x="231892" y="520055"/>
              <a:ext cx="45224" cy="45097"/>
            </a:xfrm>
            <a:custGeom>
              <a:rect b="b" l="l" r="r" t="t"/>
              <a:pathLst>
                <a:path extrusionOk="0" h="45097" w="45224">
                  <a:moveTo>
                    <a:pt x="45222" y="22997"/>
                  </a:moveTo>
                  <a:cubicBezTo>
                    <a:pt x="44968" y="35570"/>
                    <a:pt x="35189" y="45222"/>
                    <a:pt x="22616" y="45095"/>
                  </a:cubicBezTo>
                  <a:cubicBezTo>
                    <a:pt x="9789" y="44968"/>
                    <a:pt x="-371" y="34554"/>
                    <a:pt x="10" y="21727"/>
                  </a:cubicBezTo>
                  <a:cubicBezTo>
                    <a:pt x="391" y="9662"/>
                    <a:pt x="11059" y="-371"/>
                    <a:pt x="23251" y="10"/>
                  </a:cubicBezTo>
                  <a:cubicBezTo>
                    <a:pt x="35697" y="391"/>
                    <a:pt x="45349" y="10551"/>
                    <a:pt x="45222" y="229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22"/>
            <p:cNvSpPr/>
            <p:nvPr/>
          </p:nvSpPr>
          <p:spPr>
            <a:xfrm>
              <a:off x="943355" y="559180"/>
              <a:ext cx="44959" cy="45224"/>
            </a:xfrm>
            <a:custGeom>
              <a:rect b="b" l="l" r="r" t="t"/>
              <a:pathLst>
                <a:path extrusionOk="0" h="45224" w="44959">
                  <a:moveTo>
                    <a:pt x="1" y="22099"/>
                  </a:moveTo>
                  <a:cubicBezTo>
                    <a:pt x="128" y="9653"/>
                    <a:pt x="10161" y="-126"/>
                    <a:pt x="22607" y="1"/>
                  </a:cubicBezTo>
                  <a:cubicBezTo>
                    <a:pt x="35053" y="128"/>
                    <a:pt x="44959" y="10034"/>
                    <a:pt x="44959" y="22480"/>
                  </a:cubicBezTo>
                  <a:cubicBezTo>
                    <a:pt x="44959" y="35434"/>
                    <a:pt x="34545" y="45594"/>
                    <a:pt x="21845" y="45213"/>
                  </a:cubicBezTo>
                  <a:cubicBezTo>
                    <a:pt x="9526" y="44832"/>
                    <a:pt x="-126" y="34672"/>
                    <a:pt x="1" y="222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22"/>
            <p:cNvSpPr/>
            <p:nvPr/>
          </p:nvSpPr>
          <p:spPr>
            <a:xfrm>
              <a:off x="773684" y="687705"/>
              <a:ext cx="60071" cy="58801"/>
            </a:xfrm>
            <a:custGeom>
              <a:rect b="b" l="l" r="r" t="t"/>
              <a:pathLst>
                <a:path extrusionOk="0" h="58801" w="60071">
                  <a:moveTo>
                    <a:pt x="7366" y="54737"/>
                  </a:moveTo>
                  <a:cubicBezTo>
                    <a:pt x="13589" y="40132"/>
                    <a:pt x="12065" y="28702"/>
                    <a:pt x="0" y="18796"/>
                  </a:cubicBezTo>
                  <a:cubicBezTo>
                    <a:pt x="14224" y="18796"/>
                    <a:pt x="26416" y="16891"/>
                    <a:pt x="30861" y="0"/>
                  </a:cubicBezTo>
                  <a:cubicBezTo>
                    <a:pt x="35052" y="14859"/>
                    <a:pt x="42164" y="24511"/>
                    <a:pt x="60071" y="23622"/>
                  </a:cubicBezTo>
                  <a:lnTo>
                    <a:pt x="46482" y="32893"/>
                  </a:lnTo>
                  <a:cubicBezTo>
                    <a:pt x="41783" y="43180"/>
                    <a:pt x="43688" y="50292"/>
                    <a:pt x="43688" y="58801"/>
                  </a:cubicBezTo>
                  <a:cubicBezTo>
                    <a:pt x="32258" y="49149"/>
                    <a:pt x="20955" y="43815"/>
                    <a:pt x="7366" y="547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22"/>
            <p:cNvSpPr/>
            <p:nvPr/>
          </p:nvSpPr>
          <p:spPr>
            <a:xfrm>
              <a:off x="622681" y="843280"/>
              <a:ext cx="37719" cy="37338"/>
            </a:xfrm>
            <a:custGeom>
              <a:rect b="b" l="l" r="r" t="t"/>
              <a:pathLst>
                <a:path extrusionOk="0" h="37338" w="37719">
                  <a:moveTo>
                    <a:pt x="37719" y="18669"/>
                  </a:moveTo>
                  <a:cubicBezTo>
                    <a:pt x="37719" y="28956"/>
                    <a:pt x="29210" y="37338"/>
                    <a:pt x="18796" y="37338"/>
                  </a:cubicBezTo>
                  <a:cubicBezTo>
                    <a:pt x="8255" y="37338"/>
                    <a:pt x="0" y="29083"/>
                    <a:pt x="0" y="18669"/>
                  </a:cubicBezTo>
                  <a:cubicBezTo>
                    <a:pt x="0" y="8255"/>
                    <a:pt x="8255" y="0"/>
                    <a:pt x="18796" y="0"/>
                  </a:cubicBezTo>
                  <a:cubicBezTo>
                    <a:pt x="29337" y="0"/>
                    <a:pt x="37719" y="8509"/>
                    <a:pt x="37719" y="186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22"/>
            <p:cNvSpPr/>
            <p:nvPr/>
          </p:nvSpPr>
          <p:spPr>
            <a:xfrm>
              <a:off x="449453" y="334264"/>
              <a:ext cx="42291" cy="42164"/>
            </a:xfrm>
            <a:custGeom>
              <a:rect b="b" l="l" r="r" t="t"/>
              <a:pathLst>
                <a:path extrusionOk="0" h="42164" w="42291">
                  <a:moveTo>
                    <a:pt x="24765" y="127"/>
                  </a:moveTo>
                  <a:lnTo>
                    <a:pt x="42291" y="24638"/>
                  </a:lnTo>
                  <a:cubicBezTo>
                    <a:pt x="34290" y="30226"/>
                    <a:pt x="25273" y="36576"/>
                    <a:pt x="17399" y="42164"/>
                  </a:cubicBezTo>
                  <a:lnTo>
                    <a:pt x="0" y="17145"/>
                  </a:lnTo>
                  <a:cubicBezTo>
                    <a:pt x="7620" y="11938"/>
                    <a:pt x="16510" y="5715"/>
                    <a:pt x="2476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1" name="Google Shape;1251;p22"/>
          <p:cNvSpPr/>
          <p:nvPr/>
        </p:nvSpPr>
        <p:spPr>
          <a:xfrm>
            <a:off x="235748" y="1856293"/>
            <a:ext cx="605965" cy="614645"/>
          </a:xfrm>
          <a:custGeom>
            <a:rect b="b" l="l" r="r" t="t"/>
            <a:pathLst>
              <a:path extrusionOk="0" h="945607" w="932254">
                <a:moveTo>
                  <a:pt x="514905" y="852495"/>
                </a:moveTo>
                <a:cubicBezTo>
                  <a:pt x="497125" y="852622"/>
                  <a:pt x="483028" y="866592"/>
                  <a:pt x="483282" y="883991"/>
                </a:cubicBezTo>
                <a:cubicBezTo>
                  <a:pt x="483536" y="901390"/>
                  <a:pt x="498268" y="915614"/>
                  <a:pt x="515540" y="915360"/>
                </a:cubicBezTo>
                <a:cubicBezTo>
                  <a:pt x="532177" y="914979"/>
                  <a:pt x="546528" y="900120"/>
                  <a:pt x="546274" y="883483"/>
                </a:cubicBezTo>
                <a:cubicBezTo>
                  <a:pt x="546020" y="866211"/>
                  <a:pt x="532050" y="852495"/>
                  <a:pt x="514905" y="852622"/>
                </a:cubicBezTo>
                <a:moveTo>
                  <a:pt x="129714" y="852622"/>
                </a:moveTo>
                <a:cubicBezTo>
                  <a:pt x="111934" y="852622"/>
                  <a:pt x="97583" y="866465"/>
                  <a:pt x="97456" y="883737"/>
                </a:cubicBezTo>
                <a:cubicBezTo>
                  <a:pt x="97456" y="900501"/>
                  <a:pt x="112696" y="915614"/>
                  <a:pt x="129587" y="915487"/>
                </a:cubicBezTo>
                <a:cubicBezTo>
                  <a:pt x="146732" y="915360"/>
                  <a:pt x="160321" y="901390"/>
                  <a:pt x="160321" y="883864"/>
                </a:cubicBezTo>
                <a:cubicBezTo>
                  <a:pt x="160321" y="866084"/>
                  <a:pt x="147113" y="852622"/>
                  <a:pt x="129714" y="852622"/>
                </a:cubicBezTo>
                <a:moveTo>
                  <a:pt x="112188" y="562173"/>
                </a:moveTo>
                <a:cubicBezTo>
                  <a:pt x="112315" y="544901"/>
                  <a:pt x="98599" y="530931"/>
                  <a:pt x="81327" y="530677"/>
                </a:cubicBezTo>
                <a:cubicBezTo>
                  <a:pt x="64436" y="530423"/>
                  <a:pt x="49450" y="545282"/>
                  <a:pt x="49323" y="562427"/>
                </a:cubicBezTo>
                <a:cubicBezTo>
                  <a:pt x="49196" y="579191"/>
                  <a:pt x="63547" y="593288"/>
                  <a:pt x="80692" y="593415"/>
                </a:cubicBezTo>
                <a:cubicBezTo>
                  <a:pt x="98853" y="593542"/>
                  <a:pt x="112061" y="580334"/>
                  <a:pt x="112188" y="562046"/>
                </a:cubicBezTo>
                <a:moveTo>
                  <a:pt x="787066" y="95448"/>
                </a:moveTo>
                <a:cubicBezTo>
                  <a:pt x="805354" y="95448"/>
                  <a:pt x="818943" y="82367"/>
                  <a:pt x="819070" y="64460"/>
                </a:cubicBezTo>
                <a:cubicBezTo>
                  <a:pt x="819070" y="47315"/>
                  <a:pt x="805354" y="32837"/>
                  <a:pt x="788463" y="32583"/>
                </a:cubicBezTo>
                <a:cubicBezTo>
                  <a:pt x="771318" y="32329"/>
                  <a:pt x="756332" y="46934"/>
                  <a:pt x="756205" y="64079"/>
                </a:cubicBezTo>
                <a:cubicBezTo>
                  <a:pt x="756078" y="81224"/>
                  <a:pt x="770048" y="95448"/>
                  <a:pt x="787066" y="95448"/>
                </a:cubicBezTo>
                <a:moveTo>
                  <a:pt x="386254" y="95448"/>
                </a:moveTo>
                <a:cubicBezTo>
                  <a:pt x="403653" y="95448"/>
                  <a:pt x="417369" y="81986"/>
                  <a:pt x="417496" y="64714"/>
                </a:cubicBezTo>
                <a:cubicBezTo>
                  <a:pt x="417623" y="47061"/>
                  <a:pt x="403526" y="32710"/>
                  <a:pt x="386254" y="32710"/>
                </a:cubicBezTo>
                <a:cubicBezTo>
                  <a:pt x="369490" y="32710"/>
                  <a:pt x="355012" y="47061"/>
                  <a:pt x="354758" y="63825"/>
                </a:cubicBezTo>
                <a:cubicBezTo>
                  <a:pt x="354504" y="81351"/>
                  <a:pt x="368474" y="95448"/>
                  <a:pt x="386254" y="95448"/>
                </a:cubicBezTo>
                <a:moveTo>
                  <a:pt x="321865" y="691586"/>
                </a:moveTo>
                <a:cubicBezTo>
                  <a:pt x="304593" y="691713"/>
                  <a:pt x="289734" y="706699"/>
                  <a:pt x="290242" y="723590"/>
                </a:cubicBezTo>
                <a:cubicBezTo>
                  <a:pt x="290750" y="740481"/>
                  <a:pt x="305228" y="754578"/>
                  <a:pt x="321992" y="754451"/>
                </a:cubicBezTo>
                <a:cubicBezTo>
                  <a:pt x="339772" y="754324"/>
                  <a:pt x="353361" y="740354"/>
                  <a:pt x="353107" y="722574"/>
                </a:cubicBezTo>
                <a:cubicBezTo>
                  <a:pt x="352853" y="705302"/>
                  <a:pt x="338883" y="691459"/>
                  <a:pt x="321865" y="691713"/>
                </a:cubicBezTo>
                <a:moveTo>
                  <a:pt x="594026" y="545282"/>
                </a:moveTo>
                <a:cubicBezTo>
                  <a:pt x="612314" y="545409"/>
                  <a:pt x="626284" y="532201"/>
                  <a:pt x="626538" y="514675"/>
                </a:cubicBezTo>
                <a:cubicBezTo>
                  <a:pt x="626792" y="497530"/>
                  <a:pt x="612314" y="482671"/>
                  <a:pt x="595169" y="482544"/>
                </a:cubicBezTo>
                <a:cubicBezTo>
                  <a:pt x="578278" y="482290"/>
                  <a:pt x="563927" y="496514"/>
                  <a:pt x="563800" y="513532"/>
                </a:cubicBezTo>
                <a:cubicBezTo>
                  <a:pt x="563546" y="531185"/>
                  <a:pt x="576881" y="545155"/>
                  <a:pt x="594026" y="545282"/>
                </a:cubicBezTo>
                <a:moveTo>
                  <a:pt x="321992" y="402661"/>
                </a:moveTo>
                <a:cubicBezTo>
                  <a:pt x="295068" y="402407"/>
                  <a:pt x="275129" y="421965"/>
                  <a:pt x="274748" y="448635"/>
                </a:cubicBezTo>
                <a:cubicBezTo>
                  <a:pt x="274494" y="476829"/>
                  <a:pt x="293671" y="496768"/>
                  <a:pt x="321484" y="497022"/>
                </a:cubicBezTo>
                <a:cubicBezTo>
                  <a:pt x="348281" y="497276"/>
                  <a:pt x="369109" y="477464"/>
                  <a:pt x="369363" y="451429"/>
                </a:cubicBezTo>
                <a:cubicBezTo>
                  <a:pt x="369617" y="422854"/>
                  <a:pt x="350186" y="402788"/>
                  <a:pt x="321992" y="402534"/>
                </a:cubicBezTo>
                <a:moveTo>
                  <a:pt x="804465" y="674822"/>
                </a:moveTo>
                <a:cubicBezTo>
                  <a:pt x="804338" y="701238"/>
                  <a:pt x="825293" y="722320"/>
                  <a:pt x="851836" y="722574"/>
                </a:cubicBezTo>
                <a:cubicBezTo>
                  <a:pt x="878379" y="722828"/>
                  <a:pt x="899080" y="702254"/>
                  <a:pt x="899588" y="675203"/>
                </a:cubicBezTo>
                <a:cubicBezTo>
                  <a:pt x="900096" y="648914"/>
                  <a:pt x="879141" y="627324"/>
                  <a:pt x="852725" y="626943"/>
                </a:cubicBezTo>
                <a:cubicBezTo>
                  <a:pt x="825928" y="626562"/>
                  <a:pt x="804592" y="647771"/>
                  <a:pt x="804592" y="674822"/>
                </a:cubicBezTo>
                <a:moveTo>
                  <a:pt x="80819" y="240101"/>
                </a:moveTo>
                <a:cubicBezTo>
                  <a:pt x="108251" y="240101"/>
                  <a:pt x="128571" y="219781"/>
                  <a:pt x="128571" y="192222"/>
                </a:cubicBezTo>
                <a:cubicBezTo>
                  <a:pt x="128571" y="166060"/>
                  <a:pt x="107997" y="145486"/>
                  <a:pt x="81581" y="145486"/>
                </a:cubicBezTo>
                <a:cubicBezTo>
                  <a:pt x="53895" y="145359"/>
                  <a:pt x="33702" y="165171"/>
                  <a:pt x="33448" y="192857"/>
                </a:cubicBezTo>
                <a:cubicBezTo>
                  <a:pt x="33194" y="219527"/>
                  <a:pt x="53768" y="240101"/>
                  <a:pt x="80819" y="240101"/>
                </a:cubicBezTo>
                <a:moveTo>
                  <a:pt x="547290" y="224734"/>
                </a:moveTo>
                <a:cubicBezTo>
                  <a:pt x="547163" y="251150"/>
                  <a:pt x="568245" y="272613"/>
                  <a:pt x="594534" y="272613"/>
                </a:cubicBezTo>
                <a:cubicBezTo>
                  <a:pt x="621204" y="272740"/>
                  <a:pt x="643048" y="251023"/>
                  <a:pt x="642794" y="224480"/>
                </a:cubicBezTo>
                <a:cubicBezTo>
                  <a:pt x="642540" y="198572"/>
                  <a:pt x="621585" y="177363"/>
                  <a:pt x="595804" y="176982"/>
                </a:cubicBezTo>
                <a:cubicBezTo>
                  <a:pt x="569134" y="176601"/>
                  <a:pt x="547417" y="197937"/>
                  <a:pt x="547290" y="224607"/>
                </a:cubicBezTo>
                <a:moveTo>
                  <a:pt x="279574" y="772231"/>
                </a:moveTo>
                <a:lnTo>
                  <a:pt x="189785" y="849701"/>
                </a:lnTo>
                <a:cubicBezTo>
                  <a:pt x="188134" y="851098"/>
                  <a:pt x="188261" y="856178"/>
                  <a:pt x="189277" y="858972"/>
                </a:cubicBezTo>
                <a:cubicBezTo>
                  <a:pt x="201469" y="890468"/>
                  <a:pt x="189150" y="924631"/>
                  <a:pt x="160194" y="941014"/>
                </a:cubicBezTo>
                <a:cubicBezTo>
                  <a:pt x="148510" y="947618"/>
                  <a:pt x="136191" y="945078"/>
                  <a:pt x="124126" y="945332"/>
                </a:cubicBezTo>
                <a:cubicBezTo>
                  <a:pt x="95678" y="945713"/>
                  <a:pt x="71802" y="926536"/>
                  <a:pt x="66087" y="898850"/>
                </a:cubicBezTo>
                <a:cubicBezTo>
                  <a:pt x="60753" y="873196"/>
                  <a:pt x="67738" y="850971"/>
                  <a:pt x="88058" y="834207"/>
                </a:cubicBezTo>
                <a:cubicBezTo>
                  <a:pt x="109013" y="816935"/>
                  <a:pt x="132508" y="814776"/>
                  <a:pt x="157273" y="825444"/>
                </a:cubicBezTo>
                <a:lnTo>
                  <a:pt x="160575" y="827095"/>
                </a:lnTo>
                <a:cubicBezTo>
                  <a:pt x="179117" y="814522"/>
                  <a:pt x="195500" y="800679"/>
                  <a:pt x="211756" y="786709"/>
                </a:cubicBezTo>
                <a:lnTo>
                  <a:pt x="255317" y="749371"/>
                </a:lnTo>
                <a:cubicBezTo>
                  <a:pt x="259381" y="745942"/>
                  <a:pt x="260016" y="743021"/>
                  <a:pt x="258873" y="737687"/>
                </a:cubicBezTo>
                <a:cubicBezTo>
                  <a:pt x="252015" y="705556"/>
                  <a:pt x="268144" y="675838"/>
                  <a:pt x="298497" y="662630"/>
                </a:cubicBezTo>
                <a:lnTo>
                  <a:pt x="304847" y="657931"/>
                </a:lnTo>
                <a:cubicBezTo>
                  <a:pt x="305228" y="613862"/>
                  <a:pt x="305101" y="572206"/>
                  <a:pt x="305101" y="531439"/>
                </a:cubicBezTo>
                <a:lnTo>
                  <a:pt x="273732" y="515056"/>
                </a:lnTo>
                <a:cubicBezTo>
                  <a:pt x="264588" y="508198"/>
                  <a:pt x="257476" y="498673"/>
                  <a:pt x="248713" y="489529"/>
                </a:cubicBezTo>
                <a:lnTo>
                  <a:pt x="157146" y="535376"/>
                </a:lnTo>
                <a:cubicBezTo>
                  <a:pt x="154352" y="536773"/>
                  <a:pt x="151812" y="538551"/>
                  <a:pt x="148891" y="539440"/>
                </a:cubicBezTo>
                <a:lnTo>
                  <a:pt x="143176" y="543631"/>
                </a:lnTo>
                <a:cubicBezTo>
                  <a:pt x="151558" y="584398"/>
                  <a:pt x="130857" y="617037"/>
                  <a:pt x="95424" y="625673"/>
                </a:cubicBezTo>
                <a:cubicBezTo>
                  <a:pt x="61769" y="633928"/>
                  <a:pt x="26082" y="612084"/>
                  <a:pt x="17954" y="578175"/>
                </a:cubicBezTo>
                <a:cubicBezTo>
                  <a:pt x="9572" y="542742"/>
                  <a:pt x="32051" y="506547"/>
                  <a:pt x="66976" y="499181"/>
                </a:cubicBezTo>
                <a:cubicBezTo>
                  <a:pt x="86280" y="495117"/>
                  <a:pt x="103425" y="499435"/>
                  <a:pt x="119554" y="510230"/>
                </a:cubicBezTo>
                <a:lnTo>
                  <a:pt x="127047" y="512516"/>
                </a:lnTo>
                <a:cubicBezTo>
                  <a:pt x="165020" y="493974"/>
                  <a:pt x="200072" y="476067"/>
                  <a:pt x="235378" y="458668"/>
                </a:cubicBezTo>
                <a:lnTo>
                  <a:pt x="241601" y="454985"/>
                </a:lnTo>
                <a:cubicBezTo>
                  <a:pt x="240585" y="434157"/>
                  <a:pt x="245538" y="419679"/>
                  <a:pt x="254047" y="405201"/>
                </a:cubicBezTo>
                <a:lnTo>
                  <a:pt x="229282" y="377134"/>
                </a:lnTo>
                <a:cubicBezTo>
                  <a:pt x="196516" y="340685"/>
                  <a:pt x="163623" y="304236"/>
                  <a:pt x="131111" y="267660"/>
                </a:cubicBezTo>
                <a:lnTo>
                  <a:pt x="123364" y="262453"/>
                </a:lnTo>
                <a:cubicBezTo>
                  <a:pt x="87423" y="278836"/>
                  <a:pt x="58467" y="277058"/>
                  <a:pt x="31797" y="257246"/>
                </a:cubicBezTo>
                <a:cubicBezTo>
                  <a:pt x="5127" y="237434"/>
                  <a:pt x="-4017" y="209494"/>
                  <a:pt x="1571" y="177871"/>
                </a:cubicBezTo>
                <a:cubicBezTo>
                  <a:pt x="7286" y="145486"/>
                  <a:pt x="27352" y="124023"/>
                  <a:pt x="59356" y="114752"/>
                </a:cubicBezTo>
                <a:cubicBezTo>
                  <a:pt x="90217" y="105862"/>
                  <a:pt x="124761" y="117038"/>
                  <a:pt x="144192" y="141676"/>
                </a:cubicBezTo>
                <a:cubicBezTo>
                  <a:pt x="164639" y="167584"/>
                  <a:pt x="167814" y="203398"/>
                  <a:pt x="152193" y="231973"/>
                </a:cubicBezTo>
                <a:lnTo>
                  <a:pt x="150034" y="235656"/>
                </a:lnTo>
                <a:cubicBezTo>
                  <a:pt x="191817" y="285694"/>
                  <a:pt x="234743" y="333319"/>
                  <a:pt x="275256" y="378404"/>
                </a:cubicBezTo>
                <a:cubicBezTo>
                  <a:pt x="292782" y="375102"/>
                  <a:pt x="307895" y="370022"/>
                  <a:pt x="323135" y="369641"/>
                </a:cubicBezTo>
                <a:cubicBezTo>
                  <a:pt x="360854" y="368752"/>
                  <a:pt x="391969" y="394152"/>
                  <a:pt x="400605" y="430982"/>
                </a:cubicBezTo>
                <a:lnTo>
                  <a:pt x="403653" y="437459"/>
                </a:lnTo>
                <a:cubicBezTo>
                  <a:pt x="451278" y="450286"/>
                  <a:pt x="494458" y="462351"/>
                  <a:pt x="537765" y="473908"/>
                </a:cubicBezTo>
                <a:lnTo>
                  <a:pt x="543861" y="472892"/>
                </a:lnTo>
                <a:cubicBezTo>
                  <a:pt x="555291" y="465526"/>
                  <a:pt x="564054" y="459557"/>
                  <a:pt x="572690" y="453207"/>
                </a:cubicBezTo>
                <a:lnTo>
                  <a:pt x="578151" y="448127"/>
                </a:lnTo>
                <a:cubicBezTo>
                  <a:pt x="578532" y="400502"/>
                  <a:pt x="578532" y="355417"/>
                  <a:pt x="578151" y="310332"/>
                </a:cubicBezTo>
                <a:lnTo>
                  <a:pt x="574849" y="303728"/>
                </a:lnTo>
                <a:cubicBezTo>
                  <a:pt x="535606" y="293187"/>
                  <a:pt x="507031" y="253944"/>
                  <a:pt x="515540" y="210637"/>
                </a:cubicBezTo>
                <a:lnTo>
                  <a:pt x="515286" y="201112"/>
                </a:lnTo>
                <a:cubicBezTo>
                  <a:pt x="495474" y="184729"/>
                  <a:pt x="480615" y="171902"/>
                  <a:pt x="465629" y="158948"/>
                </a:cubicBezTo>
                <a:lnTo>
                  <a:pt x="420163" y="119959"/>
                </a:lnTo>
                <a:cubicBezTo>
                  <a:pt x="402383" y="129484"/>
                  <a:pt x="383841" y="132151"/>
                  <a:pt x="364410" y="125293"/>
                </a:cubicBezTo>
                <a:cubicBezTo>
                  <a:pt x="349932" y="120086"/>
                  <a:pt x="338756" y="110815"/>
                  <a:pt x="330755" y="97861"/>
                </a:cubicBezTo>
                <a:cubicBezTo>
                  <a:pt x="315134" y="72842"/>
                  <a:pt x="319452" y="40965"/>
                  <a:pt x="339899" y="18740"/>
                </a:cubicBezTo>
                <a:cubicBezTo>
                  <a:pt x="359457" y="-2469"/>
                  <a:pt x="399208" y="-3993"/>
                  <a:pt x="419401" y="8580"/>
                </a:cubicBezTo>
                <a:cubicBezTo>
                  <a:pt x="448865" y="26868"/>
                  <a:pt x="457247" y="55697"/>
                  <a:pt x="443785" y="96210"/>
                </a:cubicBezTo>
                <a:lnTo>
                  <a:pt x="532812" y="172537"/>
                </a:lnTo>
                <a:cubicBezTo>
                  <a:pt x="548179" y="155265"/>
                  <a:pt x="567229" y="145486"/>
                  <a:pt x="589835" y="144216"/>
                </a:cubicBezTo>
                <a:cubicBezTo>
                  <a:pt x="612187" y="142946"/>
                  <a:pt x="632380" y="149677"/>
                  <a:pt x="649906" y="165044"/>
                </a:cubicBezTo>
                <a:lnTo>
                  <a:pt x="715311" y="109545"/>
                </a:lnTo>
                <a:cubicBezTo>
                  <a:pt x="725852" y="101163"/>
                  <a:pt x="729916" y="94686"/>
                  <a:pt x="725344" y="79700"/>
                </a:cubicBezTo>
                <a:cubicBezTo>
                  <a:pt x="715692" y="48077"/>
                  <a:pt x="733218" y="15184"/>
                  <a:pt x="764079" y="4389"/>
                </a:cubicBezTo>
                <a:cubicBezTo>
                  <a:pt x="788336" y="-4120"/>
                  <a:pt x="814752" y="-691"/>
                  <a:pt x="833421" y="18486"/>
                </a:cubicBezTo>
                <a:cubicBezTo>
                  <a:pt x="852090" y="37663"/>
                  <a:pt x="857678" y="64968"/>
                  <a:pt x="847391" y="89225"/>
                </a:cubicBezTo>
                <a:cubicBezTo>
                  <a:pt x="837104" y="113482"/>
                  <a:pt x="813863" y="129738"/>
                  <a:pt x="788209" y="128722"/>
                </a:cubicBezTo>
                <a:lnTo>
                  <a:pt x="758745" y="122626"/>
                </a:lnTo>
                <a:cubicBezTo>
                  <a:pt x="755951" y="122118"/>
                  <a:pt x="751887" y="121991"/>
                  <a:pt x="749982" y="123515"/>
                </a:cubicBezTo>
                <a:lnTo>
                  <a:pt x="669337" y="192222"/>
                </a:lnTo>
                <a:cubicBezTo>
                  <a:pt x="677973" y="215717"/>
                  <a:pt x="678481" y="239212"/>
                  <a:pt x="667051" y="261818"/>
                </a:cubicBezTo>
                <a:cubicBezTo>
                  <a:pt x="655621" y="284678"/>
                  <a:pt x="636444" y="298267"/>
                  <a:pt x="611552" y="304617"/>
                </a:cubicBezTo>
                <a:lnTo>
                  <a:pt x="611298" y="426156"/>
                </a:lnTo>
                <a:cubicBezTo>
                  <a:pt x="611044" y="441396"/>
                  <a:pt x="611806" y="452318"/>
                  <a:pt x="629078" y="460319"/>
                </a:cubicBezTo>
                <a:cubicBezTo>
                  <a:pt x="649906" y="469844"/>
                  <a:pt x="658669" y="490545"/>
                  <a:pt x="659685" y="513659"/>
                </a:cubicBezTo>
                <a:lnTo>
                  <a:pt x="661082" y="521406"/>
                </a:lnTo>
                <a:cubicBezTo>
                  <a:pt x="710485" y="551378"/>
                  <a:pt x="757729" y="579699"/>
                  <a:pt x="804719" y="607893"/>
                </a:cubicBezTo>
                <a:cubicBezTo>
                  <a:pt x="845613" y="582239"/>
                  <a:pt x="891206" y="593796"/>
                  <a:pt x="915463" y="624657"/>
                </a:cubicBezTo>
                <a:cubicBezTo>
                  <a:pt x="939085" y="654629"/>
                  <a:pt x="937561" y="700984"/>
                  <a:pt x="912288" y="728670"/>
                </a:cubicBezTo>
                <a:cubicBezTo>
                  <a:pt x="884348" y="759277"/>
                  <a:pt x="840152" y="764865"/>
                  <a:pt x="805735" y="741878"/>
                </a:cubicBezTo>
                <a:cubicBezTo>
                  <a:pt x="775890" y="721939"/>
                  <a:pt x="757729" y="678251"/>
                  <a:pt x="781478" y="632912"/>
                </a:cubicBezTo>
                <a:lnTo>
                  <a:pt x="648001" y="552648"/>
                </a:lnTo>
                <a:cubicBezTo>
                  <a:pt x="626665" y="576905"/>
                  <a:pt x="600757" y="586430"/>
                  <a:pt x="570277" y="573857"/>
                </a:cubicBezTo>
                <a:cubicBezTo>
                  <a:pt x="541448" y="561919"/>
                  <a:pt x="529256" y="538297"/>
                  <a:pt x="530018" y="506674"/>
                </a:cubicBezTo>
                <a:lnTo>
                  <a:pt x="403399" y="472003"/>
                </a:lnTo>
                <a:cubicBezTo>
                  <a:pt x="394382" y="484957"/>
                  <a:pt x="387524" y="498800"/>
                  <a:pt x="376983" y="508833"/>
                </a:cubicBezTo>
                <a:cubicBezTo>
                  <a:pt x="366696" y="518612"/>
                  <a:pt x="352599" y="524454"/>
                  <a:pt x="338248" y="533217"/>
                </a:cubicBezTo>
                <a:lnTo>
                  <a:pt x="338248" y="619577"/>
                </a:lnTo>
                <a:cubicBezTo>
                  <a:pt x="338248" y="630372"/>
                  <a:pt x="338502" y="641167"/>
                  <a:pt x="338121" y="651962"/>
                </a:cubicBezTo>
                <a:lnTo>
                  <a:pt x="339264" y="660344"/>
                </a:lnTo>
                <a:cubicBezTo>
                  <a:pt x="376602" y="675330"/>
                  <a:pt x="391842" y="705683"/>
                  <a:pt x="384730" y="739084"/>
                </a:cubicBezTo>
                <a:lnTo>
                  <a:pt x="385746" y="746323"/>
                </a:lnTo>
                <a:cubicBezTo>
                  <a:pt x="416480" y="773120"/>
                  <a:pt x="445309" y="797758"/>
                  <a:pt x="474011" y="822523"/>
                </a:cubicBezTo>
                <a:lnTo>
                  <a:pt x="482266" y="827476"/>
                </a:lnTo>
                <a:cubicBezTo>
                  <a:pt x="520874" y="809823"/>
                  <a:pt x="558974" y="824555"/>
                  <a:pt x="573706" y="857067"/>
                </a:cubicBezTo>
                <a:cubicBezTo>
                  <a:pt x="588311" y="889198"/>
                  <a:pt x="574468" y="927298"/>
                  <a:pt x="542083" y="941903"/>
                </a:cubicBezTo>
                <a:lnTo>
                  <a:pt x="525954" y="944443"/>
                </a:lnTo>
                <a:cubicBezTo>
                  <a:pt x="499284" y="946983"/>
                  <a:pt x="482647" y="944189"/>
                  <a:pt x="468804" y="929838"/>
                </a:cubicBezTo>
                <a:cubicBezTo>
                  <a:pt x="452802" y="913201"/>
                  <a:pt x="442261" y="885388"/>
                  <a:pt x="457374" y="852114"/>
                </a:cubicBezTo>
                <a:lnTo>
                  <a:pt x="364537" y="772485"/>
                </a:lnTo>
                <a:cubicBezTo>
                  <a:pt x="351837" y="781375"/>
                  <a:pt x="338248" y="788106"/>
                  <a:pt x="322246" y="787979"/>
                </a:cubicBezTo>
                <a:cubicBezTo>
                  <a:pt x="306244" y="787852"/>
                  <a:pt x="292147" y="782518"/>
                  <a:pt x="279447" y="772231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52" name="Google Shape;1252;p22"/>
          <p:cNvGrpSpPr/>
          <p:nvPr/>
        </p:nvGrpSpPr>
        <p:grpSpPr>
          <a:xfrm>
            <a:off x="138506" y="9307774"/>
            <a:ext cx="801318" cy="443295"/>
            <a:chOff x="63500" y="63500"/>
            <a:chExt cx="1508506" cy="834517"/>
          </a:xfrm>
        </p:grpSpPr>
        <p:sp>
          <p:nvSpPr>
            <p:cNvPr id="1253" name="Google Shape;1253;p22"/>
            <p:cNvSpPr/>
            <p:nvPr/>
          </p:nvSpPr>
          <p:spPr>
            <a:xfrm>
              <a:off x="63500" y="63500"/>
              <a:ext cx="1508506" cy="834517"/>
            </a:xfrm>
            <a:custGeom>
              <a:rect b="b" l="l" r="r" t="t"/>
              <a:pathLst>
                <a:path extrusionOk="0" h="834517" w="1508506">
                  <a:moveTo>
                    <a:pt x="754253" y="30988"/>
                  </a:moveTo>
                  <a:cubicBezTo>
                    <a:pt x="355473" y="30988"/>
                    <a:pt x="30988" y="204216"/>
                    <a:pt x="30988" y="417195"/>
                  </a:cubicBezTo>
                  <a:cubicBezTo>
                    <a:pt x="30988" y="630174"/>
                    <a:pt x="355473" y="803402"/>
                    <a:pt x="754253" y="803402"/>
                  </a:cubicBezTo>
                  <a:cubicBezTo>
                    <a:pt x="1153033" y="803402"/>
                    <a:pt x="1477518" y="630174"/>
                    <a:pt x="1477518" y="417195"/>
                  </a:cubicBezTo>
                  <a:cubicBezTo>
                    <a:pt x="1477518" y="204216"/>
                    <a:pt x="1153033" y="30988"/>
                    <a:pt x="754253" y="30988"/>
                  </a:cubicBezTo>
                  <a:moveTo>
                    <a:pt x="754253" y="834390"/>
                  </a:moveTo>
                  <a:cubicBezTo>
                    <a:pt x="338328" y="834517"/>
                    <a:pt x="0" y="647319"/>
                    <a:pt x="0" y="417195"/>
                  </a:cubicBezTo>
                  <a:cubicBezTo>
                    <a:pt x="0" y="187071"/>
                    <a:pt x="338328" y="0"/>
                    <a:pt x="754253" y="0"/>
                  </a:cubicBezTo>
                  <a:cubicBezTo>
                    <a:pt x="1170178" y="0"/>
                    <a:pt x="1508506" y="187198"/>
                    <a:pt x="1508506" y="417195"/>
                  </a:cubicBezTo>
                  <a:cubicBezTo>
                    <a:pt x="1508506" y="647192"/>
                    <a:pt x="1170178" y="834517"/>
                    <a:pt x="754253" y="8345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22"/>
            <p:cNvSpPr/>
            <p:nvPr/>
          </p:nvSpPr>
          <p:spPr>
            <a:xfrm>
              <a:off x="309372" y="287274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22"/>
            <p:cNvSpPr/>
            <p:nvPr/>
          </p:nvSpPr>
          <p:spPr>
            <a:xfrm>
              <a:off x="515239" y="642112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22"/>
            <p:cNvSpPr/>
            <p:nvPr/>
          </p:nvSpPr>
          <p:spPr>
            <a:xfrm>
              <a:off x="372745" y="561467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22"/>
            <p:cNvSpPr/>
            <p:nvPr/>
          </p:nvSpPr>
          <p:spPr>
            <a:xfrm>
              <a:off x="453390" y="39331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22"/>
            <p:cNvSpPr/>
            <p:nvPr/>
          </p:nvSpPr>
          <p:spPr>
            <a:xfrm>
              <a:off x="957580" y="325755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22"/>
            <p:cNvSpPr/>
            <p:nvPr/>
          </p:nvSpPr>
          <p:spPr>
            <a:xfrm>
              <a:off x="850392" y="727202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22"/>
            <p:cNvSpPr/>
            <p:nvPr/>
          </p:nvSpPr>
          <p:spPr>
            <a:xfrm>
              <a:off x="217170" y="451358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22"/>
            <p:cNvSpPr/>
            <p:nvPr/>
          </p:nvSpPr>
          <p:spPr>
            <a:xfrm>
              <a:off x="618490" y="302006"/>
              <a:ext cx="35052" cy="34798"/>
            </a:xfrm>
            <a:custGeom>
              <a:rect b="b" l="l" r="r" t="t"/>
              <a:pathLst>
                <a:path extrusionOk="0" h="34798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747"/>
                  </a:lnTo>
                  <a:cubicBezTo>
                    <a:pt x="0" y="27051"/>
                    <a:pt x="7874" y="34798"/>
                    <a:pt x="17526" y="34798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22"/>
            <p:cNvSpPr/>
            <p:nvPr/>
          </p:nvSpPr>
          <p:spPr>
            <a:xfrm>
              <a:off x="1103122" y="708914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22"/>
            <p:cNvSpPr/>
            <p:nvPr/>
          </p:nvSpPr>
          <p:spPr>
            <a:xfrm>
              <a:off x="845947" y="435483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127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22"/>
            <p:cNvSpPr/>
            <p:nvPr/>
          </p:nvSpPr>
          <p:spPr>
            <a:xfrm>
              <a:off x="1069594" y="284734"/>
              <a:ext cx="35052" cy="34798"/>
            </a:xfrm>
            <a:custGeom>
              <a:rect b="b" l="l" r="r" t="t"/>
              <a:pathLst>
                <a:path extrusionOk="0" h="34798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747"/>
                  </a:lnTo>
                  <a:cubicBezTo>
                    <a:pt x="0" y="27051"/>
                    <a:pt x="7874" y="34798"/>
                    <a:pt x="17526" y="34798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22"/>
            <p:cNvSpPr/>
            <p:nvPr/>
          </p:nvSpPr>
          <p:spPr>
            <a:xfrm>
              <a:off x="615950" y="758190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22"/>
            <p:cNvSpPr/>
            <p:nvPr/>
          </p:nvSpPr>
          <p:spPr>
            <a:xfrm>
              <a:off x="930148" y="19392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22"/>
            <p:cNvSpPr/>
            <p:nvPr/>
          </p:nvSpPr>
          <p:spPr>
            <a:xfrm>
              <a:off x="1380236" y="346964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22"/>
            <p:cNvSpPr/>
            <p:nvPr/>
          </p:nvSpPr>
          <p:spPr>
            <a:xfrm>
              <a:off x="1293622" y="603377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22"/>
            <p:cNvSpPr/>
            <p:nvPr/>
          </p:nvSpPr>
          <p:spPr>
            <a:xfrm>
              <a:off x="691261" y="174498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22"/>
            <p:cNvSpPr/>
            <p:nvPr/>
          </p:nvSpPr>
          <p:spPr>
            <a:xfrm>
              <a:off x="1224153" y="416433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22"/>
            <p:cNvSpPr/>
            <p:nvPr/>
          </p:nvSpPr>
          <p:spPr>
            <a:xfrm>
              <a:off x="276733" y="615696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22"/>
            <p:cNvSpPr/>
            <p:nvPr/>
          </p:nvSpPr>
          <p:spPr>
            <a:xfrm>
              <a:off x="995299" y="455295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22"/>
            <p:cNvSpPr/>
            <p:nvPr/>
          </p:nvSpPr>
          <p:spPr>
            <a:xfrm>
              <a:off x="701421" y="568579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22"/>
            <p:cNvSpPr/>
            <p:nvPr/>
          </p:nvSpPr>
          <p:spPr>
            <a:xfrm>
              <a:off x="740029" y="366141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22"/>
            <p:cNvSpPr/>
            <p:nvPr/>
          </p:nvSpPr>
          <p:spPr>
            <a:xfrm>
              <a:off x="517525" y="16979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22"/>
            <p:cNvSpPr/>
            <p:nvPr/>
          </p:nvSpPr>
          <p:spPr>
            <a:xfrm>
              <a:off x="600075" y="435991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22"/>
            <p:cNvSpPr/>
            <p:nvPr/>
          </p:nvSpPr>
          <p:spPr>
            <a:xfrm>
              <a:off x="884809" y="609981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22"/>
            <p:cNvSpPr/>
            <p:nvPr/>
          </p:nvSpPr>
          <p:spPr>
            <a:xfrm>
              <a:off x="1108710" y="605028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22"/>
            <p:cNvSpPr/>
            <p:nvPr/>
          </p:nvSpPr>
          <p:spPr>
            <a:xfrm>
              <a:off x="1383157" y="511048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22"/>
            <p:cNvSpPr/>
            <p:nvPr/>
          </p:nvSpPr>
          <p:spPr>
            <a:xfrm>
              <a:off x="1134237" y="508381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22"/>
            <p:cNvSpPr/>
            <p:nvPr/>
          </p:nvSpPr>
          <p:spPr>
            <a:xfrm>
              <a:off x="1224407" y="237744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2" name="Google Shape;1282;p22"/>
          <p:cNvGrpSpPr/>
          <p:nvPr/>
        </p:nvGrpSpPr>
        <p:grpSpPr>
          <a:xfrm>
            <a:off x="198554" y="3255792"/>
            <a:ext cx="678939" cy="675634"/>
            <a:chOff x="63500" y="63500"/>
            <a:chExt cx="1043559" cy="1038479"/>
          </a:xfrm>
        </p:grpSpPr>
        <p:sp>
          <p:nvSpPr>
            <p:cNvPr id="1283" name="Google Shape;1283;p22"/>
            <p:cNvSpPr/>
            <p:nvPr/>
          </p:nvSpPr>
          <p:spPr>
            <a:xfrm>
              <a:off x="66929" y="144399"/>
              <a:ext cx="242316" cy="611378"/>
            </a:xfrm>
            <a:custGeom>
              <a:rect b="b" l="l" r="r" t="t"/>
              <a:pathLst>
                <a:path extrusionOk="0" h="611378" w="242316">
                  <a:moveTo>
                    <a:pt x="225044" y="611378"/>
                  </a:moveTo>
                  <a:lnTo>
                    <a:pt x="178308" y="611378"/>
                  </a:lnTo>
                  <a:cubicBezTo>
                    <a:pt x="78359" y="611378"/>
                    <a:pt x="0" y="535305"/>
                    <a:pt x="0" y="438277"/>
                  </a:cubicBezTo>
                  <a:cubicBezTo>
                    <a:pt x="0" y="350520"/>
                    <a:pt x="63246" y="276733"/>
                    <a:pt x="148717" y="262509"/>
                  </a:cubicBezTo>
                  <a:cubicBezTo>
                    <a:pt x="138049" y="234061"/>
                    <a:pt x="132588" y="203962"/>
                    <a:pt x="132588" y="173101"/>
                  </a:cubicBezTo>
                  <a:cubicBezTo>
                    <a:pt x="132588" y="112649"/>
                    <a:pt x="154305" y="53975"/>
                    <a:pt x="193675" y="8001"/>
                  </a:cubicBezTo>
                  <a:lnTo>
                    <a:pt x="210820" y="0"/>
                  </a:lnTo>
                  <a:cubicBezTo>
                    <a:pt x="225298" y="12446"/>
                    <a:pt x="226187" y="23241"/>
                    <a:pt x="219964" y="30607"/>
                  </a:cubicBezTo>
                  <a:cubicBezTo>
                    <a:pt x="185928" y="70358"/>
                    <a:pt x="167259" y="121031"/>
                    <a:pt x="167259" y="173228"/>
                  </a:cubicBezTo>
                  <a:cubicBezTo>
                    <a:pt x="167259" y="202819"/>
                    <a:pt x="172974" y="231521"/>
                    <a:pt x="184404" y="258572"/>
                  </a:cubicBezTo>
                  <a:lnTo>
                    <a:pt x="189357" y="270256"/>
                  </a:lnTo>
                  <a:cubicBezTo>
                    <a:pt x="191516" y="275336"/>
                    <a:pt x="191135" y="281051"/>
                    <a:pt x="188341" y="285750"/>
                  </a:cubicBezTo>
                  <a:lnTo>
                    <a:pt x="180721" y="293624"/>
                  </a:lnTo>
                  <a:lnTo>
                    <a:pt x="162687" y="295656"/>
                  </a:lnTo>
                  <a:cubicBezTo>
                    <a:pt x="89662" y="303403"/>
                    <a:pt x="34671" y="364871"/>
                    <a:pt x="34671" y="438277"/>
                  </a:cubicBezTo>
                  <a:cubicBezTo>
                    <a:pt x="34671" y="515874"/>
                    <a:pt x="97790" y="576707"/>
                    <a:pt x="178308" y="576707"/>
                  </a:cubicBezTo>
                  <a:lnTo>
                    <a:pt x="225044" y="576707"/>
                  </a:lnTo>
                  <a:cubicBezTo>
                    <a:pt x="234569" y="576707"/>
                    <a:pt x="242316" y="584454"/>
                    <a:pt x="242316" y="593979"/>
                  </a:cubicBezTo>
                  <a:lnTo>
                    <a:pt x="234569" y="611251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22"/>
            <p:cNvSpPr/>
            <p:nvPr/>
          </p:nvSpPr>
          <p:spPr>
            <a:xfrm>
              <a:off x="370797" y="63500"/>
              <a:ext cx="734484" cy="692277"/>
            </a:xfrm>
            <a:custGeom>
              <a:rect b="b" l="l" r="r" t="t"/>
              <a:pathLst>
                <a:path extrusionOk="0" h="692277" w="734484">
                  <a:moveTo>
                    <a:pt x="594149" y="692277"/>
                  </a:moveTo>
                  <a:lnTo>
                    <a:pt x="509567" y="692277"/>
                  </a:lnTo>
                  <a:cubicBezTo>
                    <a:pt x="500042" y="692277"/>
                    <a:pt x="492295" y="684530"/>
                    <a:pt x="492295" y="675005"/>
                  </a:cubicBezTo>
                  <a:lnTo>
                    <a:pt x="500042" y="657733"/>
                  </a:lnTo>
                  <a:lnTo>
                    <a:pt x="594149" y="657733"/>
                  </a:lnTo>
                  <a:cubicBezTo>
                    <a:pt x="654474" y="657733"/>
                    <a:pt x="699940" y="614426"/>
                    <a:pt x="699940" y="557149"/>
                  </a:cubicBezTo>
                  <a:cubicBezTo>
                    <a:pt x="699940" y="499872"/>
                    <a:pt x="654982" y="453517"/>
                    <a:pt x="597705" y="451612"/>
                  </a:cubicBezTo>
                  <a:lnTo>
                    <a:pt x="584370" y="451231"/>
                  </a:lnTo>
                  <a:cubicBezTo>
                    <a:pt x="578782" y="451104"/>
                    <a:pt x="573575" y="448183"/>
                    <a:pt x="570527" y="443484"/>
                  </a:cubicBezTo>
                  <a:lnTo>
                    <a:pt x="566844" y="432816"/>
                  </a:lnTo>
                  <a:lnTo>
                    <a:pt x="573829" y="415036"/>
                  </a:lnTo>
                  <a:cubicBezTo>
                    <a:pt x="582211" y="393700"/>
                    <a:pt x="586402" y="371348"/>
                    <a:pt x="586402" y="348869"/>
                  </a:cubicBezTo>
                  <a:cubicBezTo>
                    <a:pt x="586402" y="248793"/>
                    <a:pt x="504868" y="167259"/>
                    <a:pt x="404792" y="167259"/>
                  </a:cubicBezTo>
                  <a:cubicBezTo>
                    <a:pt x="376471" y="167259"/>
                    <a:pt x="349039" y="173736"/>
                    <a:pt x="323385" y="186690"/>
                  </a:cubicBezTo>
                  <a:lnTo>
                    <a:pt x="314368" y="191262"/>
                  </a:lnTo>
                  <a:lnTo>
                    <a:pt x="304970" y="193675"/>
                  </a:lnTo>
                  <a:cubicBezTo>
                    <a:pt x="295953" y="190246"/>
                    <a:pt x="292270" y="186690"/>
                    <a:pt x="290492" y="182245"/>
                  </a:cubicBezTo>
                  <a:lnTo>
                    <a:pt x="286682" y="172593"/>
                  </a:lnTo>
                  <a:cubicBezTo>
                    <a:pt x="252900" y="88773"/>
                    <a:pt x="172890" y="34671"/>
                    <a:pt x="82720" y="34671"/>
                  </a:cubicBezTo>
                  <a:cubicBezTo>
                    <a:pt x="61638" y="34671"/>
                    <a:pt x="40937" y="37592"/>
                    <a:pt x="20998" y="43434"/>
                  </a:cubicBezTo>
                  <a:lnTo>
                    <a:pt x="2202" y="40894"/>
                  </a:lnTo>
                  <a:cubicBezTo>
                    <a:pt x="-3259" y="22606"/>
                    <a:pt x="2075" y="12954"/>
                    <a:pt x="11219" y="10287"/>
                  </a:cubicBezTo>
                  <a:cubicBezTo>
                    <a:pt x="34333" y="3429"/>
                    <a:pt x="58336" y="0"/>
                    <a:pt x="82720" y="0"/>
                  </a:cubicBezTo>
                  <a:cubicBezTo>
                    <a:pt x="184320" y="0"/>
                    <a:pt x="274744" y="59436"/>
                    <a:pt x="315257" y="152019"/>
                  </a:cubicBezTo>
                  <a:cubicBezTo>
                    <a:pt x="343705" y="139065"/>
                    <a:pt x="373677" y="132461"/>
                    <a:pt x="404665" y="132461"/>
                  </a:cubicBezTo>
                  <a:cubicBezTo>
                    <a:pt x="523918" y="132461"/>
                    <a:pt x="620819" y="229489"/>
                    <a:pt x="620819" y="348615"/>
                  </a:cubicBezTo>
                  <a:cubicBezTo>
                    <a:pt x="620819" y="371983"/>
                    <a:pt x="617009" y="395097"/>
                    <a:pt x="609389" y="417449"/>
                  </a:cubicBezTo>
                  <a:cubicBezTo>
                    <a:pt x="680382" y="425069"/>
                    <a:pt x="734484" y="484378"/>
                    <a:pt x="734484" y="556895"/>
                  </a:cubicBezTo>
                  <a:cubicBezTo>
                    <a:pt x="734484" y="632714"/>
                    <a:pt x="672762" y="692150"/>
                    <a:pt x="594022" y="692150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22"/>
            <p:cNvSpPr/>
            <p:nvPr/>
          </p:nvSpPr>
          <p:spPr>
            <a:xfrm>
              <a:off x="414528" y="998093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22"/>
            <p:cNvSpPr/>
            <p:nvPr/>
          </p:nvSpPr>
          <p:spPr>
            <a:xfrm>
              <a:off x="414528" y="790448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22"/>
            <p:cNvSpPr/>
            <p:nvPr/>
          </p:nvSpPr>
          <p:spPr>
            <a:xfrm>
              <a:off x="414528" y="582803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22"/>
            <p:cNvSpPr/>
            <p:nvPr/>
          </p:nvSpPr>
          <p:spPr>
            <a:xfrm>
              <a:off x="343916" y="928878"/>
              <a:ext cx="484505" cy="173101"/>
            </a:xfrm>
            <a:custGeom>
              <a:rect b="b" l="l" r="r" t="t"/>
              <a:pathLst>
                <a:path extrusionOk="0" h="173101" w="484505">
                  <a:moveTo>
                    <a:pt x="34544" y="138430"/>
                  </a:moveTo>
                  <a:lnTo>
                    <a:pt x="449834" y="138430"/>
                  </a:lnTo>
                  <a:lnTo>
                    <a:pt x="449834" y="34544"/>
                  </a:lnTo>
                  <a:lnTo>
                    <a:pt x="34544" y="34544"/>
                  </a:lnTo>
                  <a:close/>
                  <a:moveTo>
                    <a:pt x="467233" y="173101"/>
                  </a:moveTo>
                  <a:lnTo>
                    <a:pt x="17272" y="173101"/>
                  </a:lnTo>
                  <a:cubicBezTo>
                    <a:pt x="7747" y="173101"/>
                    <a:pt x="0" y="165354"/>
                    <a:pt x="0" y="155829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22"/>
            <p:cNvSpPr/>
            <p:nvPr/>
          </p:nvSpPr>
          <p:spPr>
            <a:xfrm>
              <a:off x="343916" y="721233"/>
              <a:ext cx="484505" cy="172974"/>
            </a:xfrm>
            <a:custGeom>
              <a:rect b="b" l="l" r="r" t="t"/>
              <a:pathLst>
                <a:path extrusionOk="0" h="172974" w="484505">
                  <a:moveTo>
                    <a:pt x="34544" y="138303"/>
                  </a:moveTo>
                  <a:lnTo>
                    <a:pt x="449834" y="138303"/>
                  </a:lnTo>
                  <a:lnTo>
                    <a:pt x="449834" y="34544"/>
                  </a:lnTo>
                  <a:lnTo>
                    <a:pt x="34544" y="34544"/>
                  </a:lnTo>
                  <a:close/>
                  <a:moveTo>
                    <a:pt x="467233" y="172974"/>
                  </a:moveTo>
                  <a:lnTo>
                    <a:pt x="17272" y="172974"/>
                  </a:lnTo>
                  <a:cubicBezTo>
                    <a:pt x="7747" y="172974"/>
                    <a:pt x="0" y="165227"/>
                    <a:pt x="0" y="155702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22"/>
            <p:cNvSpPr/>
            <p:nvPr/>
          </p:nvSpPr>
          <p:spPr>
            <a:xfrm>
              <a:off x="343916" y="513461"/>
              <a:ext cx="484505" cy="173101"/>
            </a:xfrm>
            <a:custGeom>
              <a:rect b="b" l="l" r="r" t="t"/>
              <a:pathLst>
                <a:path extrusionOk="0" h="173101" w="484505">
                  <a:moveTo>
                    <a:pt x="34544" y="138430"/>
                  </a:moveTo>
                  <a:lnTo>
                    <a:pt x="449834" y="138430"/>
                  </a:lnTo>
                  <a:lnTo>
                    <a:pt x="449834" y="34671"/>
                  </a:lnTo>
                  <a:lnTo>
                    <a:pt x="34544" y="34671"/>
                  </a:lnTo>
                  <a:close/>
                  <a:moveTo>
                    <a:pt x="467233" y="173101"/>
                  </a:moveTo>
                  <a:lnTo>
                    <a:pt x="17272" y="173101"/>
                  </a:lnTo>
                  <a:cubicBezTo>
                    <a:pt x="7747" y="173101"/>
                    <a:pt x="0" y="165354"/>
                    <a:pt x="0" y="155829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22"/>
            <p:cNvSpPr/>
            <p:nvPr/>
          </p:nvSpPr>
          <p:spPr>
            <a:xfrm>
              <a:off x="170815" y="824992"/>
              <a:ext cx="138430" cy="207645"/>
            </a:xfrm>
            <a:custGeom>
              <a:rect b="b" l="l" r="r" t="t"/>
              <a:pathLst>
                <a:path extrusionOk="0" h="207645" w="138430">
                  <a:moveTo>
                    <a:pt x="51943" y="207645"/>
                  </a:moveTo>
                  <a:lnTo>
                    <a:pt x="17272" y="207645"/>
                  </a:lnTo>
                  <a:cubicBezTo>
                    <a:pt x="7747" y="207645"/>
                    <a:pt x="0" y="199898"/>
                    <a:pt x="0" y="190373"/>
                  </a:cubicBezTo>
                  <a:lnTo>
                    <a:pt x="7747" y="173101"/>
                  </a:lnTo>
                  <a:lnTo>
                    <a:pt x="51943" y="173101"/>
                  </a:lnTo>
                  <a:cubicBezTo>
                    <a:pt x="80518" y="173101"/>
                    <a:pt x="103886" y="149860"/>
                    <a:pt x="103886" y="121158"/>
                  </a:cubicBezTo>
                  <a:lnTo>
                    <a:pt x="103886" y="17272"/>
                  </a:lnTo>
                  <a:cubicBezTo>
                    <a:pt x="103886" y="7747"/>
                    <a:pt x="111633" y="0"/>
                    <a:pt x="121158" y="0"/>
                  </a:cubicBezTo>
                  <a:lnTo>
                    <a:pt x="138430" y="7747"/>
                  </a:lnTo>
                  <a:lnTo>
                    <a:pt x="138430" y="121158"/>
                  </a:lnTo>
                  <a:cubicBezTo>
                    <a:pt x="138430" y="168910"/>
                    <a:pt x="99568" y="207645"/>
                    <a:pt x="51943" y="207645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22"/>
            <p:cNvSpPr/>
            <p:nvPr/>
          </p:nvSpPr>
          <p:spPr>
            <a:xfrm>
              <a:off x="136271" y="790448"/>
              <a:ext cx="103759" cy="138430"/>
            </a:xfrm>
            <a:custGeom>
              <a:rect b="b" l="l" r="r" t="t"/>
              <a:pathLst>
                <a:path extrusionOk="0" h="138430" w="103759">
                  <a:moveTo>
                    <a:pt x="51816" y="138430"/>
                  </a:moveTo>
                  <a:lnTo>
                    <a:pt x="17272" y="138430"/>
                  </a:lnTo>
                  <a:cubicBezTo>
                    <a:pt x="7747" y="138430"/>
                    <a:pt x="0" y="130683"/>
                    <a:pt x="0" y="121158"/>
                  </a:cubicBezTo>
                  <a:lnTo>
                    <a:pt x="7747" y="103886"/>
                  </a:lnTo>
                  <a:lnTo>
                    <a:pt x="51943" y="103886"/>
                  </a:lnTo>
                  <a:cubicBezTo>
                    <a:pt x="61468" y="103886"/>
                    <a:pt x="69215" y="96139"/>
                    <a:pt x="69215" y="86614"/>
                  </a:cubicBezTo>
                  <a:lnTo>
                    <a:pt x="69215" y="17272"/>
                  </a:lnTo>
                  <a:cubicBezTo>
                    <a:pt x="69215" y="7747"/>
                    <a:pt x="76962" y="0"/>
                    <a:pt x="86487" y="0"/>
                  </a:cubicBezTo>
                  <a:lnTo>
                    <a:pt x="103759" y="7747"/>
                  </a:lnTo>
                  <a:lnTo>
                    <a:pt x="103759" y="86487"/>
                  </a:lnTo>
                  <a:cubicBezTo>
                    <a:pt x="103759" y="115062"/>
                    <a:pt x="80518" y="138430"/>
                    <a:pt x="51816" y="138430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22"/>
            <p:cNvSpPr/>
            <p:nvPr/>
          </p:nvSpPr>
          <p:spPr>
            <a:xfrm>
              <a:off x="863092" y="824992"/>
              <a:ext cx="138430" cy="207645"/>
            </a:xfrm>
            <a:custGeom>
              <a:rect b="b" l="l" r="r" t="t"/>
              <a:pathLst>
                <a:path extrusionOk="0" h="207645" w="138430">
                  <a:moveTo>
                    <a:pt x="121031" y="207645"/>
                  </a:moveTo>
                  <a:lnTo>
                    <a:pt x="86487" y="207645"/>
                  </a:lnTo>
                  <a:cubicBezTo>
                    <a:pt x="38735" y="207645"/>
                    <a:pt x="0" y="168783"/>
                    <a:pt x="0" y="121158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34544" y="7747"/>
                  </a:lnTo>
                  <a:lnTo>
                    <a:pt x="34544" y="121158"/>
                  </a:lnTo>
                  <a:cubicBezTo>
                    <a:pt x="34544" y="149860"/>
                    <a:pt x="57785" y="173101"/>
                    <a:pt x="86487" y="173101"/>
                  </a:cubicBezTo>
                  <a:lnTo>
                    <a:pt x="121158" y="173101"/>
                  </a:lnTo>
                  <a:cubicBezTo>
                    <a:pt x="130683" y="173101"/>
                    <a:pt x="138430" y="180848"/>
                    <a:pt x="138430" y="190373"/>
                  </a:cubicBezTo>
                  <a:lnTo>
                    <a:pt x="130683" y="207645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22"/>
            <p:cNvSpPr/>
            <p:nvPr/>
          </p:nvSpPr>
          <p:spPr>
            <a:xfrm>
              <a:off x="932307" y="790448"/>
              <a:ext cx="103759" cy="138430"/>
            </a:xfrm>
            <a:custGeom>
              <a:rect b="b" l="l" r="r" t="t"/>
              <a:pathLst>
                <a:path extrusionOk="0" h="138430" w="103759">
                  <a:moveTo>
                    <a:pt x="86487" y="138430"/>
                  </a:moveTo>
                  <a:lnTo>
                    <a:pt x="51943" y="138430"/>
                  </a:lnTo>
                  <a:cubicBezTo>
                    <a:pt x="23241" y="138430"/>
                    <a:pt x="0" y="115189"/>
                    <a:pt x="0" y="86487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34544" y="7747"/>
                  </a:lnTo>
                  <a:lnTo>
                    <a:pt x="34544" y="86487"/>
                  </a:lnTo>
                  <a:cubicBezTo>
                    <a:pt x="34544" y="96012"/>
                    <a:pt x="42291" y="103759"/>
                    <a:pt x="51816" y="103759"/>
                  </a:cubicBezTo>
                  <a:lnTo>
                    <a:pt x="86487" y="103759"/>
                  </a:lnTo>
                  <a:cubicBezTo>
                    <a:pt x="96012" y="103759"/>
                    <a:pt x="103759" y="111506"/>
                    <a:pt x="103759" y="121031"/>
                  </a:cubicBezTo>
                  <a:lnTo>
                    <a:pt x="96012" y="138303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22"/>
            <p:cNvSpPr/>
            <p:nvPr/>
          </p:nvSpPr>
          <p:spPr>
            <a:xfrm>
              <a:off x="1070737" y="894334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22"/>
            <p:cNvSpPr/>
            <p:nvPr/>
          </p:nvSpPr>
          <p:spPr>
            <a:xfrm>
              <a:off x="1036193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22"/>
            <p:cNvSpPr/>
            <p:nvPr/>
          </p:nvSpPr>
          <p:spPr>
            <a:xfrm>
              <a:off x="63500" y="894334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22"/>
            <p:cNvSpPr/>
            <p:nvPr/>
          </p:nvSpPr>
          <p:spPr>
            <a:xfrm>
              <a:off x="98171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22"/>
            <p:cNvSpPr/>
            <p:nvPr/>
          </p:nvSpPr>
          <p:spPr>
            <a:xfrm>
              <a:off x="652018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22"/>
            <p:cNvSpPr/>
            <p:nvPr/>
          </p:nvSpPr>
          <p:spPr>
            <a:xfrm>
              <a:off x="721233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22"/>
            <p:cNvSpPr/>
            <p:nvPr/>
          </p:nvSpPr>
          <p:spPr>
            <a:xfrm>
              <a:off x="652018" y="790448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22"/>
            <p:cNvSpPr/>
            <p:nvPr/>
          </p:nvSpPr>
          <p:spPr>
            <a:xfrm>
              <a:off x="721233" y="790448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22"/>
            <p:cNvSpPr/>
            <p:nvPr/>
          </p:nvSpPr>
          <p:spPr>
            <a:xfrm>
              <a:off x="652018" y="58280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22"/>
            <p:cNvSpPr/>
            <p:nvPr/>
          </p:nvSpPr>
          <p:spPr>
            <a:xfrm>
              <a:off x="721233" y="58280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22"/>
            <p:cNvSpPr/>
            <p:nvPr/>
          </p:nvSpPr>
          <p:spPr>
            <a:xfrm>
              <a:off x="306395" y="98065"/>
              <a:ext cx="37902" cy="37063"/>
            </a:xfrm>
            <a:custGeom>
              <a:rect b="b" l="l" r="r" t="t"/>
              <a:pathLst>
                <a:path extrusionOk="0" h="37063" w="37902">
                  <a:moveTo>
                    <a:pt x="16693" y="37063"/>
                  </a:moveTo>
                  <a:lnTo>
                    <a:pt x="5898" y="34523"/>
                  </a:lnTo>
                  <a:cubicBezTo>
                    <a:pt x="-2992" y="21950"/>
                    <a:pt x="-1087" y="11155"/>
                    <a:pt x="6660" y="5567"/>
                  </a:cubicBezTo>
                  <a:lnTo>
                    <a:pt x="10089" y="3154"/>
                  </a:lnTo>
                  <a:cubicBezTo>
                    <a:pt x="17963" y="-2307"/>
                    <a:pt x="28758" y="-529"/>
                    <a:pt x="34219" y="7345"/>
                  </a:cubicBezTo>
                  <a:lnTo>
                    <a:pt x="37902" y="25887"/>
                  </a:lnTo>
                  <a:lnTo>
                    <a:pt x="26599" y="33888"/>
                  </a:lnTo>
                  <a:lnTo>
                    <a:pt x="20122" y="37063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06" name="Google Shape;1306;p22"/>
          <p:cNvSpPr/>
          <p:nvPr/>
        </p:nvSpPr>
        <p:spPr>
          <a:xfrm>
            <a:off x="209864" y="4715635"/>
            <a:ext cx="743213" cy="804997"/>
          </a:xfrm>
          <a:custGeom>
            <a:rect b="b" l="l" r="r" t="t"/>
            <a:pathLst>
              <a:path extrusionOk="0" h="804997" w="743213">
                <a:moveTo>
                  <a:pt x="0" y="0"/>
                </a:moveTo>
                <a:lnTo>
                  <a:pt x="743213" y="0"/>
                </a:lnTo>
                <a:lnTo>
                  <a:pt x="743213" y="804997"/>
                </a:lnTo>
                <a:lnTo>
                  <a:pt x="0" y="804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291" l="-16090" r="-16830" t="-11419"/>
            </a:stretch>
          </a:blipFill>
          <a:ln>
            <a:noFill/>
          </a:ln>
        </p:spPr>
      </p:sp>
      <p:sp>
        <p:nvSpPr>
          <p:cNvPr id="1307" name="Google Shape;1307;p22"/>
          <p:cNvSpPr/>
          <p:nvPr/>
        </p:nvSpPr>
        <p:spPr>
          <a:xfrm>
            <a:off x="6873721" y="9529940"/>
            <a:ext cx="1354895" cy="466995"/>
          </a:xfrm>
          <a:custGeom>
            <a:rect b="b" l="l" r="r" t="t"/>
            <a:pathLst>
              <a:path extrusionOk="0" h="466995" w="1354895">
                <a:moveTo>
                  <a:pt x="0" y="0"/>
                </a:moveTo>
                <a:lnTo>
                  <a:pt x="1354895" y="0"/>
                </a:lnTo>
                <a:lnTo>
                  <a:pt x="1354895" y="466994"/>
                </a:lnTo>
                <a:lnTo>
                  <a:pt x="0" y="4669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8" name="Google Shape;1308;p22"/>
          <p:cNvSpPr/>
          <p:nvPr/>
        </p:nvSpPr>
        <p:spPr>
          <a:xfrm>
            <a:off x="8462186" y="9587767"/>
            <a:ext cx="1694380" cy="415653"/>
          </a:xfrm>
          <a:custGeom>
            <a:rect b="b" l="l" r="r" t="t"/>
            <a:pathLst>
              <a:path extrusionOk="0" h="415653" w="1694380">
                <a:moveTo>
                  <a:pt x="0" y="0"/>
                </a:moveTo>
                <a:lnTo>
                  <a:pt x="1694380" y="0"/>
                </a:lnTo>
                <a:lnTo>
                  <a:pt x="1694380" y="415652"/>
                </a:lnTo>
                <a:lnTo>
                  <a:pt x="0" y="4156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9" name="Google Shape;1309;p22"/>
          <p:cNvSpPr/>
          <p:nvPr/>
        </p:nvSpPr>
        <p:spPr>
          <a:xfrm>
            <a:off x="10317519" y="9477357"/>
            <a:ext cx="2368914" cy="614916"/>
          </a:xfrm>
          <a:custGeom>
            <a:rect b="b" l="l" r="r" t="t"/>
            <a:pathLst>
              <a:path extrusionOk="0" h="614916" w="2368914">
                <a:moveTo>
                  <a:pt x="0" y="0"/>
                </a:moveTo>
                <a:lnTo>
                  <a:pt x="2368913" y="0"/>
                </a:lnTo>
                <a:lnTo>
                  <a:pt x="2368913" y="614917"/>
                </a:lnTo>
                <a:lnTo>
                  <a:pt x="0" y="6149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10" name="Google Shape;1310;p22"/>
          <p:cNvSpPr/>
          <p:nvPr/>
        </p:nvSpPr>
        <p:spPr>
          <a:xfrm>
            <a:off x="5601568" y="9500406"/>
            <a:ext cx="1034028" cy="526062"/>
          </a:xfrm>
          <a:custGeom>
            <a:rect b="b" l="l" r="r" t="t"/>
            <a:pathLst>
              <a:path extrusionOk="0" h="526062" w="1034028">
                <a:moveTo>
                  <a:pt x="0" y="0"/>
                </a:moveTo>
                <a:lnTo>
                  <a:pt x="1034028" y="0"/>
                </a:lnTo>
                <a:lnTo>
                  <a:pt x="1034028" y="526062"/>
                </a:lnTo>
                <a:lnTo>
                  <a:pt x="0" y="526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11" name="Google Shape;1311;p22"/>
          <p:cNvSpPr txBox="1"/>
          <p:nvPr/>
        </p:nvSpPr>
        <p:spPr>
          <a:xfrm>
            <a:off x="1326638" y="2114650"/>
            <a:ext cx="11860500" cy="69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3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Centralized VCSs</a:t>
            </a:r>
            <a:r>
              <a:rPr i="1" lang="en-US" sz="43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(The Server-Client Era)</a:t>
            </a:r>
            <a:endParaRPr i="1" sz="4399">
              <a:solidFill>
                <a:schemeClr val="dk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3150">
              <a:solidFill>
                <a:schemeClr val="dk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28625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50"/>
              <a:buFont typeface="Barlow Condensed"/>
              <a:buChar char="●"/>
            </a:pPr>
            <a:r>
              <a:rPr b="1" i="1" lang="en-US" sz="3150">
                <a:solidFill>
                  <a:srgbClr val="00416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Context</a:t>
            </a:r>
            <a:r>
              <a:rPr i="1" lang="en-US" sz="315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 Born in the early 1980s (e.g., CVS, Subversion/SVN) to </a:t>
            </a:r>
            <a:r>
              <a:rPr b="1" i="1" lang="en-US" sz="315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allow collaboration among geographically distributed teams</a:t>
            </a:r>
            <a:r>
              <a:rPr i="1" lang="en-US" sz="315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.</a:t>
            </a:r>
            <a:endParaRPr i="1" sz="3150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28625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50"/>
              <a:buFont typeface="Barlow Condensed"/>
              <a:buChar char="●"/>
            </a:pPr>
            <a:r>
              <a:rPr b="1" i="1" lang="en-US" sz="3150">
                <a:solidFill>
                  <a:srgbClr val="00416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Architecture</a:t>
            </a:r>
            <a:r>
              <a:rPr i="1" lang="en-US" sz="315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 A </a:t>
            </a:r>
            <a:r>
              <a:rPr b="1" i="1" lang="en-US" sz="315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single central server</a:t>
            </a:r>
            <a:r>
              <a:rPr i="1" lang="en-US" sz="315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holds all versioned files. </a:t>
            </a:r>
            <a:r>
              <a:rPr b="1" i="1" lang="en-US" sz="315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Clients "check out" only the specific files they need</a:t>
            </a:r>
            <a:r>
              <a:rPr i="1" lang="en-US" sz="315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to work on.</a:t>
            </a:r>
            <a:endParaRPr i="1" sz="3150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28625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50"/>
              <a:buFont typeface="Barlow Condensed"/>
              <a:buChar char="●"/>
            </a:pPr>
            <a:r>
              <a:rPr b="1" i="1" lang="en-US" sz="3150">
                <a:solidFill>
                  <a:srgbClr val="00416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Lock Mechanism</a:t>
            </a:r>
            <a:r>
              <a:rPr i="1" lang="en-US" sz="315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 meaning often </a:t>
            </a:r>
            <a:r>
              <a:rPr b="1" i="1" lang="en-US" sz="315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only one developer could edit a file at a time</a:t>
            </a:r>
            <a:r>
              <a:rPr i="1" lang="en-US" sz="315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.</a:t>
            </a:r>
            <a:endParaRPr i="1" sz="3150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28625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50"/>
              <a:buFont typeface="Barlow Condensed"/>
              <a:buChar char="●"/>
            </a:pPr>
            <a:r>
              <a:rPr b="1" i="1" lang="en-US" sz="3150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Pros</a:t>
            </a:r>
            <a:r>
              <a:rPr i="1" lang="en-US" sz="315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 Huge step ahead from manual backups; </a:t>
            </a:r>
            <a:r>
              <a:rPr b="1" i="1" lang="en-US" sz="315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clear visibility</a:t>
            </a:r>
            <a:r>
              <a:rPr i="1" lang="en-US" sz="315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of who is doing what.</a:t>
            </a:r>
            <a:endParaRPr i="1" sz="3150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28625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50"/>
              <a:buFont typeface="Barlow Condensed"/>
              <a:buChar char="●"/>
            </a:pPr>
            <a:r>
              <a:rPr i="1" lang="en-US" sz="315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Fatal Flaw (</a:t>
            </a:r>
            <a:r>
              <a:rPr b="1" i="1" lang="en-US" sz="3150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Cons</a:t>
            </a:r>
            <a:r>
              <a:rPr i="1" lang="en-US" sz="315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):</a:t>
            </a:r>
            <a:endParaRPr i="1" sz="3150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28625" lvl="1" marL="9144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50"/>
              <a:buFont typeface="Barlow Condensed"/>
              <a:buChar char="○"/>
            </a:pPr>
            <a:r>
              <a:rPr b="1" i="1" lang="en-US" sz="315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Single Point of Failure</a:t>
            </a:r>
            <a:r>
              <a:rPr i="1" lang="en-US" sz="315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endParaRPr i="1" sz="3150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28625" lvl="2" marL="13716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50"/>
              <a:buFont typeface="Barlow Condensed"/>
              <a:buChar char="■"/>
            </a:pPr>
            <a:r>
              <a:rPr i="1" lang="en-US" sz="315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If the server goes down, no one can work.</a:t>
            </a:r>
            <a:endParaRPr i="1" sz="3150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28625" lvl="2" marL="13716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50"/>
              <a:buFont typeface="Barlow Condensed"/>
              <a:buChar char="■"/>
            </a:pPr>
            <a:r>
              <a:rPr i="1" lang="en-US" sz="315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If the disk corrupts, the entire project history is lost forever.</a:t>
            </a:r>
            <a:endParaRPr i="1" sz="3150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28625" lvl="1" marL="9144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50"/>
              <a:buFont typeface="Barlow Condensed"/>
              <a:buChar char="○"/>
            </a:pPr>
            <a:r>
              <a:rPr b="1" i="1" lang="en-US" sz="315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Slow Performance:</a:t>
            </a:r>
            <a:r>
              <a:rPr i="1" lang="en-US" sz="315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Every operation requires a network connection to the remote server.</a:t>
            </a:r>
            <a:endParaRPr i="1" sz="3150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312" name="Google Shape;1312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187150" y="4220366"/>
            <a:ext cx="4915375" cy="3504733"/>
          </a:xfrm>
          <a:prstGeom prst="rect">
            <a:avLst/>
          </a:prstGeom>
          <a:noFill/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7B9CE"/>
        </a:solidFill>
      </p:bgPr>
    </p:bg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17" name="Google Shape;1317;p23"/>
          <p:cNvCxnSpPr/>
          <p:nvPr/>
        </p:nvCxnSpPr>
        <p:spPr>
          <a:xfrm>
            <a:off x="1051792" y="1798524"/>
            <a:ext cx="172593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8" name="Google Shape;1318;p23"/>
          <p:cNvCxnSpPr/>
          <p:nvPr/>
        </p:nvCxnSpPr>
        <p:spPr>
          <a:xfrm rot="-5400000">
            <a:off x="-4105275" y="5119688"/>
            <a:ext cx="102870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9" name="Google Shape;1319;p23"/>
          <p:cNvSpPr txBox="1"/>
          <p:nvPr/>
        </p:nvSpPr>
        <p:spPr>
          <a:xfrm>
            <a:off x="1592775" y="373150"/>
            <a:ext cx="16254600" cy="12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18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(BRIEF) HISTORY OF VERSION CONTROL SYSTEMS</a:t>
            </a:r>
            <a:endParaRPr/>
          </a:p>
        </p:txBody>
      </p:sp>
      <p:grpSp>
        <p:nvGrpSpPr>
          <p:cNvPr id="1320" name="Google Shape;1320;p23"/>
          <p:cNvGrpSpPr/>
          <p:nvPr/>
        </p:nvGrpSpPr>
        <p:grpSpPr>
          <a:xfrm>
            <a:off x="216606" y="6304895"/>
            <a:ext cx="642914" cy="632256"/>
            <a:chOff x="63500" y="63500"/>
            <a:chExt cx="988187" cy="971804"/>
          </a:xfrm>
        </p:grpSpPr>
        <p:sp>
          <p:nvSpPr>
            <p:cNvPr id="1321" name="Google Shape;1321;p23"/>
            <p:cNvSpPr/>
            <p:nvPr/>
          </p:nvSpPr>
          <p:spPr>
            <a:xfrm>
              <a:off x="857250" y="840994"/>
              <a:ext cx="129540" cy="129540"/>
            </a:xfrm>
            <a:custGeom>
              <a:rect b="b" l="l" r="r" t="t"/>
              <a:pathLst>
                <a:path extrusionOk="0" h="129540" w="129540">
                  <a:moveTo>
                    <a:pt x="64770" y="32385"/>
                  </a:moveTo>
                  <a:cubicBezTo>
                    <a:pt x="46863" y="32385"/>
                    <a:pt x="32385" y="46990"/>
                    <a:pt x="32385" y="64770"/>
                  </a:cubicBezTo>
                  <a:cubicBezTo>
                    <a:pt x="32385" y="82550"/>
                    <a:pt x="46990" y="97155"/>
                    <a:pt x="64770" y="97155"/>
                  </a:cubicBezTo>
                  <a:cubicBezTo>
                    <a:pt x="82550" y="97155"/>
                    <a:pt x="97155" y="82550"/>
                    <a:pt x="97155" y="64770"/>
                  </a:cubicBezTo>
                  <a:cubicBezTo>
                    <a:pt x="97155" y="46990"/>
                    <a:pt x="82550" y="32385"/>
                    <a:pt x="64770" y="32385"/>
                  </a:cubicBezTo>
                  <a:moveTo>
                    <a:pt x="64770" y="129540"/>
                  </a:moveTo>
                  <a:cubicBezTo>
                    <a:pt x="29083" y="129540"/>
                    <a:pt x="0" y="100457"/>
                    <a:pt x="0" y="64770"/>
                  </a:cubicBezTo>
                  <a:cubicBezTo>
                    <a:pt x="0" y="29083"/>
                    <a:pt x="29083" y="0"/>
                    <a:pt x="64770" y="0"/>
                  </a:cubicBezTo>
                  <a:cubicBezTo>
                    <a:pt x="100457" y="0"/>
                    <a:pt x="129540" y="29083"/>
                    <a:pt x="129540" y="64770"/>
                  </a:cubicBezTo>
                  <a:cubicBezTo>
                    <a:pt x="129540" y="100457"/>
                    <a:pt x="100457" y="129540"/>
                    <a:pt x="64770" y="1295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23"/>
            <p:cNvSpPr/>
            <p:nvPr/>
          </p:nvSpPr>
          <p:spPr>
            <a:xfrm>
              <a:off x="905764" y="225552"/>
              <a:ext cx="32512" cy="647827"/>
            </a:xfrm>
            <a:custGeom>
              <a:rect b="b" l="l" r="r" t="t"/>
              <a:pathLst>
                <a:path extrusionOk="0" h="647827" w="32512">
                  <a:moveTo>
                    <a:pt x="16256" y="647827"/>
                  </a:moveTo>
                  <a:lnTo>
                    <a:pt x="0" y="640588"/>
                  </a:lnTo>
                  <a:lnTo>
                    <a:pt x="0" y="16129"/>
                  </a:lnTo>
                  <a:cubicBezTo>
                    <a:pt x="0" y="7112"/>
                    <a:pt x="7239" y="0"/>
                    <a:pt x="16256" y="0"/>
                  </a:cubicBezTo>
                  <a:lnTo>
                    <a:pt x="32512" y="7239"/>
                  </a:lnTo>
                  <a:lnTo>
                    <a:pt x="32512" y="631698"/>
                  </a:lnTo>
                  <a:cubicBezTo>
                    <a:pt x="32512" y="640588"/>
                    <a:pt x="25273" y="647827"/>
                    <a:pt x="16256" y="64782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23"/>
            <p:cNvSpPr/>
            <p:nvPr/>
          </p:nvSpPr>
          <p:spPr>
            <a:xfrm>
              <a:off x="121679" y="510286"/>
              <a:ext cx="44042" cy="38989"/>
            </a:xfrm>
            <a:custGeom>
              <a:rect b="b" l="l" r="r" t="t"/>
              <a:pathLst>
                <a:path extrusionOk="0" h="38989" w="44042">
                  <a:moveTo>
                    <a:pt x="27927" y="38989"/>
                  </a:moveTo>
                  <a:lnTo>
                    <a:pt x="23990" y="38608"/>
                  </a:lnTo>
                  <a:lnTo>
                    <a:pt x="10401" y="33401"/>
                  </a:lnTo>
                  <a:cubicBezTo>
                    <a:pt x="2019" y="30226"/>
                    <a:pt x="-2172" y="20828"/>
                    <a:pt x="1130" y="12446"/>
                  </a:cubicBezTo>
                  <a:lnTo>
                    <a:pt x="13703" y="0"/>
                  </a:lnTo>
                  <a:lnTo>
                    <a:pt x="33642" y="7620"/>
                  </a:lnTo>
                  <a:cubicBezTo>
                    <a:pt x="42024" y="10795"/>
                    <a:pt x="46215" y="20193"/>
                    <a:pt x="42913" y="28575"/>
                  </a:cubicBezTo>
                  <a:lnTo>
                    <a:pt x="34277" y="3898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23"/>
            <p:cNvSpPr/>
            <p:nvPr/>
          </p:nvSpPr>
          <p:spPr>
            <a:xfrm>
              <a:off x="180213" y="535721"/>
              <a:ext cx="620903" cy="90770"/>
            </a:xfrm>
            <a:custGeom>
              <a:rect b="b" l="l" r="r" t="t"/>
              <a:pathLst>
                <a:path extrusionOk="0" h="90770" w="620903">
                  <a:moveTo>
                    <a:pt x="476758" y="90770"/>
                  </a:moveTo>
                  <a:lnTo>
                    <a:pt x="300863" y="90770"/>
                  </a:lnTo>
                  <a:cubicBezTo>
                    <a:pt x="291211" y="90770"/>
                    <a:pt x="281813" y="88230"/>
                    <a:pt x="273431" y="83531"/>
                  </a:cubicBezTo>
                  <a:lnTo>
                    <a:pt x="193675" y="37938"/>
                  </a:lnTo>
                  <a:cubicBezTo>
                    <a:pt x="190246" y="36033"/>
                    <a:pt x="186309" y="34890"/>
                    <a:pt x="182245" y="34890"/>
                  </a:cubicBezTo>
                  <a:lnTo>
                    <a:pt x="32385" y="34890"/>
                  </a:lnTo>
                  <a:cubicBezTo>
                    <a:pt x="25527" y="34890"/>
                    <a:pt x="18923" y="33620"/>
                    <a:pt x="12446" y="31207"/>
                  </a:cubicBezTo>
                  <a:lnTo>
                    <a:pt x="0" y="18634"/>
                  </a:lnTo>
                  <a:cubicBezTo>
                    <a:pt x="6477" y="1997"/>
                    <a:pt x="15875" y="-2194"/>
                    <a:pt x="24130" y="981"/>
                  </a:cubicBezTo>
                  <a:lnTo>
                    <a:pt x="29464" y="2505"/>
                  </a:lnTo>
                  <a:lnTo>
                    <a:pt x="182372" y="2505"/>
                  </a:lnTo>
                  <a:cubicBezTo>
                    <a:pt x="192024" y="2505"/>
                    <a:pt x="201549" y="5045"/>
                    <a:pt x="209804" y="9744"/>
                  </a:cubicBezTo>
                  <a:lnTo>
                    <a:pt x="289560" y="55337"/>
                  </a:lnTo>
                  <a:cubicBezTo>
                    <a:pt x="292989" y="57242"/>
                    <a:pt x="296926" y="58385"/>
                    <a:pt x="300863" y="58385"/>
                  </a:cubicBezTo>
                  <a:lnTo>
                    <a:pt x="476758" y="58385"/>
                  </a:lnTo>
                  <a:cubicBezTo>
                    <a:pt x="480314" y="58385"/>
                    <a:pt x="483870" y="57496"/>
                    <a:pt x="486918" y="55972"/>
                  </a:cubicBezTo>
                  <a:lnTo>
                    <a:pt x="526288" y="36287"/>
                  </a:lnTo>
                  <a:cubicBezTo>
                    <a:pt x="533908" y="32477"/>
                    <a:pt x="542417" y="30445"/>
                    <a:pt x="551053" y="30445"/>
                  </a:cubicBezTo>
                  <a:lnTo>
                    <a:pt x="604647" y="30445"/>
                  </a:lnTo>
                  <a:cubicBezTo>
                    <a:pt x="613664" y="30445"/>
                    <a:pt x="620903" y="37684"/>
                    <a:pt x="620903" y="46574"/>
                  </a:cubicBezTo>
                  <a:lnTo>
                    <a:pt x="613664" y="62830"/>
                  </a:lnTo>
                  <a:lnTo>
                    <a:pt x="551053" y="62830"/>
                  </a:lnTo>
                  <a:cubicBezTo>
                    <a:pt x="547497" y="62830"/>
                    <a:pt x="543941" y="63719"/>
                    <a:pt x="540893" y="65243"/>
                  </a:cubicBezTo>
                  <a:lnTo>
                    <a:pt x="501523" y="84928"/>
                  </a:lnTo>
                  <a:cubicBezTo>
                    <a:pt x="493903" y="88738"/>
                    <a:pt x="485394" y="90770"/>
                    <a:pt x="476758" y="907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23"/>
            <p:cNvSpPr/>
            <p:nvPr/>
          </p:nvSpPr>
          <p:spPr>
            <a:xfrm>
              <a:off x="378206" y="705739"/>
              <a:ext cx="120232" cy="139192"/>
            </a:xfrm>
            <a:custGeom>
              <a:rect b="b" l="l" r="r" t="t"/>
              <a:pathLst>
                <a:path extrusionOk="0" h="139192" w="120232">
                  <a:moveTo>
                    <a:pt x="89916" y="139192"/>
                  </a:moveTo>
                  <a:lnTo>
                    <a:pt x="78232" y="135890"/>
                  </a:lnTo>
                  <a:cubicBezTo>
                    <a:pt x="65532" y="110490"/>
                    <a:pt x="68326" y="86995"/>
                    <a:pt x="82423" y="70104"/>
                  </a:cubicBezTo>
                  <a:lnTo>
                    <a:pt x="89408" y="53975"/>
                  </a:lnTo>
                  <a:cubicBezTo>
                    <a:pt x="81661" y="37465"/>
                    <a:pt x="73914" y="32512"/>
                    <a:pt x="64770" y="32512"/>
                  </a:cubicBezTo>
                  <a:lnTo>
                    <a:pt x="16256" y="32512"/>
                  </a:lnTo>
                  <a:cubicBezTo>
                    <a:pt x="7239" y="32512"/>
                    <a:pt x="0" y="25273"/>
                    <a:pt x="0" y="16256"/>
                  </a:cubicBezTo>
                  <a:lnTo>
                    <a:pt x="7239" y="0"/>
                  </a:lnTo>
                  <a:lnTo>
                    <a:pt x="64897" y="0"/>
                  </a:lnTo>
                  <a:cubicBezTo>
                    <a:pt x="86614" y="0"/>
                    <a:pt x="105791" y="12192"/>
                    <a:pt x="114935" y="31877"/>
                  </a:cubicBezTo>
                  <a:cubicBezTo>
                    <a:pt x="124079" y="51562"/>
                    <a:pt x="121285" y="74041"/>
                    <a:pt x="107315" y="90805"/>
                  </a:cubicBezTo>
                  <a:lnTo>
                    <a:pt x="100457" y="107569"/>
                  </a:lnTo>
                  <a:cubicBezTo>
                    <a:pt x="108585" y="123698"/>
                    <a:pt x="105283" y="133477"/>
                    <a:pt x="97282" y="137414"/>
                  </a:cubicBezTo>
                  <a:lnTo>
                    <a:pt x="92456" y="13906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23"/>
            <p:cNvSpPr/>
            <p:nvPr/>
          </p:nvSpPr>
          <p:spPr>
            <a:xfrm>
              <a:off x="322072" y="705866"/>
              <a:ext cx="49657" cy="32385"/>
            </a:xfrm>
            <a:custGeom>
              <a:rect b="b" l="l" r="r" t="t"/>
              <a:pathLst>
                <a:path extrusionOk="0" h="32385" w="49657">
                  <a:moveTo>
                    <a:pt x="33401" y="32385"/>
                  </a:moveTo>
                  <a:lnTo>
                    <a:pt x="16256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33401" y="0"/>
                  </a:lnTo>
                  <a:cubicBezTo>
                    <a:pt x="42418" y="0"/>
                    <a:pt x="49657" y="7239"/>
                    <a:pt x="49657" y="16256"/>
                  </a:cubicBezTo>
                  <a:lnTo>
                    <a:pt x="42418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23"/>
            <p:cNvSpPr/>
            <p:nvPr/>
          </p:nvSpPr>
          <p:spPr>
            <a:xfrm>
              <a:off x="247178" y="717997"/>
              <a:ext cx="67401" cy="46670"/>
            </a:xfrm>
            <a:custGeom>
              <a:rect b="b" l="l" r="r" t="t"/>
              <a:pathLst>
                <a:path extrusionOk="0" h="46670" w="67401">
                  <a:moveTo>
                    <a:pt x="15204" y="46670"/>
                  </a:moveTo>
                  <a:lnTo>
                    <a:pt x="2631" y="42733"/>
                  </a:lnTo>
                  <a:cubicBezTo>
                    <a:pt x="-3084" y="27874"/>
                    <a:pt x="1107" y="18603"/>
                    <a:pt x="9489" y="15301"/>
                  </a:cubicBezTo>
                  <a:lnTo>
                    <a:pt x="46446" y="1077"/>
                  </a:lnTo>
                  <a:cubicBezTo>
                    <a:pt x="54828" y="-2098"/>
                    <a:pt x="64226" y="1966"/>
                    <a:pt x="67401" y="10348"/>
                  </a:cubicBezTo>
                  <a:lnTo>
                    <a:pt x="66385" y="28128"/>
                  </a:lnTo>
                  <a:lnTo>
                    <a:pt x="21046" y="45527"/>
                  </a:lnTo>
                  <a:cubicBezTo>
                    <a:pt x="19141" y="46289"/>
                    <a:pt x="17109" y="46670"/>
                    <a:pt x="15204" y="466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23"/>
            <p:cNvSpPr/>
            <p:nvPr/>
          </p:nvSpPr>
          <p:spPr>
            <a:xfrm>
              <a:off x="719420" y="632964"/>
              <a:ext cx="70253" cy="65409"/>
            </a:xfrm>
            <a:custGeom>
              <a:rect b="b" l="l" r="r" t="t"/>
              <a:pathLst>
                <a:path extrusionOk="0" h="65409" w="70253">
                  <a:moveTo>
                    <a:pt x="20609" y="65409"/>
                  </a:moveTo>
                  <a:lnTo>
                    <a:pt x="11084" y="63377"/>
                  </a:lnTo>
                  <a:cubicBezTo>
                    <a:pt x="2321" y="53852"/>
                    <a:pt x="-346" y="45978"/>
                    <a:pt x="35" y="37596"/>
                  </a:cubicBezTo>
                  <a:cubicBezTo>
                    <a:pt x="543" y="27690"/>
                    <a:pt x="5369" y="17911"/>
                    <a:pt x="13243" y="10672"/>
                  </a:cubicBezTo>
                  <a:cubicBezTo>
                    <a:pt x="20101" y="4449"/>
                    <a:pt x="28483" y="766"/>
                    <a:pt x="36992" y="131"/>
                  </a:cubicBezTo>
                  <a:cubicBezTo>
                    <a:pt x="46898" y="-758"/>
                    <a:pt x="56169" y="2925"/>
                    <a:pt x="62519" y="9783"/>
                  </a:cubicBezTo>
                  <a:cubicBezTo>
                    <a:pt x="71409" y="19562"/>
                    <a:pt x="72806" y="34294"/>
                    <a:pt x="65821" y="47375"/>
                  </a:cubicBezTo>
                  <a:lnTo>
                    <a:pt x="51851" y="58297"/>
                  </a:lnTo>
                  <a:cubicBezTo>
                    <a:pt x="36484" y="50169"/>
                    <a:pt x="33309" y="41025"/>
                    <a:pt x="36611" y="33405"/>
                  </a:cubicBezTo>
                  <a:lnTo>
                    <a:pt x="35595" y="34167"/>
                  </a:lnTo>
                  <a:lnTo>
                    <a:pt x="32420" y="38866"/>
                  </a:lnTo>
                  <a:cubicBezTo>
                    <a:pt x="38516" y="45851"/>
                    <a:pt x="37627" y="55376"/>
                    <a:pt x="31023" y="61472"/>
                  </a:cubicBezTo>
                  <a:lnTo>
                    <a:pt x="24419" y="6540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23"/>
            <p:cNvSpPr/>
            <p:nvPr/>
          </p:nvSpPr>
          <p:spPr>
            <a:xfrm>
              <a:off x="580547" y="726757"/>
              <a:ext cx="87425" cy="82106"/>
            </a:xfrm>
            <a:custGeom>
              <a:rect b="b" l="l" r="r" t="t"/>
              <a:pathLst>
                <a:path extrusionOk="0" h="82106" w="87425">
                  <a:moveTo>
                    <a:pt x="30069" y="54801"/>
                  </a:moveTo>
                  <a:lnTo>
                    <a:pt x="30069" y="54801"/>
                  </a:lnTo>
                  <a:lnTo>
                    <a:pt x="30069" y="54801"/>
                  </a:lnTo>
                  <a:moveTo>
                    <a:pt x="18131" y="81852"/>
                  </a:moveTo>
                  <a:lnTo>
                    <a:pt x="9368" y="80074"/>
                  </a:lnTo>
                  <a:cubicBezTo>
                    <a:pt x="-7015" y="62040"/>
                    <a:pt x="-1046" y="37148"/>
                    <a:pt x="20544" y="17590"/>
                  </a:cubicBezTo>
                  <a:lnTo>
                    <a:pt x="48611" y="1461"/>
                  </a:lnTo>
                  <a:cubicBezTo>
                    <a:pt x="61438" y="-1968"/>
                    <a:pt x="73122" y="699"/>
                    <a:pt x="80488" y="8827"/>
                  </a:cubicBezTo>
                  <a:cubicBezTo>
                    <a:pt x="90521" y="19876"/>
                    <a:pt x="89632" y="37275"/>
                    <a:pt x="78075" y="54293"/>
                  </a:cubicBezTo>
                  <a:lnTo>
                    <a:pt x="62962" y="63564"/>
                  </a:lnTo>
                  <a:cubicBezTo>
                    <a:pt x="48230" y="53531"/>
                    <a:pt x="46325" y="43498"/>
                    <a:pt x="51278" y="36005"/>
                  </a:cubicBezTo>
                  <a:lnTo>
                    <a:pt x="51913" y="35116"/>
                  </a:lnTo>
                  <a:lnTo>
                    <a:pt x="45944" y="38291"/>
                  </a:lnTo>
                  <a:cubicBezTo>
                    <a:pt x="35149" y="48197"/>
                    <a:pt x="32355" y="54420"/>
                    <a:pt x="31720" y="57087"/>
                  </a:cubicBezTo>
                  <a:lnTo>
                    <a:pt x="34895" y="72454"/>
                  </a:lnTo>
                  <a:cubicBezTo>
                    <a:pt x="25878" y="80709"/>
                    <a:pt x="21941" y="82106"/>
                    <a:pt x="18131" y="821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23"/>
            <p:cNvSpPr/>
            <p:nvPr/>
          </p:nvSpPr>
          <p:spPr>
            <a:xfrm>
              <a:off x="584327" y="177351"/>
              <a:ext cx="66294" cy="45407"/>
            </a:xfrm>
            <a:custGeom>
              <a:rect b="b" l="l" r="r" t="t"/>
              <a:pathLst>
                <a:path extrusionOk="0" h="45407" w="66294">
                  <a:moveTo>
                    <a:pt x="49657" y="45280"/>
                  </a:moveTo>
                  <a:lnTo>
                    <a:pt x="39751" y="42994"/>
                  </a:lnTo>
                  <a:cubicBezTo>
                    <a:pt x="32258" y="32834"/>
                    <a:pt x="26543" y="31564"/>
                    <a:pt x="25019" y="32580"/>
                  </a:cubicBezTo>
                  <a:lnTo>
                    <a:pt x="7620" y="36390"/>
                  </a:lnTo>
                  <a:cubicBezTo>
                    <a:pt x="-3048" y="22039"/>
                    <a:pt x="-1397" y="11879"/>
                    <a:pt x="5715" y="6545"/>
                  </a:cubicBezTo>
                  <a:cubicBezTo>
                    <a:pt x="22606" y="-5901"/>
                    <a:pt x="48133" y="-59"/>
                    <a:pt x="62484" y="19499"/>
                  </a:cubicBezTo>
                  <a:lnTo>
                    <a:pt x="66294" y="36898"/>
                  </a:lnTo>
                  <a:cubicBezTo>
                    <a:pt x="56261" y="44264"/>
                    <a:pt x="52832" y="45407"/>
                    <a:pt x="49530" y="4540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23"/>
            <p:cNvSpPr/>
            <p:nvPr/>
          </p:nvSpPr>
          <p:spPr>
            <a:xfrm>
              <a:off x="175133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23"/>
            <p:cNvSpPr/>
            <p:nvPr/>
          </p:nvSpPr>
          <p:spPr>
            <a:xfrm>
              <a:off x="175133" y="316230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23"/>
            <p:cNvSpPr/>
            <p:nvPr/>
          </p:nvSpPr>
          <p:spPr>
            <a:xfrm>
              <a:off x="538226" y="372110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23"/>
            <p:cNvSpPr/>
            <p:nvPr/>
          </p:nvSpPr>
          <p:spPr>
            <a:xfrm>
              <a:off x="538226" y="204597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23"/>
            <p:cNvSpPr/>
            <p:nvPr/>
          </p:nvSpPr>
          <p:spPr>
            <a:xfrm>
              <a:off x="566166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23"/>
            <p:cNvSpPr/>
            <p:nvPr/>
          </p:nvSpPr>
          <p:spPr>
            <a:xfrm>
              <a:off x="370586" y="790956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23"/>
            <p:cNvSpPr/>
            <p:nvPr/>
          </p:nvSpPr>
          <p:spPr>
            <a:xfrm>
              <a:off x="398526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23"/>
            <p:cNvSpPr/>
            <p:nvPr/>
          </p:nvSpPr>
          <p:spPr>
            <a:xfrm>
              <a:off x="258953" y="59550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23"/>
            <p:cNvSpPr/>
            <p:nvPr/>
          </p:nvSpPr>
          <p:spPr>
            <a:xfrm>
              <a:off x="337820" y="254635"/>
              <a:ext cx="72771" cy="71882"/>
            </a:xfrm>
            <a:custGeom>
              <a:rect b="b" l="l" r="r" t="t"/>
              <a:pathLst>
                <a:path extrusionOk="0" h="71882" w="72771">
                  <a:moveTo>
                    <a:pt x="17653" y="71882"/>
                  </a:moveTo>
                  <a:lnTo>
                    <a:pt x="15621" y="71755"/>
                  </a:lnTo>
                  <a:lnTo>
                    <a:pt x="0" y="61341"/>
                  </a:lnTo>
                  <a:cubicBezTo>
                    <a:pt x="5969" y="30734"/>
                    <a:pt x="25781" y="0"/>
                    <a:pt x="56515" y="0"/>
                  </a:cubicBezTo>
                  <a:lnTo>
                    <a:pt x="72771" y="7239"/>
                  </a:lnTo>
                  <a:cubicBezTo>
                    <a:pt x="72771" y="25146"/>
                    <a:pt x="65532" y="32385"/>
                    <a:pt x="56515" y="32385"/>
                  </a:cubicBezTo>
                  <a:cubicBezTo>
                    <a:pt x="45720" y="32385"/>
                    <a:pt x="35560" y="48260"/>
                    <a:pt x="33528" y="58674"/>
                  </a:cubicBezTo>
                  <a:lnTo>
                    <a:pt x="25273" y="7175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23"/>
            <p:cNvSpPr/>
            <p:nvPr/>
          </p:nvSpPr>
          <p:spPr>
            <a:xfrm>
              <a:off x="406940" y="77309"/>
              <a:ext cx="195675" cy="104428"/>
            </a:xfrm>
            <a:custGeom>
              <a:rect b="b" l="l" r="r" t="t"/>
              <a:pathLst>
                <a:path extrusionOk="0" h="104428" w="195675">
                  <a:moveTo>
                    <a:pt x="15208" y="104428"/>
                  </a:moveTo>
                  <a:lnTo>
                    <a:pt x="2127" y="100110"/>
                  </a:lnTo>
                  <a:cubicBezTo>
                    <a:pt x="-2953" y="84870"/>
                    <a:pt x="1619" y="75726"/>
                    <a:pt x="10001" y="72805"/>
                  </a:cubicBezTo>
                  <a:lnTo>
                    <a:pt x="49117" y="57565"/>
                  </a:lnTo>
                  <a:lnTo>
                    <a:pt x="174339" y="1431"/>
                  </a:lnTo>
                  <a:cubicBezTo>
                    <a:pt x="182467" y="-2252"/>
                    <a:pt x="192119" y="1431"/>
                    <a:pt x="195675" y="9559"/>
                  </a:cubicBezTo>
                  <a:lnTo>
                    <a:pt x="195675" y="27339"/>
                  </a:lnTo>
                  <a:lnTo>
                    <a:pt x="62452" y="87029"/>
                  </a:lnTo>
                  <a:cubicBezTo>
                    <a:pt x="48736" y="93125"/>
                    <a:pt x="34512" y="98713"/>
                    <a:pt x="20288" y="103539"/>
                  </a:cubicBezTo>
                  <a:lnTo>
                    <a:pt x="16859" y="10442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23"/>
            <p:cNvSpPr/>
            <p:nvPr/>
          </p:nvSpPr>
          <p:spPr>
            <a:xfrm>
              <a:off x="331397" y="164918"/>
              <a:ext cx="51127" cy="35107"/>
            </a:xfrm>
            <a:custGeom>
              <a:rect b="b" l="l" r="r" t="t"/>
              <a:pathLst>
                <a:path extrusionOk="0" h="35107" w="51127">
                  <a:moveTo>
                    <a:pt x="15313" y="34980"/>
                  </a:moveTo>
                  <a:lnTo>
                    <a:pt x="581" y="29265"/>
                  </a:lnTo>
                  <a:cubicBezTo>
                    <a:pt x="-1959" y="12374"/>
                    <a:pt x="4137" y="4119"/>
                    <a:pt x="12900" y="2849"/>
                  </a:cubicBezTo>
                  <a:lnTo>
                    <a:pt x="25727" y="817"/>
                  </a:lnTo>
                  <a:cubicBezTo>
                    <a:pt x="40840" y="-2231"/>
                    <a:pt x="49476" y="3611"/>
                    <a:pt x="51127" y="12374"/>
                  </a:cubicBezTo>
                  <a:lnTo>
                    <a:pt x="47063" y="29646"/>
                  </a:lnTo>
                  <a:cubicBezTo>
                    <a:pt x="31442" y="32694"/>
                    <a:pt x="24584" y="33837"/>
                    <a:pt x="17726" y="34853"/>
                  </a:cubicBezTo>
                  <a:lnTo>
                    <a:pt x="16075" y="35107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23"/>
            <p:cNvSpPr/>
            <p:nvPr/>
          </p:nvSpPr>
          <p:spPr>
            <a:xfrm>
              <a:off x="264287" y="174137"/>
              <a:ext cx="43688" cy="34016"/>
            </a:xfrm>
            <a:custGeom>
              <a:rect b="b" l="l" r="r" t="t"/>
              <a:pathLst>
                <a:path extrusionOk="0" h="34016" w="43688">
                  <a:moveTo>
                    <a:pt x="15494" y="34016"/>
                  </a:moveTo>
                  <a:lnTo>
                    <a:pt x="381" y="27920"/>
                  </a:lnTo>
                  <a:cubicBezTo>
                    <a:pt x="-1651" y="10775"/>
                    <a:pt x="4699" y="2774"/>
                    <a:pt x="13589" y="1631"/>
                  </a:cubicBezTo>
                  <a:lnTo>
                    <a:pt x="25654" y="107"/>
                  </a:lnTo>
                  <a:cubicBezTo>
                    <a:pt x="34544" y="-909"/>
                    <a:pt x="42545" y="5441"/>
                    <a:pt x="43688" y="14331"/>
                  </a:cubicBezTo>
                  <a:lnTo>
                    <a:pt x="38354" y="31222"/>
                  </a:lnTo>
                  <a:lnTo>
                    <a:pt x="17399" y="33762"/>
                  </a:lnTo>
                  <a:lnTo>
                    <a:pt x="16129" y="3388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23"/>
            <p:cNvSpPr/>
            <p:nvPr/>
          </p:nvSpPr>
          <p:spPr>
            <a:xfrm>
              <a:off x="63500" y="63500"/>
              <a:ext cx="746506" cy="842391"/>
            </a:xfrm>
            <a:custGeom>
              <a:rect b="b" l="l" r="r" t="t"/>
              <a:pathLst>
                <a:path extrusionOk="0" h="842391" w="746506">
                  <a:moveTo>
                    <a:pt x="421132" y="842264"/>
                  </a:moveTo>
                  <a:cubicBezTo>
                    <a:pt x="188976" y="842264"/>
                    <a:pt x="0" y="653415"/>
                    <a:pt x="0" y="421132"/>
                  </a:cubicBezTo>
                  <a:cubicBezTo>
                    <a:pt x="0" y="188849"/>
                    <a:pt x="188976" y="0"/>
                    <a:pt x="421132" y="0"/>
                  </a:cubicBezTo>
                  <a:cubicBezTo>
                    <a:pt x="544449" y="0"/>
                    <a:pt x="661162" y="53975"/>
                    <a:pt x="741553" y="148082"/>
                  </a:cubicBezTo>
                  <a:lnTo>
                    <a:pt x="746506" y="165100"/>
                  </a:lnTo>
                  <a:cubicBezTo>
                    <a:pt x="732917" y="176657"/>
                    <a:pt x="722630" y="175895"/>
                    <a:pt x="716915" y="169164"/>
                  </a:cubicBezTo>
                  <a:cubicBezTo>
                    <a:pt x="642747" y="82169"/>
                    <a:pt x="534924" y="32385"/>
                    <a:pt x="421132" y="32385"/>
                  </a:cubicBezTo>
                  <a:cubicBezTo>
                    <a:pt x="206756" y="32385"/>
                    <a:pt x="32385" y="206756"/>
                    <a:pt x="32385" y="421132"/>
                  </a:cubicBezTo>
                  <a:cubicBezTo>
                    <a:pt x="32385" y="635508"/>
                    <a:pt x="206756" y="809879"/>
                    <a:pt x="421132" y="809879"/>
                  </a:cubicBezTo>
                  <a:cubicBezTo>
                    <a:pt x="531749" y="809879"/>
                    <a:pt x="637540" y="762381"/>
                    <a:pt x="711327" y="679577"/>
                  </a:cubicBezTo>
                  <a:lnTo>
                    <a:pt x="727583" y="672338"/>
                  </a:lnTo>
                  <a:cubicBezTo>
                    <a:pt x="740918" y="684276"/>
                    <a:pt x="741553" y="694436"/>
                    <a:pt x="735584" y="701167"/>
                  </a:cubicBezTo>
                  <a:cubicBezTo>
                    <a:pt x="655574" y="790956"/>
                    <a:pt x="541020" y="842391"/>
                    <a:pt x="421259" y="84239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23"/>
            <p:cNvSpPr/>
            <p:nvPr/>
          </p:nvSpPr>
          <p:spPr>
            <a:xfrm>
              <a:off x="792480" y="63500"/>
              <a:ext cx="259207" cy="971804"/>
            </a:xfrm>
            <a:custGeom>
              <a:rect b="b" l="l" r="r" t="t"/>
              <a:pathLst>
                <a:path extrusionOk="0" h="971804" w="259207">
                  <a:moveTo>
                    <a:pt x="129540" y="32385"/>
                  </a:moveTo>
                  <a:cubicBezTo>
                    <a:pt x="102743" y="32385"/>
                    <a:pt x="80899" y="54229"/>
                    <a:pt x="80899" y="81026"/>
                  </a:cubicBezTo>
                  <a:lnTo>
                    <a:pt x="80899" y="749300"/>
                  </a:lnTo>
                  <a:cubicBezTo>
                    <a:pt x="80899" y="754507"/>
                    <a:pt x="78359" y="759460"/>
                    <a:pt x="74041" y="762508"/>
                  </a:cubicBezTo>
                  <a:cubicBezTo>
                    <a:pt x="47498" y="781177"/>
                    <a:pt x="32385" y="810260"/>
                    <a:pt x="32385" y="842264"/>
                  </a:cubicBezTo>
                  <a:cubicBezTo>
                    <a:pt x="32385" y="895858"/>
                    <a:pt x="75946" y="939419"/>
                    <a:pt x="129540" y="939419"/>
                  </a:cubicBezTo>
                  <a:cubicBezTo>
                    <a:pt x="183134" y="939419"/>
                    <a:pt x="226695" y="895858"/>
                    <a:pt x="226695" y="842264"/>
                  </a:cubicBezTo>
                  <a:cubicBezTo>
                    <a:pt x="226695" y="810260"/>
                    <a:pt x="211455" y="781177"/>
                    <a:pt x="185039" y="762508"/>
                  </a:cubicBezTo>
                  <a:lnTo>
                    <a:pt x="178181" y="754507"/>
                  </a:lnTo>
                  <a:lnTo>
                    <a:pt x="178181" y="81026"/>
                  </a:lnTo>
                  <a:cubicBezTo>
                    <a:pt x="178181" y="54229"/>
                    <a:pt x="156337" y="32385"/>
                    <a:pt x="129540" y="32385"/>
                  </a:cubicBezTo>
                  <a:moveTo>
                    <a:pt x="129540" y="971804"/>
                  </a:moveTo>
                  <a:cubicBezTo>
                    <a:pt x="58039" y="971804"/>
                    <a:pt x="0" y="913638"/>
                    <a:pt x="0" y="842264"/>
                  </a:cubicBezTo>
                  <a:cubicBezTo>
                    <a:pt x="0" y="802386"/>
                    <a:pt x="17653" y="766064"/>
                    <a:pt x="48641" y="741172"/>
                  </a:cubicBezTo>
                  <a:lnTo>
                    <a:pt x="48641" y="81026"/>
                  </a:lnTo>
                  <a:cubicBezTo>
                    <a:pt x="48514" y="36322"/>
                    <a:pt x="84836" y="0"/>
                    <a:pt x="129540" y="0"/>
                  </a:cubicBezTo>
                  <a:cubicBezTo>
                    <a:pt x="174244" y="0"/>
                    <a:pt x="210566" y="36322"/>
                    <a:pt x="210566" y="81026"/>
                  </a:cubicBezTo>
                  <a:lnTo>
                    <a:pt x="210566" y="741172"/>
                  </a:lnTo>
                  <a:cubicBezTo>
                    <a:pt x="241554" y="766064"/>
                    <a:pt x="259207" y="802386"/>
                    <a:pt x="259207" y="842264"/>
                  </a:cubicBezTo>
                  <a:cubicBezTo>
                    <a:pt x="259207" y="913765"/>
                    <a:pt x="201041" y="971804"/>
                    <a:pt x="129667" y="97180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23"/>
            <p:cNvSpPr/>
            <p:nvPr/>
          </p:nvSpPr>
          <p:spPr>
            <a:xfrm>
              <a:off x="938276" y="355092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23"/>
            <p:cNvSpPr/>
            <p:nvPr/>
          </p:nvSpPr>
          <p:spPr>
            <a:xfrm>
              <a:off x="938276" y="257937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23"/>
            <p:cNvSpPr/>
            <p:nvPr/>
          </p:nvSpPr>
          <p:spPr>
            <a:xfrm>
              <a:off x="938276" y="549402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23"/>
            <p:cNvSpPr/>
            <p:nvPr/>
          </p:nvSpPr>
          <p:spPr>
            <a:xfrm>
              <a:off x="938276" y="452247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23"/>
            <p:cNvSpPr/>
            <p:nvPr/>
          </p:nvSpPr>
          <p:spPr>
            <a:xfrm>
              <a:off x="938276" y="743839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23"/>
            <p:cNvSpPr/>
            <p:nvPr/>
          </p:nvSpPr>
          <p:spPr>
            <a:xfrm>
              <a:off x="938276" y="646684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51" name="Google Shape;1351;p23"/>
          <p:cNvSpPr/>
          <p:nvPr/>
        </p:nvSpPr>
        <p:spPr>
          <a:xfrm>
            <a:off x="233877" y="502191"/>
            <a:ext cx="608364" cy="610534"/>
          </a:xfrm>
          <a:custGeom>
            <a:rect b="b" l="l" r="r" t="t"/>
            <a:pathLst>
              <a:path extrusionOk="0" h="939283" w="935944">
                <a:moveTo>
                  <a:pt x="594308" y="304156"/>
                </a:moveTo>
                <a:cubicBezTo>
                  <a:pt x="562304" y="328794"/>
                  <a:pt x="536650" y="358512"/>
                  <a:pt x="515060" y="395850"/>
                </a:cubicBezTo>
                <a:lnTo>
                  <a:pt x="522934" y="395596"/>
                </a:lnTo>
                <a:cubicBezTo>
                  <a:pt x="536523" y="387976"/>
                  <a:pt x="547953" y="381118"/>
                  <a:pt x="559256" y="374387"/>
                </a:cubicBezTo>
                <a:lnTo>
                  <a:pt x="562177" y="372355"/>
                </a:lnTo>
                <a:cubicBezTo>
                  <a:pt x="576147" y="350003"/>
                  <a:pt x="587069" y="328032"/>
                  <a:pt x="594308" y="304156"/>
                </a:cubicBezTo>
                <a:moveTo>
                  <a:pt x="385774" y="620259"/>
                </a:moveTo>
                <a:cubicBezTo>
                  <a:pt x="338784" y="635118"/>
                  <a:pt x="293826" y="676901"/>
                  <a:pt x="284682" y="713477"/>
                </a:cubicBezTo>
                <a:cubicBezTo>
                  <a:pt x="324560" y="689474"/>
                  <a:pt x="357834" y="659121"/>
                  <a:pt x="385774" y="620259"/>
                </a:cubicBezTo>
                <a:moveTo>
                  <a:pt x="626312" y="347209"/>
                </a:moveTo>
                <a:cubicBezTo>
                  <a:pt x="636218" y="344034"/>
                  <a:pt x="646632" y="342891"/>
                  <a:pt x="655522" y="335017"/>
                </a:cubicBezTo>
                <a:cubicBezTo>
                  <a:pt x="675715" y="317110"/>
                  <a:pt x="694257" y="297806"/>
                  <a:pt x="709243" y="275454"/>
                </a:cubicBezTo>
                <a:lnTo>
                  <a:pt x="730452" y="240910"/>
                </a:lnTo>
                <a:cubicBezTo>
                  <a:pt x="729690" y="239894"/>
                  <a:pt x="728928" y="238878"/>
                  <a:pt x="728166" y="237862"/>
                </a:cubicBezTo>
                <a:lnTo>
                  <a:pt x="664031" y="260341"/>
                </a:lnTo>
                <a:cubicBezTo>
                  <a:pt x="654379" y="263643"/>
                  <a:pt x="649934" y="269485"/>
                  <a:pt x="647394" y="279518"/>
                </a:cubicBezTo>
                <a:lnTo>
                  <a:pt x="626312" y="347209"/>
                </a:lnTo>
                <a:moveTo>
                  <a:pt x="325322" y="574666"/>
                </a:moveTo>
                <a:lnTo>
                  <a:pt x="243661" y="575428"/>
                </a:lnTo>
                <a:cubicBezTo>
                  <a:pt x="176605" y="571745"/>
                  <a:pt x="155142" y="570094"/>
                  <a:pt x="98627" y="534026"/>
                </a:cubicBezTo>
                <a:cubicBezTo>
                  <a:pt x="87451" y="526914"/>
                  <a:pt x="84530" y="514341"/>
                  <a:pt x="91007" y="503927"/>
                </a:cubicBezTo>
                <a:cubicBezTo>
                  <a:pt x="97611" y="493386"/>
                  <a:pt x="110311" y="490465"/>
                  <a:pt x="121995" y="497831"/>
                </a:cubicBezTo>
                <a:cubicBezTo>
                  <a:pt x="161238" y="522469"/>
                  <a:pt x="163397" y="519929"/>
                  <a:pt x="209117" y="528057"/>
                </a:cubicBezTo>
                <a:cubicBezTo>
                  <a:pt x="251916" y="535677"/>
                  <a:pt x="294715" y="535042"/>
                  <a:pt x="337387" y="526787"/>
                </a:cubicBezTo>
                <a:lnTo>
                  <a:pt x="340562" y="525771"/>
                </a:lnTo>
                <a:lnTo>
                  <a:pt x="340308" y="518786"/>
                </a:lnTo>
                <a:cubicBezTo>
                  <a:pt x="285444" y="459985"/>
                  <a:pt x="221055" y="423790"/>
                  <a:pt x="144855" y="409820"/>
                </a:cubicBezTo>
                <a:cubicBezTo>
                  <a:pt x="122249" y="405756"/>
                  <a:pt x="45668" y="401819"/>
                  <a:pt x="22681" y="400168"/>
                </a:cubicBezTo>
                <a:lnTo>
                  <a:pt x="5790" y="396485"/>
                </a:lnTo>
                <a:cubicBezTo>
                  <a:pt x="-1957" y="379975"/>
                  <a:pt x="-1195" y="372482"/>
                  <a:pt x="3758" y="365624"/>
                </a:cubicBezTo>
                <a:lnTo>
                  <a:pt x="15569" y="356988"/>
                </a:lnTo>
                <a:cubicBezTo>
                  <a:pt x="86943" y="356353"/>
                  <a:pt x="200354" y="373879"/>
                  <a:pt x="257123" y="402200"/>
                </a:cubicBezTo>
                <a:cubicBezTo>
                  <a:pt x="286968" y="417059"/>
                  <a:pt x="314400" y="435474"/>
                  <a:pt x="339546" y="457445"/>
                </a:cubicBezTo>
                <a:lnTo>
                  <a:pt x="343483" y="460493"/>
                </a:lnTo>
                <a:lnTo>
                  <a:pt x="353135" y="448936"/>
                </a:lnTo>
                <a:cubicBezTo>
                  <a:pt x="331037" y="426203"/>
                  <a:pt x="318083" y="415408"/>
                  <a:pt x="302335" y="407153"/>
                </a:cubicBezTo>
                <a:lnTo>
                  <a:pt x="253440" y="376165"/>
                </a:lnTo>
                <a:cubicBezTo>
                  <a:pt x="234263" y="366513"/>
                  <a:pt x="214070" y="357750"/>
                  <a:pt x="193369" y="353051"/>
                </a:cubicBezTo>
                <a:lnTo>
                  <a:pt x="115518" y="343399"/>
                </a:lnTo>
                <a:cubicBezTo>
                  <a:pt x="101421" y="342002"/>
                  <a:pt x="92150" y="335525"/>
                  <a:pt x="91134" y="323714"/>
                </a:cubicBezTo>
                <a:cubicBezTo>
                  <a:pt x="89864" y="310633"/>
                  <a:pt x="99008" y="299584"/>
                  <a:pt x="112724" y="300219"/>
                </a:cubicBezTo>
                <a:lnTo>
                  <a:pt x="176478" y="304791"/>
                </a:lnTo>
                <a:cubicBezTo>
                  <a:pt x="179018" y="304918"/>
                  <a:pt x="181558" y="305426"/>
                  <a:pt x="185495" y="305807"/>
                </a:cubicBezTo>
                <a:lnTo>
                  <a:pt x="183082" y="301235"/>
                </a:lnTo>
                <a:cubicBezTo>
                  <a:pt x="171144" y="279264"/>
                  <a:pt x="136219" y="207890"/>
                  <a:pt x="125932" y="187316"/>
                </a:cubicBezTo>
                <a:cubicBezTo>
                  <a:pt x="118566" y="172457"/>
                  <a:pt x="123011" y="159630"/>
                  <a:pt x="135584" y="154550"/>
                </a:cubicBezTo>
                <a:cubicBezTo>
                  <a:pt x="147903" y="149597"/>
                  <a:pt x="159079" y="155312"/>
                  <a:pt x="165429" y="170171"/>
                </a:cubicBezTo>
                <a:cubicBezTo>
                  <a:pt x="178383" y="200397"/>
                  <a:pt x="218769" y="279391"/>
                  <a:pt x="240613" y="304029"/>
                </a:cubicBezTo>
                <a:cubicBezTo>
                  <a:pt x="254837" y="320031"/>
                  <a:pt x="269950" y="334509"/>
                  <a:pt x="289762" y="344161"/>
                </a:cubicBezTo>
                <a:lnTo>
                  <a:pt x="331164" y="370704"/>
                </a:lnTo>
                <a:cubicBezTo>
                  <a:pt x="350468" y="385436"/>
                  <a:pt x="373074" y="390897"/>
                  <a:pt x="395680" y="396358"/>
                </a:cubicBezTo>
                <a:lnTo>
                  <a:pt x="406983" y="391786"/>
                </a:lnTo>
                <a:cubicBezTo>
                  <a:pt x="420445" y="388230"/>
                  <a:pt x="421715" y="383277"/>
                  <a:pt x="422985" y="376546"/>
                </a:cubicBezTo>
                <a:cubicBezTo>
                  <a:pt x="425271" y="364608"/>
                  <a:pt x="423620" y="353813"/>
                  <a:pt x="420064" y="342129"/>
                </a:cubicBezTo>
                <a:lnTo>
                  <a:pt x="401522" y="266818"/>
                </a:lnTo>
                <a:cubicBezTo>
                  <a:pt x="400633" y="263008"/>
                  <a:pt x="399490" y="258944"/>
                  <a:pt x="397458" y="255642"/>
                </a:cubicBezTo>
                <a:cubicBezTo>
                  <a:pt x="373709" y="217034"/>
                  <a:pt x="343229" y="184649"/>
                  <a:pt x="306526" y="158233"/>
                </a:cubicBezTo>
                <a:lnTo>
                  <a:pt x="297509" y="150740"/>
                </a:lnTo>
                <a:cubicBezTo>
                  <a:pt x="290143" y="137659"/>
                  <a:pt x="293064" y="127118"/>
                  <a:pt x="300430" y="120895"/>
                </a:cubicBezTo>
                <a:cubicBezTo>
                  <a:pt x="307796" y="114672"/>
                  <a:pt x="318591" y="113402"/>
                  <a:pt x="326846" y="120006"/>
                </a:cubicBezTo>
                <a:lnTo>
                  <a:pt x="387298" y="171568"/>
                </a:lnTo>
                <a:cubicBezTo>
                  <a:pt x="391997" y="175632"/>
                  <a:pt x="395934" y="180712"/>
                  <a:pt x="400887" y="186173"/>
                </a:cubicBezTo>
                <a:lnTo>
                  <a:pt x="408380" y="148200"/>
                </a:lnTo>
                <a:cubicBezTo>
                  <a:pt x="412317" y="133214"/>
                  <a:pt x="446099" y="30217"/>
                  <a:pt x="451306" y="15612"/>
                </a:cubicBezTo>
                <a:cubicBezTo>
                  <a:pt x="455751" y="2658"/>
                  <a:pt x="467562" y="-2803"/>
                  <a:pt x="479373" y="1388"/>
                </a:cubicBezTo>
                <a:cubicBezTo>
                  <a:pt x="490930" y="5579"/>
                  <a:pt x="496264" y="17644"/>
                  <a:pt x="491438" y="30725"/>
                </a:cubicBezTo>
                <a:cubicBezTo>
                  <a:pt x="478484" y="66285"/>
                  <a:pt x="442543" y="190872"/>
                  <a:pt x="442416" y="228845"/>
                </a:cubicBezTo>
                <a:cubicBezTo>
                  <a:pt x="442289" y="243069"/>
                  <a:pt x="445337" y="255515"/>
                  <a:pt x="454354" y="267580"/>
                </a:cubicBezTo>
                <a:lnTo>
                  <a:pt x="457148" y="262119"/>
                </a:lnTo>
                <a:cubicBezTo>
                  <a:pt x="486104" y="203064"/>
                  <a:pt x="491565" y="184903"/>
                  <a:pt x="541730" y="147057"/>
                </a:cubicBezTo>
                <a:lnTo>
                  <a:pt x="557224" y="139437"/>
                </a:lnTo>
                <a:cubicBezTo>
                  <a:pt x="573480" y="147057"/>
                  <a:pt x="577544" y="153153"/>
                  <a:pt x="578179" y="161154"/>
                </a:cubicBezTo>
                <a:lnTo>
                  <a:pt x="574242" y="176902"/>
                </a:lnTo>
                <a:cubicBezTo>
                  <a:pt x="534364" y="206747"/>
                  <a:pt x="540587" y="207255"/>
                  <a:pt x="518362" y="241418"/>
                </a:cubicBezTo>
                <a:cubicBezTo>
                  <a:pt x="502741" y="265421"/>
                  <a:pt x="490422" y="291075"/>
                  <a:pt x="480770" y="318126"/>
                </a:cubicBezTo>
                <a:lnTo>
                  <a:pt x="477214" y="334128"/>
                </a:lnTo>
                <a:cubicBezTo>
                  <a:pt x="481786" y="348352"/>
                  <a:pt x="482802" y="354448"/>
                  <a:pt x="484326" y="361052"/>
                </a:cubicBezTo>
                <a:lnTo>
                  <a:pt x="514679" y="321047"/>
                </a:lnTo>
                <a:cubicBezTo>
                  <a:pt x="540333" y="289805"/>
                  <a:pt x="570686" y="263643"/>
                  <a:pt x="605357" y="242815"/>
                </a:cubicBezTo>
                <a:lnTo>
                  <a:pt x="613104" y="236719"/>
                </a:lnTo>
                <a:cubicBezTo>
                  <a:pt x="613485" y="207128"/>
                  <a:pt x="614247" y="139564"/>
                  <a:pt x="614882" y="116069"/>
                </a:cubicBezTo>
                <a:lnTo>
                  <a:pt x="614501" y="111497"/>
                </a:lnTo>
                <a:cubicBezTo>
                  <a:pt x="614120" y="95622"/>
                  <a:pt x="622756" y="85716"/>
                  <a:pt x="635075" y="85208"/>
                </a:cubicBezTo>
                <a:cubicBezTo>
                  <a:pt x="647013" y="84700"/>
                  <a:pt x="656919" y="93590"/>
                  <a:pt x="657554" y="106671"/>
                </a:cubicBezTo>
                <a:cubicBezTo>
                  <a:pt x="658316" y="126483"/>
                  <a:pt x="658316" y="190237"/>
                  <a:pt x="658570" y="210176"/>
                </a:cubicBezTo>
                <a:lnTo>
                  <a:pt x="658570" y="212970"/>
                </a:lnTo>
                <a:lnTo>
                  <a:pt x="666952" y="212462"/>
                </a:lnTo>
                <a:cubicBezTo>
                  <a:pt x="687780" y="206366"/>
                  <a:pt x="704544" y="201159"/>
                  <a:pt x="721689" y="196968"/>
                </a:cubicBezTo>
                <a:cubicBezTo>
                  <a:pt x="743406" y="191761"/>
                  <a:pt x="755725" y="204842"/>
                  <a:pt x="750391" y="227194"/>
                </a:cubicBezTo>
                <a:lnTo>
                  <a:pt x="754201" y="228210"/>
                </a:lnTo>
                <a:cubicBezTo>
                  <a:pt x="770330" y="233544"/>
                  <a:pt x="776553" y="247133"/>
                  <a:pt x="768679" y="260595"/>
                </a:cubicBezTo>
                <a:lnTo>
                  <a:pt x="730452" y="320158"/>
                </a:lnTo>
                <a:cubicBezTo>
                  <a:pt x="728166" y="323714"/>
                  <a:pt x="725118" y="326889"/>
                  <a:pt x="721308" y="331461"/>
                </a:cubicBezTo>
                <a:lnTo>
                  <a:pt x="727912" y="331842"/>
                </a:lnTo>
                <a:cubicBezTo>
                  <a:pt x="760043" y="331969"/>
                  <a:pt x="757757" y="329810"/>
                  <a:pt x="786586" y="336668"/>
                </a:cubicBezTo>
                <a:cubicBezTo>
                  <a:pt x="800683" y="339970"/>
                  <a:pt x="808049" y="350511"/>
                  <a:pt x="805255" y="362957"/>
                </a:cubicBezTo>
                <a:cubicBezTo>
                  <a:pt x="802461" y="375403"/>
                  <a:pt x="791412" y="382007"/>
                  <a:pt x="777188" y="378832"/>
                </a:cubicBezTo>
                <a:cubicBezTo>
                  <a:pt x="731595" y="368672"/>
                  <a:pt x="717244" y="372101"/>
                  <a:pt x="671270" y="381245"/>
                </a:cubicBezTo>
                <a:lnTo>
                  <a:pt x="663142" y="384039"/>
                </a:lnTo>
                <a:cubicBezTo>
                  <a:pt x="635329" y="403089"/>
                  <a:pt x="609421" y="416678"/>
                  <a:pt x="581735" y="427092"/>
                </a:cubicBezTo>
                <a:lnTo>
                  <a:pt x="572591" y="432807"/>
                </a:lnTo>
                <a:lnTo>
                  <a:pt x="567257" y="442840"/>
                </a:lnTo>
                <a:cubicBezTo>
                  <a:pt x="570051" y="451857"/>
                  <a:pt x="574242" y="457572"/>
                  <a:pt x="575131" y="463922"/>
                </a:cubicBezTo>
                <a:cubicBezTo>
                  <a:pt x="576782" y="474463"/>
                  <a:pt x="583513" y="479416"/>
                  <a:pt x="591895" y="483988"/>
                </a:cubicBezTo>
                <a:cubicBezTo>
                  <a:pt x="670254" y="527549"/>
                  <a:pt x="815161" y="520691"/>
                  <a:pt x="900378" y="493132"/>
                </a:cubicBezTo>
                <a:lnTo>
                  <a:pt x="904696" y="491608"/>
                </a:lnTo>
                <a:cubicBezTo>
                  <a:pt x="919428" y="487290"/>
                  <a:pt x="930985" y="492878"/>
                  <a:pt x="934795" y="504435"/>
                </a:cubicBezTo>
                <a:cubicBezTo>
                  <a:pt x="938478" y="515611"/>
                  <a:pt x="933144" y="527549"/>
                  <a:pt x="921079" y="531359"/>
                </a:cubicBezTo>
                <a:lnTo>
                  <a:pt x="865326" y="546599"/>
                </a:lnTo>
                <a:cubicBezTo>
                  <a:pt x="855293" y="549012"/>
                  <a:pt x="782014" y="564633"/>
                  <a:pt x="770203" y="566411"/>
                </a:cubicBezTo>
                <a:lnTo>
                  <a:pt x="775410" y="570602"/>
                </a:lnTo>
                <a:cubicBezTo>
                  <a:pt x="794206" y="587747"/>
                  <a:pt x="811351" y="602733"/>
                  <a:pt x="827607" y="618735"/>
                </a:cubicBezTo>
                <a:cubicBezTo>
                  <a:pt x="839037" y="630038"/>
                  <a:pt x="838910" y="643246"/>
                  <a:pt x="829131" y="652263"/>
                </a:cubicBezTo>
                <a:cubicBezTo>
                  <a:pt x="819352" y="661280"/>
                  <a:pt x="806525" y="659756"/>
                  <a:pt x="795730" y="647818"/>
                </a:cubicBezTo>
                <a:cubicBezTo>
                  <a:pt x="747470" y="594859"/>
                  <a:pt x="688161" y="561712"/>
                  <a:pt x="617676" y="548631"/>
                </a:cubicBezTo>
                <a:lnTo>
                  <a:pt x="580846" y="544186"/>
                </a:lnTo>
                <a:cubicBezTo>
                  <a:pt x="573988" y="543297"/>
                  <a:pt x="570559" y="545710"/>
                  <a:pt x="569924" y="552949"/>
                </a:cubicBezTo>
                <a:lnTo>
                  <a:pt x="616787" y="563109"/>
                </a:lnTo>
                <a:cubicBezTo>
                  <a:pt x="694003" y="583175"/>
                  <a:pt x="813383" y="677663"/>
                  <a:pt x="866596" y="736972"/>
                </a:cubicBezTo>
                <a:cubicBezTo>
                  <a:pt x="876121" y="747513"/>
                  <a:pt x="875994" y="760848"/>
                  <a:pt x="866596" y="769357"/>
                </a:cubicBezTo>
                <a:cubicBezTo>
                  <a:pt x="857071" y="777993"/>
                  <a:pt x="844371" y="776977"/>
                  <a:pt x="834465" y="765928"/>
                </a:cubicBezTo>
                <a:cubicBezTo>
                  <a:pt x="795984" y="723002"/>
                  <a:pt x="695781" y="637023"/>
                  <a:pt x="641933" y="616449"/>
                </a:cubicBezTo>
                <a:cubicBezTo>
                  <a:pt x="611580" y="604892"/>
                  <a:pt x="580084" y="598034"/>
                  <a:pt x="547826" y="594732"/>
                </a:cubicBezTo>
                <a:lnTo>
                  <a:pt x="533856" y="594732"/>
                </a:lnTo>
                <a:cubicBezTo>
                  <a:pt x="523442" y="603622"/>
                  <a:pt x="518108" y="606035"/>
                  <a:pt x="512901" y="609210"/>
                </a:cubicBezTo>
                <a:cubicBezTo>
                  <a:pt x="533348" y="642865"/>
                  <a:pt x="558494" y="671948"/>
                  <a:pt x="588593" y="696713"/>
                </a:cubicBezTo>
                <a:cubicBezTo>
                  <a:pt x="626820" y="728082"/>
                  <a:pt x="654633" y="741163"/>
                  <a:pt x="702131" y="754752"/>
                </a:cubicBezTo>
                <a:cubicBezTo>
                  <a:pt x="716736" y="758943"/>
                  <a:pt x="723594" y="770246"/>
                  <a:pt x="719657" y="782565"/>
                </a:cubicBezTo>
                <a:cubicBezTo>
                  <a:pt x="715720" y="794884"/>
                  <a:pt x="704417" y="800218"/>
                  <a:pt x="690320" y="796281"/>
                </a:cubicBezTo>
                <a:cubicBezTo>
                  <a:pt x="654887" y="786375"/>
                  <a:pt x="636599" y="780914"/>
                  <a:pt x="605103" y="761610"/>
                </a:cubicBezTo>
                <a:cubicBezTo>
                  <a:pt x="562304" y="735321"/>
                  <a:pt x="525982" y="701920"/>
                  <a:pt x="496010" y="661661"/>
                </a:cubicBezTo>
                <a:lnTo>
                  <a:pt x="493851" y="658994"/>
                </a:lnTo>
                <a:lnTo>
                  <a:pt x="496518" y="672837"/>
                </a:lnTo>
                <a:cubicBezTo>
                  <a:pt x="528141" y="745227"/>
                  <a:pt x="623264" y="846065"/>
                  <a:pt x="684732" y="882006"/>
                </a:cubicBezTo>
                <a:lnTo>
                  <a:pt x="686764" y="883149"/>
                </a:lnTo>
                <a:cubicBezTo>
                  <a:pt x="700353" y="891277"/>
                  <a:pt x="704290" y="903215"/>
                  <a:pt x="697940" y="914391"/>
                </a:cubicBezTo>
                <a:cubicBezTo>
                  <a:pt x="691590" y="925567"/>
                  <a:pt x="678763" y="929123"/>
                  <a:pt x="666444" y="921249"/>
                </a:cubicBezTo>
                <a:lnTo>
                  <a:pt x="611707" y="883403"/>
                </a:lnTo>
                <a:cubicBezTo>
                  <a:pt x="577544" y="856098"/>
                  <a:pt x="500201" y="772405"/>
                  <a:pt x="478357" y="734559"/>
                </a:cubicBezTo>
                <a:lnTo>
                  <a:pt x="476325" y="731384"/>
                </a:lnTo>
                <a:cubicBezTo>
                  <a:pt x="474166" y="742306"/>
                  <a:pt x="474420" y="754498"/>
                  <a:pt x="474039" y="766817"/>
                </a:cubicBezTo>
                <a:cubicBezTo>
                  <a:pt x="472769" y="811394"/>
                  <a:pt x="463752" y="854320"/>
                  <a:pt x="447623" y="895849"/>
                </a:cubicBezTo>
                <a:cubicBezTo>
                  <a:pt x="442670" y="908549"/>
                  <a:pt x="430478" y="913883"/>
                  <a:pt x="418921" y="909311"/>
                </a:cubicBezTo>
                <a:cubicBezTo>
                  <a:pt x="407872" y="904866"/>
                  <a:pt x="403046" y="893055"/>
                  <a:pt x="407237" y="880482"/>
                </a:cubicBezTo>
                <a:lnTo>
                  <a:pt x="410031" y="872862"/>
                </a:lnTo>
                <a:cubicBezTo>
                  <a:pt x="412571" y="865242"/>
                  <a:pt x="413714" y="861432"/>
                  <a:pt x="415746" y="855209"/>
                </a:cubicBezTo>
                <a:cubicBezTo>
                  <a:pt x="404697" y="869179"/>
                  <a:pt x="359485" y="916804"/>
                  <a:pt x="349833" y="928742"/>
                </a:cubicBezTo>
                <a:lnTo>
                  <a:pt x="337514" y="939283"/>
                </a:lnTo>
                <a:cubicBezTo>
                  <a:pt x="311479" y="934965"/>
                  <a:pt x="305256" y="916423"/>
                  <a:pt x="315797" y="901818"/>
                </a:cubicBezTo>
                <a:cubicBezTo>
                  <a:pt x="329894" y="882514"/>
                  <a:pt x="380186" y="827777"/>
                  <a:pt x="392505" y="807457"/>
                </a:cubicBezTo>
                <a:cubicBezTo>
                  <a:pt x="410158" y="777993"/>
                  <a:pt x="421842" y="745735"/>
                  <a:pt x="425906" y="711699"/>
                </a:cubicBezTo>
                <a:cubicBezTo>
                  <a:pt x="427684" y="696586"/>
                  <a:pt x="422096" y="680584"/>
                  <a:pt x="419556" y="664963"/>
                </a:cubicBezTo>
                <a:lnTo>
                  <a:pt x="417397" y="657851"/>
                </a:lnTo>
                <a:lnTo>
                  <a:pt x="412190" y="657343"/>
                </a:lnTo>
                <a:cubicBezTo>
                  <a:pt x="371931" y="708397"/>
                  <a:pt x="323925" y="745989"/>
                  <a:pt x="266648" y="771389"/>
                </a:cubicBezTo>
                <a:lnTo>
                  <a:pt x="257758" y="776596"/>
                </a:lnTo>
                <a:cubicBezTo>
                  <a:pt x="254583" y="797424"/>
                  <a:pt x="251789" y="811902"/>
                  <a:pt x="248868" y="826253"/>
                </a:cubicBezTo>
                <a:cubicBezTo>
                  <a:pt x="246328" y="838699"/>
                  <a:pt x="234898" y="846192"/>
                  <a:pt x="223214" y="843525"/>
                </a:cubicBezTo>
                <a:cubicBezTo>
                  <a:pt x="212546" y="841112"/>
                  <a:pt x="205688" y="831968"/>
                  <a:pt x="206577" y="820411"/>
                </a:cubicBezTo>
                <a:lnTo>
                  <a:pt x="210260" y="791201"/>
                </a:lnTo>
                <a:cubicBezTo>
                  <a:pt x="204926" y="793106"/>
                  <a:pt x="200100" y="794249"/>
                  <a:pt x="195782" y="796535"/>
                </a:cubicBezTo>
                <a:cubicBezTo>
                  <a:pt x="184225" y="802377"/>
                  <a:pt x="172668" y="799583"/>
                  <a:pt x="164667" y="788407"/>
                </a:cubicBezTo>
                <a:cubicBezTo>
                  <a:pt x="157936" y="779136"/>
                  <a:pt x="159206" y="767960"/>
                  <a:pt x="167715" y="759451"/>
                </a:cubicBezTo>
                <a:lnTo>
                  <a:pt x="172160" y="754879"/>
                </a:lnTo>
                <a:cubicBezTo>
                  <a:pt x="196163" y="712334"/>
                  <a:pt x="224357" y="677282"/>
                  <a:pt x="259028" y="647310"/>
                </a:cubicBezTo>
                <a:lnTo>
                  <a:pt x="261695" y="646167"/>
                </a:lnTo>
                <a:lnTo>
                  <a:pt x="261314" y="643373"/>
                </a:lnTo>
                <a:lnTo>
                  <a:pt x="219023" y="648961"/>
                </a:lnTo>
                <a:cubicBezTo>
                  <a:pt x="167207" y="653914"/>
                  <a:pt x="85292" y="648326"/>
                  <a:pt x="35889" y="631435"/>
                </a:cubicBezTo>
                <a:cubicBezTo>
                  <a:pt x="23189" y="627117"/>
                  <a:pt x="17093" y="615941"/>
                  <a:pt x="20649" y="604511"/>
                </a:cubicBezTo>
                <a:cubicBezTo>
                  <a:pt x="24459" y="592192"/>
                  <a:pt x="36270" y="586350"/>
                  <a:pt x="49859" y="590795"/>
                </a:cubicBezTo>
                <a:cubicBezTo>
                  <a:pt x="90118" y="604130"/>
                  <a:pt x="162508" y="609464"/>
                  <a:pt x="204799" y="606924"/>
                </a:cubicBezTo>
                <a:cubicBezTo>
                  <a:pt x="246201" y="604384"/>
                  <a:pt x="285444" y="593970"/>
                  <a:pt x="322909" y="576190"/>
                </a:cubicBezTo>
                <a:lnTo>
                  <a:pt x="325703" y="574412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52" name="Google Shape;1352;p23"/>
          <p:cNvGrpSpPr/>
          <p:nvPr/>
        </p:nvGrpSpPr>
        <p:grpSpPr>
          <a:xfrm>
            <a:off x="178004" y="7762777"/>
            <a:ext cx="720087" cy="727028"/>
            <a:chOff x="63500" y="63500"/>
            <a:chExt cx="1106805" cy="1117473"/>
          </a:xfrm>
        </p:grpSpPr>
        <p:sp>
          <p:nvSpPr>
            <p:cNvPr id="1353" name="Google Shape;1353;p23"/>
            <p:cNvSpPr/>
            <p:nvPr/>
          </p:nvSpPr>
          <p:spPr>
            <a:xfrm>
              <a:off x="452417" y="519747"/>
              <a:ext cx="530803" cy="322500"/>
            </a:xfrm>
            <a:custGeom>
              <a:rect b="b" l="l" r="r" t="t"/>
              <a:pathLst>
                <a:path extrusionOk="0" h="322500" w="530803">
                  <a:moveTo>
                    <a:pt x="300693" y="277051"/>
                  </a:moveTo>
                  <a:cubicBezTo>
                    <a:pt x="338031" y="274765"/>
                    <a:pt x="374099" y="269558"/>
                    <a:pt x="406738" y="250635"/>
                  </a:cubicBezTo>
                  <a:cubicBezTo>
                    <a:pt x="451950" y="224473"/>
                    <a:pt x="478747" y="185357"/>
                    <a:pt x="487637" y="133922"/>
                  </a:cubicBezTo>
                  <a:lnTo>
                    <a:pt x="488653" y="127064"/>
                  </a:lnTo>
                  <a:cubicBezTo>
                    <a:pt x="491828" y="110046"/>
                    <a:pt x="500845" y="103061"/>
                    <a:pt x="513418" y="104839"/>
                  </a:cubicBezTo>
                  <a:cubicBezTo>
                    <a:pt x="526372" y="106617"/>
                    <a:pt x="532087" y="114999"/>
                    <a:pt x="530563" y="129731"/>
                  </a:cubicBezTo>
                  <a:cubicBezTo>
                    <a:pt x="520657" y="223330"/>
                    <a:pt x="456014" y="297117"/>
                    <a:pt x="363304" y="316167"/>
                  </a:cubicBezTo>
                  <a:cubicBezTo>
                    <a:pt x="285961" y="332169"/>
                    <a:pt x="212555" y="317183"/>
                    <a:pt x="144229" y="278702"/>
                  </a:cubicBezTo>
                  <a:cubicBezTo>
                    <a:pt x="94191" y="250508"/>
                    <a:pt x="51138" y="214186"/>
                    <a:pt x="22817" y="162878"/>
                  </a:cubicBezTo>
                  <a:cubicBezTo>
                    <a:pt x="11768" y="142812"/>
                    <a:pt x="1608" y="121984"/>
                    <a:pt x="211" y="98489"/>
                  </a:cubicBezTo>
                  <a:cubicBezTo>
                    <a:pt x="-1948" y="59881"/>
                    <a:pt x="12403" y="29020"/>
                    <a:pt x="47455" y="10732"/>
                  </a:cubicBezTo>
                  <a:cubicBezTo>
                    <a:pt x="82634" y="-7683"/>
                    <a:pt x="115781" y="-1587"/>
                    <a:pt x="146134" y="22797"/>
                  </a:cubicBezTo>
                  <a:lnTo>
                    <a:pt x="170391" y="44260"/>
                  </a:lnTo>
                  <a:cubicBezTo>
                    <a:pt x="180932" y="55055"/>
                    <a:pt x="179789" y="65469"/>
                    <a:pt x="167978" y="76518"/>
                  </a:cubicBezTo>
                  <a:cubicBezTo>
                    <a:pt x="158072" y="85789"/>
                    <a:pt x="149817" y="85281"/>
                    <a:pt x="139149" y="74359"/>
                  </a:cubicBezTo>
                  <a:lnTo>
                    <a:pt x="120734" y="55055"/>
                  </a:lnTo>
                  <a:cubicBezTo>
                    <a:pt x="104097" y="40577"/>
                    <a:pt x="85301" y="37783"/>
                    <a:pt x="69807" y="46673"/>
                  </a:cubicBezTo>
                  <a:cubicBezTo>
                    <a:pt x="50503" y="57722"/>
                    <a:pt x="41232" y="77407"/>
                    <a:pt x="45042" y="99124"/>
                  </a:cubicBezTo>
                  <a:cubicBezTo>
                    <a:pt x="49487" y="123635"/>
                    <a:pt x="61044" y="144717"/>
                    <a:pt x="77046" y="163132"/>
                  </a:cubicBezTo>
                  <a:cubicBezTo>
                    <a:pt x="119972" y="212789"/>
                    <a:pt x="170391" y="251651"/>
                    <a:pt x="235542" y="267145"/>
                  </a:cubicBezTo>
                  <a:lnTo>
                    <a:pt x="300439" y="27705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23"/>
            <p:cNvSpPr/>
            <p:nvPr/>
          </p:nvSpPr>
          <p:spPr>
            <a:xfrm>
              <a:off x="277098" y="401210"/>
              <a:ext cx="478944" cy="315717"/>
            </a:xfrm>
            <a:custGeom>
              <a:rect b="b" l="l" r="r" t="t"/>
              <a:pathLst>
                <a:path extrusionOk="0" h="315717" w="478944">
                  <a:moveTo>
                    <a:pt x="178959" y="42020"/>
                  </a:moveTo>
                  <a:cubicBezTo>
                    <a:pt x="134890" y="42147"/>
                    <a:pt x="93996" y="51418"/>
                    <a:pt x="58817" y="79104"/>
                  </a:cubicBezTo>
                  <a:lnTo>
                    <a:pt x="38370" y="97773"/>
                  </a:lnTo>
                  <a:cubicBezTo>
                    <a:pt x="26813" y="108314"/>
                    <a:pt x="16780" y="108695"/>
                    <a:pt x="7382" y="99297"/>
                  </a:cubicBezTo>
                  <a:cubicBezTo>
                    <a:pt x="-2397" y="89518"/>
                    <a:pt x="-2651" y="79485"/>
                    <a:pt x="7763" y="68182"/>
                  </a:cubicBezTo>
                  <a:cubicBezTo>
                    <a:pt x="43196" y="30082"/>
                    <a:pt x="86757" y="6333"/>
                    <a:pt x="138446" y="1634"/>
                  </a:cubicBezTo>
                  <a:cubicBezTo>
                    <a:pt x="257191" y="-9161"/>
                    <a:pt x="354600" y="33765"/>
                    <a:pt x="431816" y="123554"/>
                  </a:cubicBezTo>
                  <a:cubicBezTo>
                    <a:pt x="452009" y="147049"/>
                    <a:pt x="469281" y="172322"/>
                    <a:pt x="476520" y="203564"/>
                  </a:cubicBezTo>
                  <a:cubicBezTo>
                    <a:pt x="485283" y="241410"/>
                    <a:pt x="469662" y="285352"/>
                    <a:pt x="439690" y="303894"/>
                  </a:cubicBezTo>
                  <a:cubicBezTo>
                    <a:pt x="408702" y="323071"/>
                    <a:pt x="361204" y="318499"/>
                    <a:pt x="331486" y="293226"/>
                  </a:cubicBezTo>
                  <a:lnTo>
                    <a:pt x="310404" y="272652"/>
                  </a:lnTo>
                  <a:cubicBezTo>
                    <a:pt x="299355" y="259444"/>
                    <a:pt x="304308" y="242680"/>
                    <a:pt x="320564" y="236330"/>
                  </a:cubicBezTo>
                  <a:lnTo>
                    <a:pt x="334788" y="236711"/>
                  </a:lnTo>
                  <a:cubicBezTo>
                    <a:pt x="348250" y="249411"/>
                    <a:pt x="355489" y="257539"/>
                    <a:pt x="363998" y="264016"/>
                  </a:cubicBezTo>
                  <a:cubicBezTo>
                    <a:pt x="378349" y="274938"/>
                    <a:pt x="394224" y="278494"/>
                    <a:pt x="411369" y="269985"/>
                  </a:cubicBezTo>
                  <a:cubicBezTo>
                    <a:pt x="428768" y="261349"/>
                    <a:pt x="435245" y="246871"/>
                    <a:pt x="436134" y="228075"/>
                  </a:cubicBezTo>
                  <a:cubicBezTo>
                    <a:pt x="436896" y="212073"/>
                    <a:pt x="433086" y="197595"/>
                    <a:pt x="424577" y="184514"/>
                  </a:cubicBezTo>
                  <a:cubicBezTo>
                    <a:pt x="366538" y="95995"/>
                    <a:pt x="286528" y="45068"/>
                    <a:pt x="179086" y="417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23"/>
            <p:cNvSpPr/>
            <p:nvPr/>
          </p:nvSpPr>
          <p:spPr>
            <a:xfrm>
              <a:off x="325981" y="253551"/>
              <a:ext cx="447026" cy="241876"/>
            </a:xfrm>
            <a:custGeom>
              <a:rect b="b" l="l" r="r" t="t"/>
              <a:pathLst>
                <a:path extrusionOk="0" h="241876" w="447026">
                  <a:moveTo>
                    <a:pt x="98072" y="40962"/>
                  </a:moveTo>
                  <a:lnTo>
                    <a:pt x="39652" y="52138"/>
                  </a:lnTo>
                  <a:cubicBezTo>
                    <a:pt x="34953" y="53027"/>
                    <a:pt x="30508" y="54932"/>
                    <a:pt x="25936" y="55948"/>
                  </a:cubicBezTo>
                  <a:cubicBezTo>
                    <a:pt x="13236" y="58615"/>
                    <a:pt x="5743" y="54551"/>
                    <a:pt x="1806" y="43375"/>
                  </a:cubicBezTo>
                  <a:cubicBezTo>
                    <a:pt x="-2385" y="31564"/>
                    <a:pt x="536" y="21277"/>
                    <a:pt x="12474" y="17594"/>
                  </a:cubicBezTo>
                  <a:lnTo>
                    <a:pt x="77117" y="2227"/>
                  </a:lnTo>
                  <a:cubicBezTo>
                    <a:pt x="140236" y="-6663"/>
                    <a:pt x="198021" y="12133"/>
                    <a:pt x="253647" y="39692"/>
                  </a:cubicBezTo>
                  <a:cubicBezTo>
                    <a:pt x="327053" y="76014"/>
                    <a:pt x="390045" y="125036"/>
                    <a:pt x="436019" y="193870"/>
                  </a:cubicBezTo>
                  <a:lnTo>
                    <a:pt x="443766" y="206316"/>
                  </a:lnTo>
                  <a:cubicBezTo>
                    <a:pt x="449735" y="221683"/>
                    <a:pt x="447068" y="229303"/>
                    <a:pt x="439321" y="234764"/>
                  </a:cubicBezTo>
                  <a:lnTo>
                    <a:pt x="423192" y="241876"/>
                  </a:lnTo>
                  <a:cubicBezTo>
                    <a:pt x="410111" y="230954"/>
                    <a:pt x="405412" y="225112"/>
                    <a:pt x="401348" y="219143"/>
                  </a:cubicBezTo>
                  <a:cubicBezTo>
                    <a:pt x="340769" y="129862"/>
                    <a:pt x="256187" y="75379"/>
                    <a:pt x="152809" y="48963"/>
                  </a:cubicBezTo>
                  <a:lnTo>
                    <a:pt x="98072" y="4096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23"/>
            <p:cNvSpPr/>
            <p:nvPr/>
          </p:nvSpPr>
          <p:spPr>
            <a:xfrm>
              <a:off x="432969" y="743106"/>
              <a:ext cx="446193" cy="239366"/>
            </a:xfrm>
            <a:custGeom>
              <a:rect b="b" l="l" r="r" t="t"/>
              <a:pathLst>
                <a:path extrusionOk="0" h="239366" w="446193">
                  <a:moveTo>
                    <a:pt x="348081" y="239366"/>
                  </a:moveTo>
                  <a:cubicBezTo>
                    <a:pt x="272389" y="237842"/>
                    <a:pt x="205206" y="214601"/>
                    <a:pt x="143738" y="174342"/>
                  </a:cubicBezTo>
                  <a:cubicBezTo>
                    <a:pt x="90525" y="139544"/>
                    <a:pt x="43281" y="98269"/>
                    <a:pt x="9118" y="43659"/>
                  </a:cubicBezTo>
                  <a:lnTo>
                    <a:pt x="3530" y="34261"/>
                  </a:lnTo>
                  <a:cubicBezTo>
                    <a:pt x="-3074" y="17497"/>
                    <a:pt x="-153" y="8988"/>
                    <a:pt x="10134" y="3400"/>
                  </a:cubicBezTo>
                  <a:cubicBezTo>
                    <a:pt x="20675" y="-2442"/>
                    <a:pt x="29057" y="-918"/>
                    <a:pt x="36804" y="9242"/>
                  </a:cubicBezTo>
                  <a:lnTo>
                    <a:pt x="79349" y="65503"/>
                  </a:lnTo>
                  <a:cubicBezTo>
                    <a:pt x="139928" y="131289"/>
                    <a:pt x="213080" y="176755"/>
                    <a:pt x="301472" y="195170"/>
                  </a:cubicBezTo>
                  <a:cubicBezTo>
                    <a:pt x="330301" y="201139"/>
                    <a:pt x="359003" y="198853"/>
                    <a:pt x="387705" y="193392"/>
                  </a:cubicBezTo>
                  <a:lnTo>
                    <a:pt x="422630" y="188820"/>
                  </a:lnTo>
                  <a:cubicBezTo>
                    <a:pt x="436473" y="188312"/>
                    <a:pt x="444474" y="194281"/>
                    <a:pt x="445871" y="203806"/>
                  </a:cubicBezTo>
                  <a:cubicBezTo>
                    <a:pt x="447649" y="214601"/>
                    <a:pt x="442061" y="224888"/>
                    <a:pt x="429107" y="228190"/>
                  </a:cubicBezTo>
                  <a:lnTo>
                    <a:pt x="374751" y="237588"/>
                  </a:lnTo>
                  <a:cubicBezTo>
                    <a:pt x="365353" y="238985"/>
                    <a:pt x="355701" y="238731"/>
                    <a:pt x="347700" y="23923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23"/>
            <p:cNvSpPr/>
            <p:nvPr/>
          </p:nvSpPr>
          <p:spPr>
            <a:xfrm>
              <a:off x="323596" y="590075"/>
              <a:ext cx="131850" cy="329767"/>
            </a:xfrm>
            <a:custGeom>
              <a:rect b="b" l="l" r="r" t="t"/>
              <a:pathLst>
                <a:path extrusionOk="0" h="329767" w="131850">
                  <a:moveTo>
                    <a:pt x="127" y="115156"/>
                  </a:moveTo>
                  <a:cubicBezTo>
                    <a:pt x="4318" y="74643"/>
                    <a:pt x="11938" y="39210"/>
                    <a:pt x="36830" y="10000"/>
                  </a:cubicBezTo>
                  <a:cubicBezTo>
                    <a:pt x="47117" y="-2065"/>
                    <a:pt x="57277" y="-2954"/>
                    <a:pt x="68326" y="5936"/>
                  </a:cubicBezTo>
                  <a:lnTo>
                    <a:pt x="77724" y="19271"/>
                  </a:lnTo>
                  <a:cubicBezTo>
                    <a:pt x="73152" y="30701"/>
                    <a:pt x="71882" y="33368"/>
                    <a:pt x="70104" y="35527"/>
                  </a:cubicBezTo>
                  <a:cubicBezTo>
                    <a:pt x="44958" y="67023"/>
                    <a:pt x="42545" y="102837"/>
                    <a:pt x="50038" y="140556"/>
                  </a:cubicBezTo>
                  <a:cubicBezTo>
                    <a:pt x="60325" y="191737"/>
                    <a:pt x="83820" y="236822"/>
                    <a:pt x="114427" y="278605"/>
                  </a:cubicBezTo>
                  <a:lnTo>
                    <a:pt x="122936" y="288892"/>
                  </a:lnTo>
                  <a:cubicBezTo>
                    <a:pt x="135509" y="306164"/>
                    <a:pt x="134112" y="316451"/>
                    <a:pt x="122936" y="325087"/>
                  </a:cubicBezTo>
                  <a:cubicBezTo>
                    <a:pt x="112776" y="332834"/>
                    <a:pt x="103632" y="330929"/>
                    <a:pt x="94234" y="319626"/>
                  </a:cubicBezTo>
                  <a:cubicBezTo>
                    <a:pt x="56134" y="273906"/>
                    <a:pt x="26289" y="223487"/>
                    <a:pt x="9906" y="166083"/>
                  </a:cubicBezTo>
                  <a:lnTo>
                    <a:pt x="0" y="11515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23"/>
            <p:cNvSpPr/>
            <p:nvPr/>
          </p:nvSpPr>
          <p:spPr>
            <a:xfrm>
              <a:off x="747631" y="315829"/>
              <a:ext cx="131971" cy="331109"/>
            </a:xfrm>
            <a:custGeom>
              <a:rect b="b" l="l" r="r" t="t"/>
              <a:pathLst>
                <a:path extrusionOk="0" h="331109" w="131971">
                  <a:moveTo>
                    <a:pt x="131844" y="224556"/>
                  </a:moveTo>
                  <a:cubicBezTo>
                    <a:pt x="133114" y="259862"/>
                    <a:pt x="121557" y="290596"/>
                    <a:pt x="101745" y="318663"/>
                  </a:cubicBezTo>
                  <a:lnTo>
                    <a:pt x="88918" y="331109"/>
                  </a:lnTo>
                  <a:cubicBezTo>
                    <a:pt x="61867" y="324251"/>
                    <a:pt x="56152" y="310281"/>
                    <a:pt x="65931" y="295930"/>
                  </a:cubicBezTo>
                  <a:cubicBezTo>
                    <a:pt x="87648" y="263926"/>
                    <a:pt x="94252" y="228747"/>
                    <a:pt x="86759" y="191155"/>
                  </a:cubicBezTo>
                  <a:cubicBezTo>
                    <a:pt x="79647" y="155595"/>
                    <a:pt x="66566" y="122067"/>
                    <a:pt x="47135" y="91460"/>
                  </a:cubicBezTo>
                  <a:lnTo>
                    <a:pt x="6749" y="37104"/>
                  </a:lnTo>
                  <a:cubicBezTo>
                    <a:pt x="-2014" y="25547"/>
                    <a:pt x="-2395" y="16276"/>
                    <a:pt x="6495" y="7259"/>
                  </a:cubicBezTo>
                  <a:cubicBezTo>
                    <a:pt x="15766" y="-2012"/>
                    <a:pt x="27069" y="-2774"/>
                    <a:pt x="35832" y="7132"/>
                  </a:cubicBezTo>
                  <a:cubicBezTo>
                    <a:pt x="90823" y="69616"/>
                    <a:pt x="129939" y="139212"/>
                    <a:pt x="131971" y="22455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23"/>
            <p:cNvSpPr/>
            <p:nvPr/>
          </p:nvSpPr>
          <p:spPr>
            <a:xfrm>
              <a:off x="63500" y="289687"/>
              <a:ext cx="167132" cy="166624"/>
            </a:xfrm>
            <a:custGeom>
              <a:rect b="b" l="l" r="r" t="t"/>
              <a:pathLst>
                <a:path extrusionOk="0" h="166624" w="167132">
                  <a:moveTo>
                    <a:pt x="167132" y="98171"/>
                  </a:moveTo>
                  <a:lnTo>
                    <a:pt x="117856" y="115062"/>
                  </a:lnTo>
                  <a:cubicBezTo>
                    <a:pt x="111760" y="117475"/>
                    <a:pt x="105791" y="121793"/>
                    <a:pt x="101346" y="126746"/>
                  </a:cubicBezTo>
                  <a:lnTo>
                    <a:pt x="68961" y="166624"/>
                  </a:lnTo>
                  <a:cubicBezTo>
                    <a:pt x="64135" y="152908"/>
                    <a:pt x="58928" y="140843"/>
                    <a:pt x="55880" y="128270"/>
                  </a:cubicBezTo>
                  <a:cubicBezTo>
                    <a:pt x="52324" y="113538"/>
                    <a:pt x="44577" y="102743"/>
                    <a:pt x="32258" y="94107"/>
                  </a:cubicBezTo>
                  <a:lnTo>
                    <a:pt x="0" y="68707"/>
                  </a:lnTo>
                  <a:cubicBezTo>
                    <a:pt x="16637" y="63119"/>
                    <a:pt x="31369" y="57658"/>
                    <a:pt x="46355" y="53213"/>
                  </a:cubicBezTo>
                  <a:cubicBezTo>
                    <a:pt x="55372" y="50546"/>
                    <a:pt x="62103" y="45974"/>
                    <a:pt x="67564" y="38481"/>
                  </a:cubicBezTo>
                  <a:lnTo>
                    <a:pt x="98171" y="0"/>
                  </a:lnTo>
                  <a:cubicBezTo>
                    <a:pt x="103759" y="16383"/>
                    <a:pt x="109474" y="31242"/>
                    <a:pt x="113792" y="46355"/>
                  </a:cubicBezTo>
                  <a:cubicBezTo>
                    <a:pt x="116459" y="55753"/>
                    <a:pt x="121666" y="62484"/>
                    <a:pt x="129413" y="68199"/>
                  </a:cubicBezTo>
                  <a:lnTo>
                    <a:pt x="167132" y="9817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23"/>
            <p:cNvSpPr/>
            <p:nvPr/>
          </p:nvSpPr>
          <p:spPr>
            <a:xfrm>
              <a:off x="551434" y="1033653"/>
              <a:ext cx="146939" cy="147320"/>
            </a:xfrm>
            <a:custGeom>
              <a:rect b="b" l="l" r="r" t="t"/>
              <a:pathLst>
                <a:path extrusionOk="0" h="147320" w="146939">
                  <a:moveTo>
                    <a:pt x="60452" y="147320"/>
                  </a:moveTo>
                  <a:lnTo>
                    <a:pt x="46990" y="107188"/>
                  </a:lnTo>
                  <a:cubicBezTo>
                    <a:pt x="44450" y="98933"/>
                    <a:pt x="40386" y="92583"/>
                    <a:pt x="33401" y="87376"/>
                  </a:cubicBezTo>
                  <a:lnTo>
                    <a:pt x="0" y="60706"/>
                  </a:lnTo>
                  <a:cubicBezTo>
                    <a:pt x="15875" y="55245"/>
                    <a:pt x="30226" y="50673"/>
                    <a:pt x="44323" y="45212"/>
                  </a:cubicBezTo>
                  <a:lnTo>
                    <a:pt x="53721" y="40132"/>
                  </a:lnTo>
                  <a:cubicBezTo>
                    <a:pt x="66802" y="25019"/>
                    <a:pt x="75819" y="13208"/>
                    <a:pt x="86360" y="0"/>
                  </a:cubicBezTo>
                  <a:lnTo>
                    <a:pt x="101346" y="43180"/>
                  </a:lnTo>
                  <a:cubicBezTo>
                    <a:pt x="103378" y="48514"/>
                    <a:pt x="106934" y="53721"/>
                    <a:pt x="111252" y="57531"/>
                  </a:cubicBezTo>
                  <a:lnTo>
                    <a:pt x="146939" y="86487"/>
                  </a:lnTo>
                  <a:cubicBezTo>
                    <a:pt x="130683" y="92075"/>
                    <a:pt x="115951" y="96901"/>
                    <a:pt x="101346" y="102235"/>
                  </a:cubicBezTo>
                  <a:lnTo>
                    <a:pt x="93472" y="106426"/>
                  </a:lnTo>
                  <a:cubicBezTo>
                    <a:pt x="80772" y="121412"/>
                    <a:pt x="71247" y="133604"/>
                    <a:pt x="60325" y="1470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23"/>
            <p:cNvSpPr/>
            <p:nvPr/>
          </p:nvSpPr>
          <p:spPr>
            <a:xfrm>
              <a:off x="922147" y="305181"/>
              <a:ext cx="122174" cy="121793"/>
            </a:xfrm>
            <a:custGeom>
              <a:rect b="b" l="l" r="r" t="t"/>
              <a:pathLst>
                <a:path extrusionOk="0" h="121793" w="122174">
                  <a:moveTo>
                    <a:pt x="71882" y="0"/>
                  </a:moveTo>
                  <a:cubicBezTo>
                    <a:pt x="77343" y="32258"/>
                    <a:pt x="94361" y="55118"/>
                    <a:pt x="122174" y="71628"/>
                  </a:cubicBezTo>
                  <a:cubicBezTo>
                    <a:pt x="89916" y="77216"/>
                    <a:pt x="66548" y="93345"/>
                    <a:pt x="50546" y="121793"/>
                  </a:cubicBezTo>
                  <a:cubicBezTo>
                    <a:pt x="44704" y="89408"/>
                    <a:pt x="28448" y="66167"/>
                    <a:pt x="0" y="50038"/>
                  </a:cubicBezTo>
                  <a:cubicBezTo>
                    <a:pt x="31877" y="44069"/>
                    <a:pt x="55499" y="28448"/>
                    <a:pt x="7200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23"/>
            <p:cNvSpPr/>
            <p:nvPr/>
          </p:nvSpPr>
          <p:spPr>
            <a:xfrm>
              <a:off x="1059053" y="717042"/>
              <a:ext cx="111252" cy="108712"/>
            </a:xfrm>
            <a:custGeom>
              <a:rect b="b" l="l" r="r" t="t"/>
              <a:pathLst>
                <a:path extrusionOk="0" h="108712" w="111252">
                  <a:moveTo>
                    <a:pt x="111125" y="46482"/>
                  </a:moveTo>
                  <a:lnTo>
                    <a:pt x="85598" y="66802"/>
                  </a:lnTo>
                  <a:cubicBezTo>
                    <a:pt x="83185" y="68961"/>
                    <a:pt x="81280" y="73025"/>
                    <a:pt x="81280" y="76200"/>
                  </a:cubicBezTo>
                  <a:lnTo>
                    <a:pt x="82550" y="108712"/>
                  </a:lnTo>
                  <a:cubicBezTo>
                    <a:pt x="75184" y="103886"/>
                    <a:pt x="68326" y="100457"/>
                    <a:pt x="62992" y="95631"/>
                  </a:cubicBezTo>
                  <a:cubicBezTo>
                    <a:pt x="54483" y="88011"/>
                    <a:pt x="46101" y="87503"/>
                    <a:pt x="36195" y="92710"/>
                  </a:cubicBezTo>
                  <a:lnTo>
                    <a:pt x="22987" y="98044"/>
                  </a:lnTo>
                  <a:cubicBezTo>
                    <a:pt x="17653" y="89789"/>
                    <a:pt x="20955" y="80645"/>
                    <a:pt x="22733" y="71120"/>
                  </a:cubicBezTo>
                  <a:lnTo>
                    <a:pt x="22352" y="61849"/>
                  </a:lnTo>
                  <a:cubicBezTo>
                    <a:pt x="14732" y="50419"/>
                    <a:pt x="8128" y="43180"/>
                    <a:pt x="0" y="33020"/>
                  </a:cubicBezTo>
                  <a:lnTo>
                    <a:pt x="31877" y="32766"/>
                  </a:lnTo>
                  <a:cubicBezTo>
                    <a:pt x="35814" y="32385"/>
                    <a:pt x="40640" y="29591"/>
                    <a:pt x="43180" y="26416"/>
                  </a:cubicBezTo>
                  <a:lnTo>
                    <a:pt x="60579" y="0"/>
                  </a:lnTo>
                  <a:cubicBezTo>
                    <a:pt x="64643" y="11176"/>
                    <a:pt x="68326" y="20066"/>
                    <a:pt x="71120" y="29337"/>
                  </a:cubicBezTo>
                  <a:lnTo>
                    <a:pt x="76073" y="37465"/>
                  </a:lnTo>
                  <a:cubicBezTo>
                    <a:pt x="90805" y="40767"/>
                    <a:pt x="99949" y="43561"/>
                    <a:pt x="111252" y="4660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23"/>
            <p:cNvSpPr/>
            <p:nvPr/>
          </p:nvSpPr>
          <p:spPr>
            <a:xfrm>
              <a:off x="174625" y="738378"/>
              <a:ext cx="111125" cy="109093"/>
            </a:xfrm>
            <a:custGeom>
              <a:rect b="b" l="l" r="r" t="t"/>
              <a:pathLst>
                <a:path extrusionOk="0" h="109093" w="111125">
                  <a:moveTo>
                    <a:pt x="60452" y="0"/>
                  </a:moveTo>
                  <a:lnTo>
                    <a:pt x="70358" y="27686"/>
                  </a:lnTo>
                  <a:cubicBezTo>
                    <a:pt x="72263" y="34163"/>
                    <a:pt x="75565" y="37719"/>
                    <a:pt x="82550" y="38989"/>
                  </a:cubicBezTo>
                  <a:lnTo>
                    <a:pt x="111125" y="46609"/>
                  </a:lnTo>
                  <a:cubicBezTo>
                    <a:pt x="101854" y="53848"/>
                    <a:pt x="93726" y="59309"/>
                    <a:pt x="86741" y="65913"/>
                  </a:cubicBezTo>
                  <a:lnTo>
                    <a:pt x="81534" y="73660"/>
                  </a:lnTo>
                  <a:cubicBezTo>
                    <a:pt x="80899" y="87376"/>
                    <a:pt x="81915" y="97155"/>
                    <a:pt x="82550" y="109093"/>
                  </a:cubicBezTo>
                  <a:lnTo>
                    <a:pt x="56134" y="91567"/>
                  </a:lnTo>
                  <a:cubicBezTo>
                    <a:pt x="52832" y="89662"/>
                    <a:pt x="47752" y="89154"/>
                    <a:pt x="44196" y="90297"/>
                  </a:cubicBezTo>
                  <a:lnTo>
                    <a:pt x="14605" y="101346"/>
                  </a:lnTo>
                  <a:cubicBezTo>
                    <a:pt x="17653" y="90170"/>
                    <a:pt x="20955" y="80772"/>
                    <a:pt x="22733" y="71120"/>
                  </a:cubicBezTo>
                  <a:lnTo>
                    <a:pt x="22479" y="61849"/>
                  </a:lnTo>
                  <a:cubicBezTo>
                    <a:pt x="14859" y="50419"/>
                    <a:pt x="8255" y="43180"/>
                    <a:pt x="0" y="33020"/>
                  </a:cubicBezTo>
                  <a:lnTo>
                    <a:pt x="32004" y="32766"/>
                  </a:lnTo>
                  <a:cubicBezTo>
                    <a:pt x="35941" y="32385"/>
                    <a:pt x="40767" y="29718"/>
                    <a:pt x="43180" y="26543"/>
                  </a:cubicBezTo>
                  <a:lnTo>
                    <a:pt x="60452" y="25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23"/>
            <p:cNvSpPr/>
            <p:nvPr/>
          </p:nvSpPr>
          <p:spPr>
            <a:xfrm>
              <a:off x="456438" y="63500"/>
              <a:ext cx="108331" cy="109093"/>
            </a:xfrm>
            <a:custGeom>
              <a:rect b="b" l="l" r="r" t="t"/>
              <a:pathLst>
                <a:path extrusionOk="0" h="109093" w="108331">
                  <a:moveTo>
                    <a:pt x="11557" y="101092"/>
                  </a:moveTo>
                  <a:lnTo>
                    <a:pt x="20320" y="70358"/>
                  </a:lnTo>
                  <a:cubicBezTo>
                    <a:pt x="21082" y="66675"/>
                    <a:pt x="19939" y="61595"/>
                    <a:pt x="17780" y="58547"/>
                  </a:cubicBezTo>
                  <a:lnTo>
                    <a:pt x="0" y="32893"/>
                  </a:lnTo>
                  <a:cubicBezTo>
                    <a:pt x="9652" y="32893"/>
                    <a:pt x="19304" y="33528"/>
                    <a:pt x="28702" y="32639"/>
                  </a:cubicBezTo>
                  <a:lnTo>
                    <a:pt x="37973" y="29337"/>
                  </a:lnTo>
                  <a:cubicBezTo>
                    <a:pt x="46736" y="18288"/>
                    <a:pt x="51562" y="9779"/>
                    <a:pt x="57912" y="0"/>
                  </a:cubicBezTo>
                  <a:lnTo>
                    <a:pt x="68834" y="29210"/>
                  </a:lnTo>
                  <a:cubicBezTo>
                    <a:pt x="70612" y="32893"/>
                    <a:pt x="74549" y="36576"/>
                    <a:pt x="78232" y="37973"/>
                  </a:cubicBezTo>
                  <a:lnTo>
                    <a:pt x="108331" y="46355"/>
                  </a:lnTo>
                  <a:cubicBezTo>
                    <a:pt x="99314" y="53467"/>
                    <a:pt x="91948" y="59817"/>
                    <a:pt x="84074" y="65405"/>
                  </a:cubicBezTo>
                  <a:lnTo>
                    <a:pt x="77724" y="72517"/>
                  </a:lnTo>
                  <a:cubicBezTo>
                    <a:pt x="79121" y="87630"/>
                    <a:pt x="79375" y="97155"/>
                    <a:pt x="80010" y="109093"/>
                  </a:cubicBezTo>
                  <a:lnTo>
                    <a:pt x="53848" y="91567"/>
                  </a:lnTo>
                  <a:cubicBezTo>
                    <a:pt x="50292" y="89662"/>
                    <a:pt x="44958" y="89027"/>
                    <a:pt x="41021" y="90170"/>
                  </a:cubicBezTo>
                  <a:lnTo>
                    <a:pt x="11684" y="10109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23"/>
            <p:cNvSpPr/>
            <p:nvPr/>
          </p:nvSpPr>
          <p:spPr>
            <a:xfrm>
              <a:off x="901227" y="881375"/>
              <a:ext cx="94960" cy="67696"/>
            </a:xfrm>
            <a:custGeom>
              <a:rect b="b" l="l" r="r" t="t"/>
              <a:pathLst>
                <a:path extrusionOk="0" h="67696" w="94960">
                  <a:moveTo>
                    <a:pt x="23587" y="67696"/>
                  </a:moveTo>
                  <a:cubicBezTo>
                    <a:pt x="11268" y="67442"/>
                    <a:pt x="3267" y="61346"/>
                    <a:pt x="854" y="52456"/>
                  </a:cubicBezTo>
                  <a:cubicBezTo>
                    <a:pt x="-1813" y="43058"/>
                    <a:pt x="1870" y="33279"/>
                    <a:pt x="10506" y="28707"/>
                  </a:cubicBezTo>
                  <a:lnTo>
                    <a:pt x="63338" y="2418"/>
                  </a:lnTo>
                  <a:cubicBezTo>
                    <a:pt x="72863" y="-2154"/>
                    <a:pt x="80356" y="-122"/>
                    <a:pt x="86325" y="7498"/>
                  </a:cubicBezTo>
                  <a:lnTo>
                    <a:pt x="94961" y="25532"/>
                  </a:lnTo>
                  <a:cubicBezTo>
                    <a:pt x="70450" y="51694"/>
                    <a:pt x="45558" y="59949"/>
                    <a:pt x="23587" y="675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23"/>
            <p:cNvSpPr/>
            <p:nvPr/>
          </p:nvSpPr>
          <p:spPr>
            <a:xfrm>
              <a:off x="641537" y="236171"/>
              <a:ext cx="88654" cy="73780"/>
            </a:xfrm>
            <a:custGeom>
              <a:rect b="b" l="l" r="r" t="t"/>
              <a:pathLst>
                <a:path extrusionOk="0" h="73780" w="88654">
                  <a:moveTo>
                    <a:pt x="23943" y="49"/>
                  </a:moveTo>
                  <a:lnTo>
                    <a:pt x="30547" y="1446"/>
                  </a:lnTo>
                  <a:cubicBezTo>
                    <a:pt x="50105" y="14781"/>
                    <a:pt x="66234" y="25449"/>
                    <a:pt x="81347" y="37514"/>
                  </a:cubicBezTo>
                  <a:cubicBezTo>
                    <a:pt x="90745" y="44880"/>
                    <a:pt x="90745" y="58088"/>
                    <a:pt x="83252" y="66597"/>
                  </a:cubicBezTo>
                  <a:cubicBezTo>
                    <a:pt x="75886" y="74979"/>
                    <a:pt x="64329" y="76122"/>
                    <a:pt x="54804" y="69518"/>
                  </a:cubicBezTo>
                  <a:lnTo>
                    <a:pt x="9592" y="37768"/>
                  </a:lnTo>
                  <a:cubicBezTo>
                    <a:pt x="1972" y="32307"/>
                    <a:pt x="-2219" y="25322"/>
                    <a:pt x="1210" y="15543"/>
                  </a:cubicBezTo>
                  <a:cubicBezTo>
                    <a:pt x="4893" y="5002"/>
                    <a:pt x="12005" y="-586"/>
                    <a:pt x="23943" y="4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23"/>
            <p:cNvSpPr/>
            <p:nvPr/>
          </p:nvSpPr>
          <p:spPr>
            <a:xfrm>
              <a:off x="464561" y="919978"/>
              <a:ext cx="45217" cy="45095"/>
            </a:xfrm>
            <a:custGeom>
              <a:rect b="b" l="l" r="r" t="t"/>
              <a:pathLst>
                <a:path extrusionOk="0" h="45095" w="45217">
                  <a:moveTo>
                    <a:pt x="5" y="22870"/>
                  </a:moveTo>
                  <a:cubicBezTo>
                    <a:pt x="-249" y="10551"/>
                    <a:pt x="9657" y="264"/>
                    <a:pt x="21976" y="10"/>
                  </a:cubicBezTo>
                  <a:cubicBezTo>
                    <a:pt x="34803" y="-371"/>
                    <a:pt x="45217" y="9789"/>
                    <a:pt x="45217" y="22616"/>
                  </a:cubicBezTo>
                  <a:cubicBezTo>
                    <a:pt x="45217" y="34808"/>
                    <a:pt x="34930" y="45095"/>
                    <a:pt x="22738" y="45095"/>
                  </a:cubicBezTo>
                  <a:cubicBezTo>
                    <a:pt x="10546" y="45095"/>
                    <a:pt x="259" y="35189"/>
                    <a:pt x="5" y="228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23"/>
            <p:cNvSpPr/>
            <p:nvPr/>
          </p:nvSpPr>
          <p:spPr>
            <a:xfrm>
              <a:off x="231892" y="520055"/>
              <a:ext cx="45224" cy="45097"/>
            </a:xfrm>
            <a:custGeom>
              <a:rect b="b" l="l" r="r" t="t"/>
              <a:pathLst>
                <a:path extrusionOk="0" h="45097" w="45224">
                  <a:moveTo>
                    <a:pt x="45222" y="22997"/>
                  </a:moveTo>
                  <a:cubicBezTo>
                    <a:pt x="44968" y="35570"/>
                    <a:pt x="35189" y="45222"/>
                    <a:pt x="22616" y="45095"/>
                  </a:cubicBezTo>
                  <a:cubicBezTo>
                    <a:pt x="9789" y="44968"/>
                    <a:pt x="-371" y="34554"/>
                    <a:pt x="10" y="21727"/>
                  </a:cubicBezTo>
                  <a:cubicBezTo>
                    <a:pt x="391" y="9662"/>
                    <a:pt x="11059" y="-371"/>
                    <a:pt x="23251" y="10"/>
                  </a:cubicBezTo>
                  <a:cubicBezTo>
                    <a:pt x="35697" y="391"/>
                    <a:pt x="45349" y="10551"/>
                    <a:pt x="45222" y="229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23"/>
            <p:cNvSpPr/>
            <p:nvPr/>
          </p:nvSpPr>
          <p:spPr>
            <a:xfrm>
              <a:off x="943355" y="559180"/>
              <a:ext cx="44959" cy="45224"/>
            </a:xfrm>
            <a:custGeom>
              <a:rect b="b" l="l" r="r" t="t"/>
              <a:pathLst>
                <a:path extrusionOk="0" h="45224" w="44959">
                  <a:moveTo>
                    <a:pt x="1" y="22099"/>
                  </a:moveTo>
                  <a:cubicBezTo>
                    <a:pt x="128" y="9653"/>
                    <a:pt x="10161" y="-126"/>
                    <a:pt x="22607" y="1"/>
                  </a:cubicBezTo>
                  <a:cubicBezTo>
                    <a:pt x="35053" y="128"/>
                    <a:pt x="44959" y="10034"/>
                    <a:pt x="44959" y="22480"/>
                  </a:cubicBezTo>
                  <a:cubicBezTo>
                    <a:pt x="44959" y="35434"/>
                    <a:pt x="34545" y="45594"/>
                    <a:pt x="21845" y="45213"/>
                  </a:cubicBezTo>
                  <a:cubicBezTo>
                    <a:pt x="9526" y="44832"/>
                    <a:pt x="-126" y="34672"/>
                    <a:pt x="1" y="222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23"/>
            <p:cNvSpPr/>
            <p:nvPr/>
          </p:nvSpPr>
          <p:spPr>
            <a:xfrm>
              <a:off x="773684" y="687705"/>
              <a:ext cx="60071" cy="58801"/>
            </a:xfrm>
            <a:custGeom>
              <a:rect b="b" l="l" r="r" t="t"/>
              <a:pathLst>
                <a:path extrusionOk="0" h="58801" w="60071">
                  <a:moveTo>
                    <a:pt x="7366" y="54737"/>
                  </a:moveTo>
                  <a:cubicBezTo>
                    <a:pt x="13589" y="40132"/>
                    <a:pt x="12065" y="28702"/>
                    <a:pt x="0" y="18796"/>
                  </a:cubicBezTo>
                  <a:cubicBezTo>
                    <a:pt x="14224" y="18796"/>
                    <a:pt x="26416" y="16891"/>
                    <a:pt x="30861" y="0"/>
                  </a:cubicBezTo>
                  <a:cubicBezTo>
                    <a:pt x="35052" y="14859"/>
                    <a:pt x="42164" y="24511"/>
                    <a:pt x="60071" y="23622"/>
                  </a:cubicBezTo>
                  <a:lnTo>
                    <a:pt x="46482" y="32893"/>
                  </a:lnTo>
                  <a:cubicBezTo>
                    <a:pt x="41783" y="43180"/>
                    <a:pt x="43688" y="50292"/>
                    <a:pt x="43688" y="58801"/>
                  </a:cubicBezTo>
                  <a:cubicBezTo>
                    <a:pt x="32258" y="49149"/>
                    <a:pt x="20955" y="43815"/>
                    <a:pt x="7366" y="547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23"/>
            <p:cNvSpPr/>
            <p:nvPr/>
          </p:nvSpPr>
          <p:spPr>
            <a:xfrm>
              <a:off x="622681" y="843280"/>
              <a:ext cx="37719" cy="37338"/>
            </a:xfrm>
            <a:custGeom>
              <a:rect b="b" l="l" r="r" t="t"/>
              <a:pathLst>
                <a:path extrusionOk="0" h="37338" w="37719">
                  <a:moveTo>
                    <a:pt x="37719" y="18669"/>
                  </a:moveTo>
                  <a:cubicBezTo>
                    <a:pt x="37719" y="28956"/>
                    <a:pt x="29210" y="37338"/>
                    <a:pt x="18796" y="37338"/>
                  </a:cubicBezTo>
                  <a:cubicBezTo>
                    <a:pt x="8255" y="37338"/>
                    <a:pt x="0" y="29083"/>
                    <a:pt x="0" y="18669"/>
                  </a:cubicBezTo>
                  <a:cubicBezTo>
                    <a:pt x="0" y="8255"/>
                    <a:pt x="8255" y="0"/>
                    <a:pt x="18796" y="0"/>
                  </a:cubicBezTo>
                  <a:cubicBezTo>
                    <a:pt x="29337" y="0"/>
                    <a:pt x="37719" y="8509"/>
                    <a:pt x="37719" y="186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23"/>
            <p:cNvSpPr/>
            <p:nvPr/>
          </p:nvSpPr>
          <p:spPr>
            <a:xfrm>
              <a:off x="449453" y="334264"/>
              <a:ext cx="42291" cy="42164"/>
            </a:xfrm>
            <a:custGeom>
              <a:rect b="b" l="l" r="r" t="t"/>
              <a:pathLst>
                <a:path extrusionOk="0" h="42164" w="42291">
                  <a:moveTo>
                    <a:pt x="24765" y="127"/>
                  </a:moveTo>
                  <a:lnTo>
                    <a:pt x="42291" y="24638"/>
                  </a:lnTo>
                  <a:cubicBezTo>
                    <a:pt x="34290" y="30226"/>
                    <a:pt x="25273" y="36576"/>
                    <a:pt x="17399" y="42164"/>
                  </a:cubicBezTo>
                  <a:lnTo>
                    <a:pt x="0" y="17145"/>
                  </a:lnTo>
                  <a:cubicBezTo>
                    <a:pt x="7620" y="11938"/>
                    <a:pt x="16510" y="5715"/>
                    <a:pt x="2476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3" name="Google Shape;1373;p23"/>
          <p:cNvSpPr/>
          <p:nvPr/>
        </p:nvSpPr>
        <p:spPr>
          <a:xfrm>
            <a:off x="235748" y="1856293"/>
            <a:ext cx="605965" cy="614645"/>
          </a:xfrm>
          <a:custGeom>
            <a:rect b="b" l="l" r="r" t="t"/>
            <a:pathLst>
              <a:path extrusionOk="0" h="945607" w="932254">
                <a:moveTo>
                  <a:pt x="514905" y="852495"/>
                </a:moveTo>
                <a:cubicBezTo>
                  <a:pt x="497125" y="852622"/>
                  <a:pt x="483028" y="866592"/>
                  <a:pt x="483282" y="883991"/>
                </a:cubicBezTo>
                <a:cubicBezTo>
                  <a:pt x="483536" y="901390"/>
                  <a:pt x="498268" y="915614"/>
                  <a:pt x="515540" y="915360"/>
                </a:cubicBezTo>
                <a:cubicBezTo>
                  <a:pt x="532177" y="914979"/>
                  <a:pt x="546528" y="900120"/>
                  <a:pt x="546274" y="883483"/>
                </a:cubicBezTo>
                <a:cubicBezTo>
                  <a:pt x="546020" y="866211"/>
                  <a:pt x="532050" y="852495"/>
                  <a:pt x="514905" y="852622"/>
                </a:cubicBezTo>
                <a:moveTo>
                  <a:pt x="129714" y="852622"/>
                </a:moveTo>
                <a:cubicBezTo>
                  <a:pt x="111934" y="852622"/>
                  <a:pt x="97583" y="866465"/>
                  <a:pt x="97456" y="883737"/>
                </a:cubicBezTo>
                <a:cubicBezTo>
                  <a:pt x="97456" y="900501"/>
                  <a:pt x="112696" y="915614"/>
                  <a:pt x="129587" y="915487"/>
                </a:cubicBezTo>
                <a:cubicBezTo>
                  <a:pt x="146732" y="915360"/>
                  <a:pt x="160321" y="901390"/>
                  <a:pt x="160321" y="883864"/>
                </a:cubicBezTo>
                <a:cubicBezTo>
                  <a:pt x="160321" y="866084"/>
                  <a:pt x="147113" y="852622"/>
                  <a:pt x="129714" y="852622"/>
                </a:cubicBezTo>
                <a:moveTo>
                  <a:pt x="112188" y="562173"/>
                </a:moveTo>
                <a:cubicBezTo>
                  <a:pt x="112315" y="544901"/>
                  <a:pt x="98599" y="530931"/>
                  <a:pt x="81327" y="530677"/>
                </a:cubicBezTo>
                <a:cubicBezTo>
                  <a:pt x="64436" y="530423"/>
                  <a:pt x="49450" y="545282"/>
                  <a:pt x="49323" y="562427"/>
                </a:cubicBezTo>
                <a:cubicBezTo>
                  <a:pt x="49196" y="579191"/>
                  <a:pt x="63547" y="593288"/>
                  <a:pt x="80692" y="593415"/>
                </a:cubicBezTo>
                <a:cubicBezTo>
                  <a:pt x="98853" y="593542"/>
                  <a:pt x="112061" y="580334"/>
                  <a:pt x="112188" y="562046"/>
                </a:cubicBezTo>
                <a:moveTo>
                  <a:pt x="787066" y="95448"/>
                </a:moveTo>
                <a:cubicBezTo>
                  <a:pt x="805354" y="95448"/>
                  <a:pt x="818943" y="82367"/>
                  <a:pt x="819070" y="64460"/>
                </a:cubicBezTo>
                <a:cubicBezTo>
                  <a:pt x="819070" y="47315"/>
                  <a:pt x="805354" y="32837"/>
                  <a:pt x="788463" y="32583"/>
                </a:cubicBezTo>
                <a:cubicBezTo>
                  <a:pt x="771318" y="32329"/>
                  <a:pt x="756332" y="46934"/>
                  <a:pt x="756205" y="64079"/>
                </a:cubicBezTo>
                <a:cubicBezTo>
                  <a:pt x="756078" y="81224"/>
                  <a:pt x="770048" y="95448"/>
                  <a:pt x="787066" y="95448"/>
                </a:cubicBezTo>
                <a:moveTo>
                  <a:pt x="386254" y="95448"/>
                </a:moveTo>
                <a:cubicBezTo>
                  <a:pt x="403653" y="95448"/>
                  <a:pt x="417369" y="81986"/>
                  <a:pt x="417496" y="64714"/>
                </a:cubicBezTo>
                <a:cubicBezTo>
                  <a:pt x="417623" y="47061"/>
                  <a:pt x="403526" y="32710"/>
                  <a:pt x="386254" y="32710"/>
                </a:cubicBezTo>
                <a:cubicBezTo>
                  <a:pt x="369490" y="32710"/>
                  <a:pt x="355012" y="47061"/>
                  <a:pt x="354758" y="63825"/>
                </a:cubicBezTo>
                <a:cubicBezTo>
                  <a:pt x="354504" y="81351"/>
                  <a:pt x="368474" y="95448"/>
                  <a:pt x="386254" y="95448"/>
                </a:cubicBezTo>
                <a:moveTo>
                  <a:pt x="321865" y="691586"/>
                </a:moveTo>
                <a:cubicBezTo>
                  <a:pt x="304593" y="691713"/>
                  <a:pt x="289734" y="706699"/>
                  <a:pt x="290242" y="723590"/>
                </a:cubicBezTo>
                <a:cubicBezTo>
                  <a:pt x="290750" y="740481"/>
                  <a:pt x="305228" y="754578"/>
                  <a:pt x="321992" y="754451"/>
                </a:cubicBezTo>
                <a:cubicBezTo>
                  <a:pt x="339772" y="754324"/>
                  <a:pt x="353361" y="740354"/>
                  <a:pt x="353107" y="722574"/>
                </a:cubicBezTo>
                <a:cubicBezTo>
                  <a:pt x="352853" y="705302"/>
                  <a:pt x="338883" y="691459"/>
                  <a:pt x="321865" y="691713"/>
                </a:cubicBezTo>
                <a:moveTo>
                  <a:pt x="594026" y="545282"/>
                </a:moveTo>
                <a:cubicBezTo>
                  <a:pt x="612314" y="545409"/>
                  <a:pt x="626284" y="532201"/>
                  <a:pt x="626538" y="514675"/>
                </a:cubicBezTo>
                <a:cubicBezTo>
                  <a:pt x="626792" y="497530"/>
                  <a:pt x="612314" y="482671"/>
                  <a:pt x="595169" y="482544"/>
                </a:cubicBezTo>
                <a:cubicBezTo>
                  <a:pt x="578278" y="482290"/>
                  <a:pt x="563927" y="496514"/>
                  <a:pt x="563800" y="513532"/>
                </a:cubicBezTo>
                <a:cubicBezTo>
                  <a:pt x="563546" y="531185"/>
                  <a:pt x="576881" y="545155"/>
                  <a:pt x="594026" y="545282"/>
                </a:cubicBezTo>
                <a:moveTo>
                  <a:pt x="321992" y="402661"/>
                </a:moveTo>
                <a:cubicBezTo>
                  <a:pt x="295068" y="402407"/>
                  <a:pt x="275129" y="421965"/>
                  <a:pt x="274748" y="448635"/>
                </a:cubicBezTo>
                <a:cubicBezTo>
                  <a:pt x="274494" y="476829"/>
                  <a:pt x="293671" y="496768"/>
                  <a:pt x="321484" y="497022"/>
                </a:cubicBezTo>
                <a:cubicBezTo>
                  <a:pt x="348281" y="497276"/>
                  <a:pt x="369109" y="477464"/>
                  <a:pt x="369363" y="451429"/>
                </a:cubicBezTo>
                <a:cubicBezTo>
                  <a:pt x="369617" y="422854"/>
                  <a:pt x="350186" y="402788"/>
                  <a:pt x="321992" y="402534"/>
                </a:cubicBezTo>
                <a:moveTo>
                  <a:pt x="804465" y="674822"/>
                </a:moveTo>
                <a:cubicBezTo>
                  <a:pt x="804338" y="701238"/>
                  <a:pt x="825293" y="722320"/>
                  <a:pt x="851836" y="722574"/>
                </a:cubicBezTo>
                <a:cubicBezTo>
                  <a:pt x="878379" y="722828"/>
                  <a:pt x="899080" y="702254"/>
                  <a:pt x="899588" y="675203"/>
                </a:cubicBezTo>
                <a:cubicBezTo>
                  <a:pt x="900096" y="648914"/>
                  <a:pt x="879141" y="627324"/>
                  <a:pt x="852725" y="626943"/>
                </a:cubicBezTo>
                <a:cubicBezTo>
                  <a:pt x="825928" y="626562"/>
                  <a:pt x="804592" y="647771"/>
                  <a:pt x="804592" y="674822"/>
                </a:cubicBezTo>
                <a:moveTo>
                  <a:pt x="80819" y="240101"/>
                </a:moveTo>
                <a:cubicBezTo>
                  <a:pt x="108251" y="240101"/>
                  <a:pt x="128571" y="219781"/>
                  <a:pt x="128571" y="192222"/>
                </a:cubicBezTo>
                <a:cubicBezTo>
                  <a:pt x="128571" y="166060"/>
                  <a:pt x="107997" y="145486"/>
                  <a:pt x="81581" y="145486"/>
                </a:cubicBezTo>
                <a:cubicBezTo>
                  <a:pt x="53895" y="145359"/>
                  <a:pt x="33702" y="165171"/>
                  <a:pt x="33448" y="192857"/>
                </a:cubicBezTo>
                <a:cubicBezTo>
                  <a:pt x="33194" y="219527"/>
                  <a:pt x="53768" y="240101"/>
                  <a:pt x="80819" y="240101"/>
                </a:cubicBezTo>
                <a:moveTo>
                  <a:pt x="547290" y="224734"/>
                </a:moveTo>
                <a:cubicBezTo>
                  <a:pt x="547163" y="251150"/>
                  <a:pt x="568245" y="272613"/>
                  <a:pt x="594534" y="272613"/>
                </a:cubicBezTo>
                <a:cubicBezTo>
                  <a:pt x="621204" y="272740"/>
                  <a:pt x="643048" y="251023"/>
                  <a:pt x="642794" y="224480"/>
                </a:cubicBezTo>
                <a:cubicBezTo>
                  <a:pt x="642540" y="198572"/>
                  <a:pt x="621585" y="177363"/>
                  <a:pt x="595804" y="176982"/>
                </a:cubicBezTo>
                <a:cubicBezTo>
                  <a:pt x="569134" y="176601"/>
                  <a:pt x="547417" y="197937"/>
                  <a:pt x="547290" y="224607"/>
                </a:cubicBezTo>
                <a:moveTo>
                  <a:pt x="279574" y="772231"/>
                </a:moveTo>
                <a:lnTo>
                  <a:pt x="189785" y="849701"/>
                </a:lnTo>
                <a:cubicBezTo>
                  <a:pt x="188134" y="851098"/>
                  <a:pt x="188261" y="856178"/>
                  <a:pt x="189277" y="858972"/>
                </a:cubicBezTo>
                <a:cubicBezTo>
                  <a:pt x="201469" y="890468"/>
                  <a:pt x="189150" y="924631"/>
                  <a:pt x="160194" y="941014"/>
                </a:cubicBezTo>
                <a:cubicBezTo>
                  <a:pt x="148510" y="947618"/>
                  <a:pt x="136191" y="945078"/>
                  <a:pt x="124126" y="945332"/>
                </a:cubicBezTo>
                <a:cubicBezTo>
                  <a:pt x="95678" y="945713"/>
                  <a:pt x="71802" y="926536"/>
                  <a:pt x="66087" y="898850"/>
                </a:cubicBezTo>
                <a:cubicBezTo>
                  <a:pt x="60753" y="873196"/>
                  <a:pt x="67738" y="850971"/>
                  <a:pt x="88058" y="834207"/>
                </a:cubicBezTo>
                <a:cubicBezTo>
                  <a:pt x="109013" y="816935"/>
                  <a:pt x="132508" y="814776"/>
                  <a:pt x="157273" y="825444"/>
                </a:cubicBezTo>
                <a:lnTo>
                  <a:pt x="160575" y="827095"/>
                </a:lnTo>
                <a:cubicBezTo>
                  <a:pt x="179117" y="814522"/>
                  <a:pt x="195500" y="800679"/>
                  <a:pt x="211756" y="786709"/>
                </a:cubicBezTo>
                <a:lnTo>
                  <a:pt x="255317" y="749371"/>
                </a:lnTo>
                <a:cubicBezTo>
                  <a:pt x="259381" y="745942"/>
                  <a:pt x="260016" y="743021"/>
                  <a:pt x="258873" y="737687"/>
                </a:cubicBezTo>
                <a:cubicBezTo>
                  <a:pt x="252015" y="705556"/>
                  <a:pt x="268144" y="675838"/>
                  <a:pt x="298497" y="662630"/>
                </a:cubicBezTo>
                <a:lnTo>
                  <a:pt x="304847" y="657931"/>
                </a:lnTo>
                <a:cubicBezTo>
                  <a:pt x="305228" y="613862"/>
                  <a:pt x="305101" y="572206"/>
                  <a:pt x="305101" y="531439"/>
                </a:cubicBezTo>
                <a:lnTo>
                  <a:pt x="273732" y="515056"/>
                </a:lnTo>
                <a:cubicBezTo>
                  <a:pt x="264588" y="508198"/>
                  <a:pt x="257476" y="498673"/>
                  <a:pt x="248713" y="489529"/>
                </a:cubicBezTo>
                <a:lnTo>
                  <a:pt x="157146" y="535376"/>
                </a:lnTo>
                <a:cubicBezTo>
                  <a:pt x="154352" y="536773"/>
                  <a:pt x="151812" y="538551"/>
                  <a:pt x="148891" y="539440"/>
                </a:cubicBezTo>
                <a:lnTo>
                  <a:pt x="143176" y="543631"/>
                </a:lnTo>
                <a:cubicBezTo>
                  <a:pt x="151558" y="584398"/>
                  <a:pt x="130857" y="617037"/>
                  <a:pt x="95424" y="625673"/>
                </a:cubicBezTo>
                <a:cubicBezTo>
                  <a:pt x="61769" y="633928"/>
                  <a:pt x="26082" y="612084"/>
                  <a:pt x="17954" y="578175"/>
                </a:cubicBezTo>
                <a:cubicBezTo>
                  <a:pt x="9572" y="542742"/>
                  <a:pt x="32051" y="506547"/>
                  <a:pt x="66976" y="499181"/>
                </a:cubicBezTo>
                <a:cubicBezTo>
                  <a:pt x="86280" y="495117"/>
                  <a:pt x="103425" y="499435"/>
                  <a:pt x="119554" y="510230"/>
                </a:cubicBezTo>
                <a:lnTo>
                  <a:pt x="127047" y="512516"/>
                </a:lnTo>
                <a:cubicBezTo>
                  <a:pt x="165020" y="493974"/>
                  <a:pt x="200072" y="476067"/>
                  <a:pt x="235378" y="458668"/>
                </a:cubicBezTo>
                <a:lnTo>
                  <a:pt x="241601" y="454985"/>
                </a:lnTo>
                <a:cubicBezTo>
                  <a:pt x="240585" y="434157"/>
                  <a:pt x="245538" y="419679"/>
                  <a:pt x="254047" y="405201"/>
                </a:cubicBezTo>
                <a:lnTo>
                  <a:pt x="229282" y="377134"/>
                </a:lnTo>
                <a:cubicBezTo>
                  <a:pt x="196516" y="340685"/>
                  <a:pt x="163623" y="304236"/>
                  <a:pt x="131111" y="267660"/>
                </a:cubicBezTo>
                <a:lnTo>
                  <a:pt x="123364" y="262453"/>
                </a:lnTo>
                <a:cubicBezTo>
                  <a:pt x="87423" y="278836"/>
                  <a:pt x="58467" y="277058"/>
                  <a:pt x="31797" y="257246"/>
                </a:cubicBezTo>
                <a:cubicBezTo>
                  <a:pt x="5127" y="237434"/>
                  <a:pt x="-4017" y="209494"/>
                  <a:pt x="1571" y="177871"/>
                </a:cubicBezTo>
                <a:cubicBezTo>
                  <a:pt x="7286" y="145486"/>
                  <a:pt x="27352" y="124023"/>
                  <a:pt x="59356" y="114752"/>
                </a:cubicBezTo>
                <a:cubicBezTo>
                  <a:pt x="90217" y="105862"/>
                  <a:pt x="124761" y="117038"/>
                  <a:pt x="144192" y="141676"/>
                </a:cubicBezTo>
                <a:cubicBezTo>
                  <a:pt x="164639" y="167584"/>
                  <a:pt x="167814" y="203398"/>
                  <a:pt x="152193" y="231973"/>
                </a:cubicBezTo>
                <a:lnTo>
                  <a:pt x="150034" y="235656"/>
                </a:lnTo>
                <a:cubicBezTo>
                  <a:pt x="191817" y="285694"/>
                  <a:pt x="234743" y="333319"/>
                  <a:pt x="275256" y="378404"/>
                </a:cubicBezTo>
                <a:cubicBezTo>
                  <a:pt x="292782" y="375102"/>
                  <a:pt x="307895" y="370022"/>
                  <a:pt x="323135" y="369641"/>
                </a:cubicBezTo>
                <a:cubicBezTo>
                  <a:pt x="360854" y="368752"/>
                  <a:pt x="391969" y="394152"/>
                  <a:pt x="400605" y="430982"/>
                </a:cubicBezTo>
                <a:lnTo>
                  <a:pt x="403653" y="437459"/>
                </a:lnTo>
                <a:cubicBezTo>
                  <a:pt x="451278" y="450286"/>
                  <a:pt x="494458" y="462351"/>
                  <a:pt x="537765" y="473908"/>
                </a:cubicBezTo>
                <a:lnTo>
                  <a:pt x="543861" y="472892"/>
                </a:lnTo>
                <a:cubicBezTo>
                  <a:pt x="555291" y="465526"/>
                  <a:pt x="564054" y="459557"/>
                  <a:pt x="572690" y="453207"/>
                </a:cubicBezTo>
                <a:lnTo>
                  <a:pt x="578151" y="448127"/>
                </a:lnTo>
                <a:cubicBezTo>
                  <a:pt x="578532" y="400502"/>
                  <a:pt x="578532" y="355417"/>
                  <a:pt x="578151" y="310332"/>
                </a:cubicBezTo>
                <a:lnTo>
                  <a:pt x="574849" y="303728"/>
                </a:lnTo>
                <a:cubicBezTo>
                  <a:pt x="535606" y="293187"/>
                  <a:pt x="507031" y="253944"/>
                  <a:pt x="515540" y="210637"/>
                </a:cubicBezTo>
                <a:lnTo>
                  <a:pt x="515286" y="201112"/>
                </a:lnTo>
                <a:cubicBezTo>
                  <a:pt x="495474" y="184729"/>
                  <a:pt x="480615" y="171902"/>
                  <a:pt x="465629" y="158948"/>
                </a:cubicBezTo>
                <a:lnTo>
                  <a:pt x="420163" y="119959"/>
                </a:lnTo>
                <a:cubicBezTo>
                  <a:pt x="402383" y="129484"/>
                  <a:pt x="383841" y="132151"/>
                  <a:pt x="364410" y="125293"/>
                </a:cubicBezTo>
                <a:cubicBezTo>
                  <a:pt x="349932" y="120086"/>
                  <a:pt x="338756" y="110815"/>
                  <a:pt x="330755" y="97861"/>
                </a:cubicBezTo>
                <a:cubicBezTo>
                  <a:pt x="315134" y="72842"/>
                  <a:pt x="319452" y="40965"/>
                  <a:pt x="339899" y="18740"/>
                </a:cubicBezTo>
                <a:cubicBezTo>
                  <a:pt x="359457" y="-2469"/>
                  <a:pt x="399208" y="-3993"/>
                  <a:pt x="419401" y="8580"/>
                </a:cubicBezTo>
                <a:cubicBezTo>
                  <a:pt x="448865" y="26868"/>
                  <a:pt x="457247" y="55697"/>
                  <a:pt x="443785" y="96210"/>
                </a:cubicBezTo>
                <a:lnTo>
                  <a:pt x="532812" y="172537"/>
                </a:lnTo>
                <a:cubicBezTo>
                  <a:pt x="548179" y="155265"/>
                  <a:pt x="567229" y="145486"/>
                  <a:pt x="589835" y="144216"/>
                </a:cubicBezTo>
                <a:cubicBezTo>
                  <a:pt x="612187" y="142946"/>
                  <a:pt x="632380" y="149677"/>
                  <a:pt x="649906" y="165044"/>
                </a:cubicBezTo>
                <a:lnTo>
                  <a:pt x="715311" y="109545"/>
                </a:lnTo>
                <a:cubicBezTo>
                  <a:pt x="725852" y="101163"/>
                  <a:pt x="729916" y="94686"/>
                  <a:pt x="725344" y="79700"/>
                </a:cubicBezTo>
                <a:cubicBezTo>
                  <a:pt x="715692" y="48077"/>
                  <a:pt x="733218" y="15184"/>
                  <a:pt x="764079" y="4389"/>
                </a:cubicBezTo>
                <a:cubicBezTo>
                  <a:pt x="788336" y="-4120"/>
                  <a:pt x="814752" y="-691"/>
                  <a:pt x="833421" y="18486"/>
                </a:cubicBezTo>
                <a:cubicBezTo>
                  <a:pt x="852090" y="37663"/>
                  <a:pt x="857678" y="64968"/>
                  <a:pt x="847391" y="89225"/>
                </a:cubicBezTo>
                <a:cubicBezTo>
                  <a:pt x="837104" y="113482"/>
                  <a:pt x="813863" y="129738"/>
                  <a:pt x="788209" y="128722"/>
                </a:cubicBezTo>
                <a:lnTo>
                  <a:pt x="758745" y="122626"/>
                </a:lnTo>
                <a:cubicBezTo>
                  <a:pt x="755951" y="122118"/>
                  <a:pt x="751887" y="121991"/>
                  <a:pt x="749982" y="123515"/>
                </a:cubicBezTo>
                <a:lnTo>
                  <a:pt x="669337" y="192222"/>
                </a:lnTo>
                <a:cubicBezTo>
                  <a:pt x="677973" y="215717"/>
                  <a:pt x="678481" y="239212"/>
                  <a:pt x="667051" y="261818"/>
                </a:cubicBezTo>
                <a:cubicBezTo>
                  <a:pt x="655621" y="284678"/>
                  <a:pt x="636444" y="298267"/>
                  <a:pt x="611552" y="304617"/>
                </a:cubicBezTo>
                <a:lnTo>
                  <a:pt x="611298" y="426156"/>
                </a:lnTo>
                <a:cubicBezTo>
                  <a:pt x="611044" y="441396"/>
                  <a:pt x="611806" y="452318"/>
                  <a:pt x="629078" y="460319"/>
                </a:cubicBezTo>
                <a:cubicBezTo>
                  <a:pt x="649906" y="469844"/>
                  <a:pt x="658669" y="490545"/>
                  <a:pt x="659685" y="513659"/>
                </a:cubicBezTo>
                <a:lnTo>
                  <a:pt x="661082" y="521406"/>
                </a:lnTo>
                <a:cubicBezTo>
                  <a:pt x="710485" y="551378"/>
                  <a:pt x="757729" y="579699"/>
                  <a:pt x="804719" y="607893"/>
                </a:cubicBezTo>
                <a:cubicBezTo>
                  <a:pt x="845613" y="582239"/>
                  <a:pt x="891206" y="593796"/>
                  <a:pt x="915463" y="624657"/>
                </a:cubicBezTo>
                <a:cubicBezTo>
                  <a:pt x="939085" y="654629"/>
                  <a:pt x="937561" y="700984"/>
                  <a:pt x="912288" y="728670"/>
                </a:cubicBezTo>
                <a:cubicBezTo>
                  <a:pt x="884348" y="759277"/>
                  <a:pt x="840152" y="764865"/>
                  <a:pt x="805735" y="741878"/>
                </a:cubicBezTo>
                <a:cubicBezTo>
                  <a:pt x="775890" y="721939"/>
                  <a:pt x="757729" y="678251"/>
                  <a:pt x="781478" y="632912"/>
                </a:cubicBezTo>
                <a:lnTo>
                  <a:pt x="648001" y="552648"/>
                </a:lnTo>
                <a:cubicBezTo>
                  <a:pt x="626665" y="576905"/>
                  <a:pt x="600757" y="586430"/>
                  <a:pt x="570277" y="573857"/>
                </a:cubicBezTo>
                <a:cubicBezTo>
                  <a:pt x="541448" y="561919"/>
                  <a:pt x="529256" y="538297"/>
                  <a:pt x="530018" y="506674"/>
                </a:cubicBezTo>
                <a:lnTo>
                  <a:pt x="403399" y="472003"/>
                </a:lnTo>
                <a:cubicBezTo>
                  <a:pt x="394382" y="484957"/>
                  <a:pt x="387524" y="498800"/>
                  <a:pt x="376983" y="508833"/>
                </a:cubicBezTo>
                <a:cubicBezTo>
                  <a:pt x="366696" y="518612"/>
                  <a:pt x="352599" y="524454"/>
                  <a:pt x="338248" y="533217"/>
                </a:cubicBezTo>
                <a:lnTo>
                  <a:pt x="338248" y="619577"/>
                </a:lnTo>
                <a:cubicBezTo>
                  <a:pt x="338248" y="630372"/>
                  <a:pt x="338502" y="641167"/>
                  <a:pt x="338121" y="651962"/>
                </a:cubicBezTo>
                <a:lnTo>
                  <a:pt x="339264" y="660344"/>
                </a:lnTo>
                <a:cubicBezTo>
                  <a:pt x="376602" y="675330"/>
                  <a:pt x="391842" y="705683"/>
                  <a:pt x="384730" y="739084"/>
                </a:cubicBezTo>
                <a:lnTo>
                  <a:pt x="385746" y="746323"/>
                </a:lnTo>
                <a:cubicBezTo>
                  <a:pt x="416480" y="773120"/>
                  <a:pt x="445309" y="797758"/>
                  <a:pt x="474011" y="822523"/>
                </a:cubicBezTo>
                <a:lnTo>
                  <a:pt x="482266" y="827476"/>
                </a:lnTo>
                <a:cubicBezTo>
                  <a:pt x="520874" y="809823"/>
                  <a:pt x="558974" y="824555"/>
                  <a:pt x="573706" y="857067"/>
                </a:cubicBezTo>
                <a:cubicBezTo>
                  <a:pt x="588311" y="889198"/>
                  <a:pt x="574468" y="927298"/>
                  <a:pt x="542083" y="941903"/>
                </a:cubicBezTo>
                <a:lnTo>
                  <a:pt x="525954" y="944443"/>
                </a:lnTo>
                <a:cubicBezTo>
                  <a:pt x="499284" y="946983"/>
                  <a:pt x="482647" y="944189"/>
                  <a:pt x="468804" y="929838"/>
                </a:cubicBezTo>
                <a:cubicBezTo>
                  <a:pt x="452802" y="913201"/>
                  <a:pt x="442261" y="885388"/>
                  <a:pt x="457374" y="852114"/>
                </a:cubicBezTo>
                <a:lnTo>
                  <a:pt x="364537" y="772485"/>
                </a:lnTo>
                <a:cubicBezTo>
                  <a:pt x="351837" y="781375"/>
                  <a:pt x="338248" y="788106"/>
                  <a:pt x="322246" y="787979"/>
                </a:cubicBezTo>
                <a:cubicBezTo>
                  <a:pt x="306244" y="787852"/>
                  <a:pt x="292147" y="782518"/>
                  <a:pt x="279447" y="772231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74" name="Google Shape;1374;p23"/>
          <p:cNvGrpSpPr/>
          <p:nvPr/>
        </p:nvGrpSpPr>
        <p:grpSpPr>
          <a:xfrm>
            <a:off x="138506" y="9307774"/>
            <a:ext cx="801318" cy="443295"/>
            <a:chOff x="63500" y="63500"/>
            <a:chExt cx="1508506" cy="834517"/>
          </a:xfrm>
        </p:grpSpPr>
        <p:sp>
          <p:nvSpPr>
            <p:cNvPr id="1375" name="Google Shape;1375;p23"/>
            <p:cNvSpPr/>
            <p:nvPr/>
          </p:nvSpPr>
          <p:spPr>
            <a:xfrm>
              <a:off x="63500" y="63500"/>
              <a:ext cx="1508506" cy="834517"/>
            </a:xfrm>
            <a:custGeom>
              <a:rect b="b" l="l" r="r" t="t"/>
              <a:pathLst>
                <a:path extrusionOk="0" h="834517" w="1508506">
                  <a:moveTo>
                    <a:pt x="754253" y="30988"/>
                  </a:moveTo>
                  <a:cubicBezTo>
                    <a:pt x="355473" y="30988"/>
                    <a:pt x="30988" y="204216"/>
                    <a:pt x="30988" y="417195"/>
                  </a:cubicBezTo>
                  <a:cubicBezTo>
                    <a:pt x="30988" y="630174"/>
                    <a:pt x="355473" y="803402"/>
                    <a:pt x="754253" y="803402"/>
                  </a:cubicBezTo>
                  <a:cubicBezTo>
                    <a:pt x="1153033" y="803402"/>
                    <a:pt x="1477518" y="630174"/>
                    <a:pt x="1477518" y="417195"/>
                  </a:cubicBezTo>
                  <a:cubicBezTo>
                    <a:pt x="1477518" y="204216"/>
                    <a:pt x="1153033" y="30988"/>
                    <a:pt x="754253" y="30988"/>
                  </a:cubicBezTo>
                  <a:moveTo>
                    <a:pt x="754253" y="834390"/>
                  </a:moveTo>
                  <a:cubicBezTo>
                    <a:pt x="338328" y="834517"/>
                    <a:pt x="0" y="647319"/>
                    <a:pt x="0" y="417195"/>
                  </a:cubicBezTo>
                  <a:cubicBezTo>
                    <a:pt x="0" y="187071"/>
                    <a:pt x="338328" y="0"/>
                    <a:pt x="754253" y="0"/>
                  </a:cubicBezTo>
                  <a:cubicBezTo>
                    <a:pt x="1170178" y="0"/>
                    <a:pt x="1508506" y="187198"/>
                    <a:pt x="1508506" y="417195"/>
                  </a:cubicBezTo>
                  <a:cubicBezTo>
                    <a:pt x="1508506" y="647192"/>
                    <a:pt x="1170178" y="834517"/>
                    <a:pt x="754253" y="8345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23"/>
            <p:cNvSpPr/>
            <p:nvPr/>
          </p:nvSpPr>
          <p:spPr>
            <a:xfrm>
              <a:off x="309372" y="287274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23"/>
            <p:cNvSpPr/>
            <p:nvPr/>
          </p:nvSpPr>
          <p:spPr>
            <a:xfrm>
              <a:off x="515239" y="642112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23"/>
            <p:cNvSpPr/>
            <p:nvPr/>
          </p:nvSpPr>
          <p:spPr>
            <a:xfrm>
              <a:off x="372745" y="561467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23"/>
            <p:cNvSpPr/>
            <p:nvPr/>
          </p:nvSpPr>
          <p:spPr>
            <a:xfrm>
              <a:off x="453390" y="39331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23"/>
            <p:cNvSpPr/>
            <p:nvPr/>
          </p:nvSpPr>
          <p:spPr>
            <a:xfrm>
              <a:off x="957580" y="325755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23"/>
            <p:cNvSpPr/>
            <p:nvPr/>
          </p:nvSpPr>
          <p:spPr>
            <a:xfrm>
              <a:off x="850392" y="727202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23"/>
            <p:cNvSpPr/>
            <p:nvPr/>
          </p:nvSpPr>
          <p:spPr>
            <a:xfrm>
              <a:off x="217170" y="451358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23"/>
            <p:cNvSpPr/>
            <p:nvPr/>
          </p:nvSpPr>
          <p:spPr>
            <a:xfrm>
              <a:off x="618490" y="302006"/>
              <a:ext cx="35052" cy="34798"/>
            </a:xfrm>
            <a:custGeom>
              <a:rect b="b" l="l" r="r" t="t"/>
              <a:pathLst>
                <a:path extrusionOk="0" h="34798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747"/>
                  </a:lnTo>
                  <a:cubicBezTo>
                    <a:pt x="0" y="27051"/>
                    <a:pt x="7874" y="34798"/>
                    <a:pt x="17526" y="34798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23"/>
            <p:cNvSpPr/>
            <p:nvPr/>
          </p:nvSpPr>
          <p:spPr>
            <a:xfrm>
              <a:off x="1103122" y="708914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23"/>
            <p:cNvSpPr/>
            <p:nvPr/>
          </p:nvSpPr>
          <p:spPr>
            <a:xfrm>
              <a:off x="845947" y="435483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127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23"/>
            <p:cNvSpPr/>
            <p:nvPr/>
          </p:nvSpPr>
          <p:spPr>
            <a:xfrm>
              <a:off x="1069594" y="284734"/>
              <a:ext cx="35052" cy="34798"/>
            </a:xfrm>
            <a:custGeom>
              <a:rect b="b" l="l" r="r" t="t"/>
              <a:pathLst>
                <a:path extrusionOk="0" h="34798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747"/>
                  </a:lnTo>
                  <a:cubicBezTo>
                    <a:pt x="0" y="27051"/>
                    <a:pt x="7874" y="34798"/>
                    <a:pt x="17526" y="34798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23"/>
            <p:cNvSpPr/>
            <p:nvPr/>
          </p:nvSpPr>
          <p:spPr>
            <a:xfrm>
              <a:off x="615950" y="758190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23"/>
            <p:cNvSpPr/>
            <p:nvPr/>
          </p:nvSpPr>
          <p:spPr>
            <a:xfrm>
              <a:off x="930148" y="19392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23"/>
            <p:cNvSpPr/>
            <p:nvPr/>
          </p:nvSpPr>
          <p:spPr>
            <a:xfrm>
              <a:off x="1380236" y="346964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23"/>
            <p:cNvSpPr/>
            <p:nvPr/>
          </p:nvSpPr>
          <p:spPr>
            <a:xfrm>
              <a:off x="1293622" y="603377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23"/>
            <p:cNvSpPr/>
            <p:nvPr/>
          </p:nvSpPr>
          <p:spPr>
            <a:xfrm>
              <a:off x="691261" y="174498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23"/>
            <p:cNvSpPr/>
            <p:nvPr/>
          </p:nvSpPr>
          <p:spPr>
            <a:xfrm>
              <a:off x="1224153" y="416433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23"/>
            <p:cNvSpPr/>
            <p:nvPr/>
          </p:nvSpPr>
          <p:spPr>
            <a:xfrm>
              <a:off x="276733" y="615696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23"/>
            <p:cNvSpPr/>
            <p:nvPr/>
          </p:nvSpPr>
          <p:spPr>
            <a:xfrm>
              <a:off x="995299" y="455295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23"/>
            <p:cNvSpPr/>
            <p:nvPr/>
          </p:nvSpPr>
          <p:spPr>
            <a:xfrm>
              <a:off x="701421" y="568579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23"/>
            <p:cNvSpPr/>
            <p:nvPr/>
          </p:nvSpPr>
          <p:spPr>
            <a:xfrm>
              <a:off x="740029" y="366141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23"/>
            <p:cNvSpPr/>
            <p:nvPr/>
          </p:nvSpPr>
          <p:spPr>
            <a:xfrm>
              <a:off x="517525" y="16979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23"/>
            <p:cNvSpPr/>
            <p:nvPr/>
          </p:nvSpPr>
          <p:spPr>
            <a:xfrm>
              <a:off x="600075" y="435991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23"/>
            <p:cNvSpPr/>
            <p:nvPr/>
          </p:nvSpPr>
          <p:spPr>
            <a:xfrm>
              <a:off x="884809" y="609981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23"/>
            <p:cNvSpPr/>
            <p:nvPr/>
          </p:nvSpPr>
          <p:spPr>
            <a:xfrm>
              <a:off x="1108710" y="605028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23"/>
            <p:cNvSpPr/>
            <p:nvPr/>
          </p:nvSpPr>
          <p:spPr>
            <a:xfrm>
              <a:off x="1383157" y="511048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23"/>
            <p:cNvSpPr/>
            <p:nvPr/>
          </p:nvSpPr>
          <p:spPr>
            <a:xfrm>
              <a:off x="1134237" y="508381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23"/>
            <p:cNvSpPr/>
            <p:nvPr/>
          </p:nvSpPr>
          <p:spPr>
            <a:xfrm>
              <a:off x="1224407" y="237744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4" name="Google Shape;1404;p23"/>
          <p:cNvGrpSpPr/>
          <p:nvPr/>
        </p:nvGrpSpPr>
        <p:grpSpPr>
          <a:xfrm>
            <a:off x="198554" y="3255792"/>
            <a:ext cx="678939" cy="675634"/>
            <a:chOff x="63500" y="63500"/>
            <a:chExt cx="1043559" cy="1038479"/>
          </a:xfrm>
        </p:grpSpPr>
        <p:sp>
          <p:nvSpPr>
            <p:cNvPr id="1405" name="Google Shape;1405;p23"/>
            <p:cNvSpPr/>
            <p:nvPr/>
          </p:nvSpPr>
          <p:spPr>
            <a:xfrm>
              <a:off x="66929" y="144399"/>
              <a:ext cx="242316" cy="611378"/>
            </a:xfrm>
            <a:custGeom>
              <a:rect b="b" l="l" r="r" t="t"/>
              <a:pathLst>
                <a:path extrusionOk="0" h="611378" w="242316">
                  <a:moveTo>
                    <a:pt x="225044" y="611378"/>
                  </a:moveTo>
                  <a:lnTo>
                    <a:pt x="178308" y="611378"/>
                  </a:lnTo>
                  <a:cubicBezTo>
                    <a:pt x="78359" y="611378"/>
                    <a:pt x="0" y="535305"/>
                    <a:pt x="0" y="438277"/>
                  </a:cubicBezTo>
                  <a:cubicBezTo>
                    <a:pt x="0" y="350520"/>
                    <a:pt x="63246" y="276733"/>
                    <a:pt x="148717" y="262509"/>
                  </a:cubicBezTo>
                  <a:cubicBezTo>
                    <a:pt x="138049" y="234061"/>
                    <a:pt x="132588" y="203962"/>
                    <a:pt x="132588" y="173101"/>
                  </a:cubicBezTo>
                  <a:cubicBezTo>
                    <a:pt x="132588" y="112649"/>
                    <a:pt x="154305" y="53975"/>
                    <a:pt x="193675" y="8001"/>
                  </a:cubicBezTo>
                  <a:lnTo>
                    <a:pt x="210820" y="0"/>
                  </a:lnTo>
                  <a:cubicBezTo>
                    <a:pt x="225298" y="12446"/>
                    <a:pt x="226187" y="23241"/>
                    <a:pt x="219964" y="30607"/>
                  </a:cubicBezTo>
                  <a:cubicBezTo>
                    <a:pt x="185928" y="70358"/>
                    <a:pt x="167259" y="121031"/>
                    <a:pt x="167259" y="173228"/>
                  </a:cubicBezTo>
                  <a:cubicBezTo>
                    <a:pt x="167259" y="202819"/>
                    <a:pt x="172974" y="231521"/>
                    <a:pt x="184404" y="258572"/>
                  </a:cubicBezTo>
                  <a:lnTo>
                    <a:pt x="189357" y="270256"/>
                  </a:lnTo>
                  <a:cubicBezTo>
                    <a:pt x="191516" y="275336"/>
                    <a:pt x="191135" y="281051"/>
                    <a:pt x="188341" y="285750"/>
                  </a:cubicBezTo>
                  <a:lnTo>
                    <a:pt x="180721" y="293624"/>
                  </a:lnTo>
                  <a:lnTo>
                    <a:pt x="162687" y="295656"/>
                  </a:lnTo>
                  <a:cubicBezTo>
                    <a:pt x="89662" y="303403"/>
                    <a:pt x="34671" y="364871"/>
                    <a:pt x="34671" y="438277"/>
                  </a:cubicBezTo>
                  <a:cubicBezTo>
                    <a:pt x="34671" y="515874"/>
                    <a:pt x="97790" y="576707"/>
                    <a:pt x="178308" y="576707"/>
                  </a:cubicBezTo>
                  <a:lnTo>
                    <a:pt x="225044" y="576707"/>
                  </a:lnTo>
                  <a:cubicBezTo>
                    <a:pt x="234569" y="576707"/>
                    <a:pt x="242316" y="584454"/>
                    <a:pt x="242316" y="593979"/>
                  </a:cubicBezTo>
                  <a:lnTo>
                    <a:pt x="234569" y="611251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23"/>
            <p:cNvSpPr/>
            <p:nvPr/>
          </p:nvSpPr>
          <p:spPr>
            <a:xfrm>
              <a:off x="370797" y="63500"/>
              <a:ext cx="734484" cy="692277"/>
            </a:xfrm>
            <a:custGeom>
              <a:rect b="b" l="l" r="r" t="t"/>
              <a:pathLst>
                <a:path extrusionOk="0" h="692277" w="734484">
                  <a:moveTo>
                    <a:pt x="594149" y="692277"/>
                  </a:moveTo>
                  <a:lnTo>
                    <a:pt x="509567" y="692277"/>
                  </a:lnTo>
                  <a:cubicBezTo>
                    <a:pt x="500042" y="692277"/>
                    <a:pt x="492295" y="684530"/>
                    <a:pt x="492295" y="675005"/>
                  </a:cubicBezTo>
                  <a:lnTo>
                    <a:pt x="500042" y="657733"/>
                  </a:lnTo>
                  <a:lnTo>
                    <a:pt x="594149" y="657733"/>
                  </a:lnTo>
                  <a:cubicBezTo>
                    <a:pt x="654474" y="657733"/>
                    <a:pt x="699940" y="614426"/>
                    <a:pt x="699940" y="557149"/>
                  </a:cubicBezTo>
                  <a:cubicBezTo>
                    <a:pt x="699940" y="499872"/>
                    <a:pt x="654982" y="453517"/>
                    <a:pt x="597705" y="451612"/>
                  </a:cubicBezTo>
                  <a:lnTo>
                    <a:pt x="584370" y="451231"/>
                  </a:lnTo>
                  <a:cubicBezTo>
                    <a:pt x="578782" y="451104"/>
                    <a:pt x="573575" y="448183"/>
                    <a:pt x="570527" y="443484"/>
                  </a:cubicBezTo>
                  <a:lnTo>
                    <a:pt x="566844" y="432816"/>
                  </a:lnTo>
                  <a:lnTo>
                    <a:pt x="573829" y="415036"/>
                  </a:lnTo>
                  <a:cubicBezTo>
                    <a:pt x="582211" y="393700"/>
                    <a:pt x="586402" y="371348"/>
                    <a:pt x="586402" y="348869"/>
                  </a:cubicBezTo>
                  <a:cubicBezTo>
                    <a:pt x="586402" y="248793"/>
                    <a:pt x="504868" y="167259"/>
                    <a:pt x="404792" y="167259"/>
                  </a:cubicBezTo>
                  <a:cubicBezTo>
                    <a:pt x="376471" y="167259"/>
                    <a:pt x="349039" y="173736"/>
                    <a:pt x="323385" y="186690"/>
                  </a:cubicBezTo>
                  <a:lnTo>
                    <a:pt x="314368" y="191262"/>
                  </a:lnTo>
                  <a:lnTo>
                    <a:pt x="304970" y="193675"/>
                  </a:lnTo>
                  <a:cubicBezTo>
                    <a:pt x="295953" y="190246"/>
                    <a:pt x="292270" y="186690"/>
                    <a:pt x="290492" y="182245"/>
                  </a:cubicBezTo>
                  <a:lnTo>
                    <a:pt x="286682" y="172593"/>
                  </a:lnTo>
                  <a:cubicBezTo>
                    <a:pt x="252900" y="88773"/>
                    <a:pt x="172890" y="34671"/>
                    <a:pt x="82720" y="34671"/>
                  </a:cubicBezTo>
                  <a:cubicBezTo>
                    <a:pt x="61638" y="34671"/>
                    <a:pt x="40937" y="37592"/>
                    <a:pt x="20998" y="43434"/>
                  </a:cubicBezTo>
                  <a:lnTo>
                    <a:pt x="2202" y="40894"/>
                  </a:lnTo>
                  <a:cubicBezTo>
                    <a:pt x="-3259" y="22606"/>
                    <a:pt x="2075" y="12954"/>
                    <a:pt x="11219" y="10287"/>
                  </a:cubicBezTo>
                  <a:cubicBezTo>
                    <a:pt x="34333" y="3429"/>
                    <a:pt x="58336" y="0"/>
                    <a:pt x="82720" y="0"/>
                  </a:cubicBezTo>
                  <a:cubicBezTo>
                    <a:pt x="184320" y="0"/>
                    <a:pt x="274744" y="59436"/>
                    <a:pt x="315257" y="152019"/>
                  </a:cubicBezTo>
                  <a:cubicBezTo>
                    <a:pt x="343705" y="139065"/>
                    <a:pt x="373677" y="132461"/>
                    <a:pt x="404665" y="132461"/>
                  </a:cubicBezTo>
                  <a:cubicBezTo>
                    <a:pt x="523918" y="132461"/>
                    <a:pt x="620819" y="229489"/>
                    <a:pt x="620819" y="348615"/>
                  </a:cubicBezTo>
                  <a:cubicBezTo>
                    <a:pt x="620819" y="371983"/>
                    <a:pt x="617009" y="395097"/>
                    <a:pt x="609389" y="417449"/>
                  </a:cubicBezTo>
                  <a:cubicBezTo>
                    <a:pt x="680382" y="425069"/>
                    <a:pt x="734484" y="484378"/>
                    <a:pt x="734484" y="556895"/>
                  </a:cubicBezTo>
                  <a:cubicBezTo>
                    <a:pt x="734484" y="632714"/>
                    <a:pt x="672762" y="692150"/>
                    <a:pt x="594022" y="692150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23"/>
            <p:cNvSpPr/>
            <p:nvPr/>
          </p:nvSpPr>
          <p:spPr>
            <a:xfrm>
              <a:off x="414528" y="998093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23"/>
            <p:cNvSpPr/>
            <p:nvPr/>
          </p:nvSpPr>
          <p:spPr>
            <a:xfrm>
              <a:off x="414528" y="790448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23"/>
            <p:cNvSpPr/>
            <p:nvPr/>
          </p:nvSpPr>
          <p:spPr>
            <a:xfrm>
              <a:off x="414528" y="582803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23"/>
            <p:cNvSpPr/>
            <p:nvPr/>
          </p:nvSpPr>
          <p:spPr>
            <a:xfrm>
              <a:off x="343916" y="928878"/>
              <a:ext cx="484505" cy="173101"/>
            </a:xfrm>
            <a:custGeom>
              <a:rect b="b" l="l" r="r" t="t"/>
              <a:pathLst>
                <a:path extrusionOk="0" h="173101" w="484505">
                  <a:moveTo>
                    <a:pt x="34544" y="138430"/>
                  </a:moveTo>
                  <a:lnTo>
                    <a:pt x="449834" y="138430"/>
                  </a:lnTo>
                  <a:lnTo>
                    <a:pt x="449834" y="34544"/>
                  </a:lnTo>
                  <a:lnTo>
                    <a:pt x="34544" y="34544"/>
                  </a:lnTo>
                  <a:close/>
                  <a:moveTo>
                    <a:pt x="467233" y="173101"/>
                  </a:moveTo>
                  <a:lnTo>
                    <a:pt x="17272" y="173101"/>
                  </a:lnTo>
                  <a:cubicBezTo>
                    <a:pt x="7747" y="173101"/>
                    <a:pt x="0" y="165354"/>
                    <a:pt x="0" y="155829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23"/>
            <p:cNvSpPr/>
            <p:nvPr/>
          </p:nvSpPr>
          <p:spPr>
            <a:xfrm>
              <a:off x="343916" y="721233"/>
              <a:ext cx="484505" cy="172974"/>
            </a:xfrm>
            <a:custGeom>
              <a:rect b="b" l="l" r="r" t="t"/>
              <a:pathLst>
                <a:path extrusionOk="0" h="172974" w="484505">
                  <a:moveTo>
                    <a:pt x="34544" y="138303"/>
                  </a:moveTo>
                  <a:lnTo>
                    <a:pt x="449834" y="138303"/>
                  </a:lnTo>
                  <a:lnTo>
                    <a:pt x="449834" y="34544"/>
                  </a:lnTo>
                  <a:lnTo>
                    <a:pt x="34544" y="34544"/>
                  </a:lnTo>
                  <a:close/>
                  <a:moveTo>
                    <a:pt x="467233" y="172974"/>
                  </a:moveTo>
                  <a:lnTo>
                    <a:pt x="17272" y="172974"/>
                  </a:lnTo>
                  <a:cubicBezTo>
                    <a:pt x="7747" y="172974"/>
                    <a:pt x="0" y="165227"/>
                    <a:pt x="0" y="155702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23"/>
            <p:cNvSpPr/>
            <p:nvPr/>
          </p:nvSpPr>
          <p:spPr>
            <a:xfrm>
              <a:off x="343916" y="513461"/>
              <a:ext cx="484505" cy="173101"/>
            </a:xfrm>
            <a:custGeom>
              <a:rect b="b" l="l" r="r" t="t"/>
              <a:pathLst>
                <a:path extrusionOk="0" h="173101" w="484505">
                  <a:moveTo>
                    <a:pt x="34544" y="138430"/>
                  </a:moveTo>
                  <a:lnTo>
                    <a:pt x="449834" y="138430"/>
                  </a:lnTo>
                  <a:lnTo>
                    <a:pt x="449834" y="34671"/>
                  </a:lnTo>
                  <a:lnTo>
                    <a:pt x="34544" y="34671"/>
                  </a:lnTo>
                  <a:close/>
                  <a:moveTo>
                    <a:pt x="467233" y="173101"/>
                  </a:moveTo>
                  <a:lnTo>
                    <a:pt x="17272" y="173101"/>
                  </a:lnTo>
                  <a:cubicBezTo>
                    <a:pt x="7747" y="173101"/>
                    <a:pt x="0" y="165354"/>
                    <a:pt x="0" y="155829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23"/>
            <p:cNvSpPr/>
            <p:nvPr/>
          </p:nvSpPr>
          <p:spPr>
            <a:xfrm>
              <a:off x="170815" y="824992"/>
              <a:ext cx="138430" cy="207645"/>
            </a:xfrm>
            <a:custGeom>
              <a:rect b="b" l="l" r="r" t="t"/>
              <a:pathLst>
                <a:path extrusionOk="0" h="207645" w="138430">
                  <a:moveTo>
                    <a:pt x="51943" y="207645"/>
                  </a:moveTo>
                  <a:lnTo>
                    <a:pt x="17272" y="207645"/>
                  </a:lnTo>
                  <a:cubicBezTo>
                    <a:pt x="7747" y="207645"/>
                    <a:pt x="0" y="199898"/>
                    <a:pt x="0" y="190373"/>
                  </a:cubicBezTo>
                  <a:lnTo>
                    <a:pt x="7747" y="173101"/>
                  </a:lnTo>
                  <a:lnTo>
                    <a:pt x="51943" y="173101"/>
                  </a:lnTo>
                  <a:cubicBezTo>
                    <a:pt x="80518" y="173101"/>
                    <a:pt x="103886" y="149860"/>
                    <a:pt x="103886" y="121158"/>
                  </a:cubicBezTo>
                  <a:lnTo>
                    <a:pt x="103886" y="17272"/>
                  </a:lnTo>
                  <a:cubicBezTo>
                    <a:pt x="103886" y="7747"/>
                    <a:pt x="111633" y="0"/>
                    <a:pt x="121158" y="0"/>
                  </a:cubicBezTo>
                  <a:lnTo>
                    <a:pt x="138430" y="7747"/>
                  </a:lnTo>
                  <a:lnTo>
                    <a:pt x="138430" y="121158"/>
                  </a:lnTo>
                  <a:cubicBezTo>
                    <a:pt x="138430" y="168910"/>
                    <a:pt x="99568" y="207645"/>
                    <a:pt x="51943" y="207645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23"/>
            <p:cNvSpPr/>
            <p:nvPr/>
          </p:nvSpPr>
          <p:spPr>
            <a:xfrm>
              <a:off x="136271" y="790448"/>
              <a:ext cx="103759" cy="138430"/>
            </a:xfrm>
            <a:custGeom>
              <a:rect b="b" l="l" r="r" t="t"/>
              <a:pathLst>
                <a:path extrusionOk="0" h="138430" w="103759">
                  <a:moveTo>
                    <a:pt x="51816" y="138430"/>
                  </a:moveTo>
                  <a:lnTo>
                    <a:pt x="17272" y="138430"/>
                  </a:lnTo>
                  <a:cubicBezTo>
                    <a:pt x="7747" y="138430"/>
                    <a:pt x="0" y="130683"/>
                    <a:pt x="0" y="121158"/>
                  </a:cubicBezTo>
                  <a:lnTo>
                    <a:pt x="7747" y="103886"/>
                  </a:lnTo>
                  <a:lnTo>
                    <a:pt x="51943" y="103886"/>
                  </a:lnTo>
                  <a:cubicBezTo>
                    <a:pt x="61468" y="103886"/>
                    <a:pt x="69215" y="96139"/>
                    <a:pt x="69215" y="86614"/>
                  </a:cubicBezTo>
                  <a:lnTo>
                    <a:pt x="69215" y="17272"/>
                  </a:lnTo>
                  <a:cubicBezTo>
                    <a:pt x="69215" y="7747"/>
                    <a:pt x="76962" y="0"/>
                    <a:pt x="86487" y="0"/>
                  </a:cubicBezTo>
                  <a:lnTo>
                    <a:pt x="103759" y="7747"/>
                  </a:lnTo>
                  <a:lnTo>
                    <a:pt x="103759" y="86487"/>
                  </a:lnTo>
                  <a:cubicBezTo>
                    <a:pt x="103759" y="115062"/>
                    <a:pt x="80518" y="138430"/>
                    <a:pt x="51816" y="138430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23"/>
            <p:cNvSpPr/>
            <p:nvPr/>
          </p:nvSpPr>
          <p:spPr>
            <a:xfrm>
              <a:off x="863092" y="824992"/>
              <a:ext cx="138430" cy="207645"/>
            </a:xfrm>
            <a:custGeom>
              <a:rect b="b" l="l" r="r" t="t"/>
              <a:pathLst>
                <a:path extrusionOk="0" h="207645" w="138430">
                  <a:moveTo>
                    <a:pt x="121031" y="207645"/>
                  </a:moveTo>
                  <a:lnTo>
                    <a:pt x="86487" y="207645"/>
                  </a:lnTo>
                  <a:cubicBezTo>
                    <a:pt x="38735" y="207645"/>
                    <a:pt x="0" y="168783"/>
                    <a:pt x="0" y="121158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34544" y="7747"/>
                  </a:lnTo>
                  <a:lnTo>
                    <a:pt x="34544" y="121158"/>
                  </a:lnTo>
                  <a:cubicBezTo>
                    <a:pt x="34544" y="149860"/>
                    <a:pt x="57785" y="173101"/>
                    <a:pt x="86487" y="173101"/>
                  </a:cubicBezTo>
                  <a:lnTo>
                    <a:pt x="121158" y="173101"/>
                  </a:lnTo>
                  <a:cubicBezTo>
                    <a:pt x="130683" y="173101"/>
                    <a:pt x="138430" y="180848"/>
                    <a:pt x="138430" y="190373"/>
                  </a:cubicBezTo>
                  <a:lnTo>
                    <a:pt x="130683" y="207645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23"/>
            <p:cNvSpPr/>
            <p:nvPr/>
          </p:nvSpPr>
          <p:spPr>
            <a:xfrm>
              <a:off x="932307" y="790448"/>
              <a:ext cx="103759" cy="138430"/>
            </a:xfrm>
            <a:custGeom>
              <a:rect b="b" l="l" r="r" t="t"/>
              <a:pathLst>
                <a:path extrusionOk="0" h="138430" w="103759">
                  <a:moveTo>
                    <a:pt x="86487" y="138430"/>
                  </a:moveTo>
                  <a:lnTo>
                    <a:pt x="51943" y="138430"/>
                  </a:lnTo>
                  <a:cubicBezTo>
                    <a:pt x="23241" y="138430"/>
                    <a:pt x="0" y="115189"/>
                    <a:pt x="0" y="86487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34544" y="7747"/>
                  </a:lnTo>
                  <a:lnTo>
                    <a:pt x="34544" y="86487"/>
                  </a:lnTo>
                  <a:cubicBezTo>
                    <a:pt x="34544" y="96012"/>
                    <a:pt x="42291" y="103759"/>
                    <a:pt x="51816" y="103759"/>
                  </a:cubicBezTo>
                  <a:lnTo>
                    <a:pt x="86487" y="103759"/>
                  </a:lnTo>
                  <a:cubicBezTo>
                    <a:pt x="96012" y="103759"/>
                    <a:pt x="103759" y="111506"/>
                    <a:pt x="103759" y="121031"/>
                  </a:cubicBezTo>
                  <a:lnTo>
                    <a:pt x="96012" y="138303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23"/>
            <p:cNvSpPr/>
            <p:nvPr/>
          </p:nvSpPr>
          <p:spPr>
            <a:xfrm>
              <a:off x="1070737" y="894334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23"/>
            <p:cNvSpPr/>
            <p:nvPr/>
          </p:nvSpPr>
          <p:spPr>
            <a:xfrm>
              <a:off x="1036193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23"/>
            <p:cNvSpPr/>
            <p:nvPr/>
          </p:nvSpPr>
          <p:spPr>
            <a:xfrm>
              <a:off x="63500" y="894334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23"/>
            <p:cNvSpPr/>
            <p:nvPr/>
          </p:nvSpPr>
          <p:spPr>
            <a:xfrm>
              <a:off x="98171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23"/>
            <p:cNvSpPr/>
            <p:nvPr/>
          </p:nvSpPr>
          <p:spPr>
            <a:xfrm>
              <a:off x="652018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23"/>
            <p:cNvSpPr/>
            <p:nvPr/>
          </p:nvSpPr>
          <p:spPr>
            <a:xfrm>
              <a:off x="721233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23"/>
            <p:cNvSpPr/>
            <p:nvPr/>
          </p:nvSpPr>
          <p:spPr>
            <a:xfrm>
              <a:off x="652018" y="790448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23"/>
            <p:cNvSpPr/>
            <p:nvPr/>
          </p:nvSpPr>
          <p:spPr>
            <a:xfrm>
              <a:off x="721233" y="790448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23"/>
            <p:cNvSpPr/>
            <p:nvPr/>
          </p:nvSpPr>
          <p:spPr>
            <a:xfrm>
              <a:off x="652018" y="58280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23"/>
            <p:cNvSpPr/>
            <p:nvPr/>
          </p:nvSpPr>
          <p:spPr>
            <a:xfrm>
              <a:off x="721233" y="58280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23"/>
            <p:cNvSpPr/>
            <p:nvPr/>
          </p:nvSpPr>
          <p:spPr>
            <a:xfrm>
              <a:off x="306395" y="98065"/>
              <a:ext cx="37902" cy="37063"/>
            </a:xfrm>
            <a:custGeom>
              <a:rect b="b" l="l" r="r" t="t"/>
              <a:pathLst>
                <a:path extrusionOk="0" h="37063" w="37902">
                  <a:moveTo>
                    <a:pt x="16693" y="37063"/>
                  </a:moveTo>
                  <a:lnTo>
                    <a:pt x="5898" y="34523"/>
                  </a:lnTo>
                  <a:cubicBezTo>
                    <a:pt x="-2992" y="21950"/>
                    <a:pt x="-1087" y="11155"/>
                    <a:pt x="6660" y="5567"/>
                  </a:cubicBezTo>
                  <a:lnTo>
                    <a:pt x="10089" y="3154"/>
                  </a:lnTo>
                  <a:cubicBezTo>
                    <a:pt x="17963" y="-2307"/>
                    <a:pt x="28758" y="-529"/>
                    <a:pt x="34219" y="7345"/>
                  </a:cubicBezTo>
                  <a:lnTo>
                    <a:pt x="37902" y="25887"/>
                  </a:lnTo>
                  <a:lnTo>
                    <a:pt x="26599" y="33888"/>
                  </a:lnTo>
                  <a:lnTo>
                    <a:pt x="20122" y="37063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28" name="Google Shape;1428;p23"/>
          <p:cNvSpPr/>
          <p:nvPr/>
        </p:nvSpPr>
        <p:spPr>
          <a:xfrm>
            <a:off x="209864" y="4715635"/>
            <a:ext cx="743213" cy="804997"/>
          </a:xfrm>
          <a:custGeom>
            <a:rect b="b" l="l" r="r" t="t"/>
            <a:pathLst>
              <a:path extrusionOk="0" h="804997" w="743213">
                <a:moveTo>
                  <a:pt x="0" y="0"/>
                </a:moveTo>
                <a:lnTo>
                  <a:pt x="743213" y="0"/>
                </a:lnTo>
                <a:lnTo>
                  <a:pt x="743213" y="804997"/>
                </a:lnTo>
                <a:lnTo>
                  <a:pt x="0" y="804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291" l="-16090" r="-16830" t="-11419"/>
            </a:stretch>
          </a:blipFill>
          <a:ln>
            <a:noFill/>
          </a:ln>
        </p:spPr>
      </p:sp>
      <p:sp>
        <p:nvSpPr>
          <p:cNvPr id="1429" name="Google Shape;1429;p23"/>
          <p:cNvSpPr/>
          <p:nvPr/>
        </p:nvSpPr>
        <p:spPr>
          <a:xfrm>
            <a:off x="6873721" y="9529940"/>
            <a:ext cx="1354895" cy="466995"/>
          </a:xfrm>
          <a:custGeom>
            <a:rect b="b" l="l" r="r" t="t"/>
            <a:pathLst>
              <a:path extrusionOk="0" h="466995" w="1354895">
                <a:moveTo>
                  <a:pt x="0" y="0"/>
                </a:moveTo>
                <a:lnTo>
                  <a:pt x="1354895" y="0"/>
                </a:lnTo>
                <a:lnTo>
                  <a:pt x="1354895" y="466994"/>
                </a:lnTo>
                <a:lnTo>
                  <a:pt x="0" y="4669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0" name="Google Shape;1430;p23"/>
          <p:cNvSpPr/>
          <p:nvPr/>
        </p:nvSpPr>
        <p:spPr>
          <a:xfrm>
            <a:off x="8462186" y="9587767"/>
            <a:ext cx="1694380" cy="415653"/>
          </a:xfrm>
          <a:custGeom>
            <a:rect b="b" l="l" r="r" t="t"/>
            <a:pathLst>
              <a:path extrusionOk="0" h="415653" w="1694380">
                <a:moveTo>
                  <a:pt x="0" y="0"/>
                </a:moveTo>
                <a:lnTo>
                  <a:pt x="1694380" y="0"/>
                </a:lnTo>
                <a:lnTo>
                  <a:pt x="1694380" y="415652"/>
                </a:lnTo>
                <a:lnTo>
                  <a:pt x="0" y="4156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1" name="Google Shape;1431;p23"/>
          <p:cNvSpPr/>
          <p:nvPr/>
        </p:nvSpPr>
        <p:spPr>
          <a:xfrm>
            <a:off x="10317519" y="9477357"/>
            <a:ext cx="2368914" cy="614916"/>
          </a:xfrm>
          <a:custGeom>
            <a:rect b="b" l="l" r="r" t="t"/>
            <a:pathLst>
              <a:path extrusionOk="0" h="614916" w="2368914">
                <a:moveTo>
                  <a:pt x="0" y="0"/>
                </a:moveTo>
                <a:lnTo>
                  <a:pt x="2368913" y="0"/>
                </a:lnTo>
                <a:lnTo>
                  <a:pt x="2368913" y="614917"/>
                </a:lnTo>
                <a:lnTo>
                  <a:pt x="0" y="6149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2" name="Google Shape;1432;p23"/>
          <p:cNvSpPr/>
          <p:nvPr/>
        </p:nvSpPr>
        <p:spPr>
          <a:xfrm>
            <a:off x="5601568" y="9500406"/>
            <a:ext cx="1034028" cy="526062"/>
          </a:xfrm>
          <a:custGeom>
            <a:rect b="b" l="l" r="r" t="t"/>
            <a:pathLst>
              <a:path extrusionOk="0" h="526062" w="1034028">
                <a:moveTo>
                  <a:pt x="0" y="0"/>
                </a:moveTo>
                <a:lnTo>
                  <a:pt x="1034028" y="0"/>
                </a:lnTo>
                <a:lnTo>
                  <a:pt x="1034028" y="526062"/>
                </a:lnTo>
                <a:lnTo>
                  <a:pt x="0" y="526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3" name="Google Shape;1433;p23"/>
          <p:cNvSpPr txBox="1"/>
          <p:nvPr/>
        </p:nvSpPr>
        <p:spPr>
          <a:xfrm>
            <a:off x="1401000" y="2114650"/>
            <a:ext cx="11860500" cy="68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3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</a:t>
            </a:r>
            <a:r>
              <a:rPr b="1" i="1" lang="en-US" sz="43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Distributed</a:t>
            </a:r>
            <a:r>
              <a:rPr b="1" i="1" lang="en-US" sz="43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VCSs</a:t>
            </a:r>
            <a:r>
              <a:rPr i="1" lang="en-US" sz="43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(Modern Collaboration)</a:t>
            </a:r>
            <a:endParaRPr i="1" sz="4399">
              <a:solidFill>
                <a:schemeClr val="dk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999">
              <a:solidFill>
                <a:schemeClr val="dk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1750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Condensed"/>
              <a:buChar char="●"/>
            </a:pP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</a:t>
            </a:r>
            <a:r>
              <a:rPr b="1" i="1" lang="en-US" sz="31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Paradigm Shift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 Modern systems (e.g., Git, Mercurial, Fossil) r</a:t>
            </a:r>
            <a:r>
              <a:rPr b="1"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emove the dependency on a single central server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.</a:t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1750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Condensed"/>
              <a:buChar char="●"/>
            </a:pP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</a:t>
            </a:r>
            <a:r>
              <a:rPr b="1" i="1" lang="en-US" sz="31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Architecture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 Every single client clones the entire repository, including the full historical timeline. Every </a:t>
            </a:r>
            <a:r>
              <a:rPr b="1"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repository is a complete backup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.</a:t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1750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Condensed"/>
              <a:buChar char="●"/>
            </a:pPr>
            <a:r>
              <a:rPr b="1" i="1" lang="en-US" sz="31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Concurrent Work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 </a:t>
            </a:r>
            <a:r>
              <a:rPr b="1"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No more file locking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. Thanks to powerful merging tools, multiple authors can work on the exact same files simultaneously.</a:t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1750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Condensed"/>
              <a:buChar char="●"/>
            </a:pPr>
            <a:r>
              <a:rPr b="1" i="1" lang="en-US" sz="31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Pros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</a:t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17500" lvl="1" marL="9144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Condensed"/>
              <a:buChar char="○"/>
            </a:pPr>
            <a:r>
              <a:rPr b="1"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High Availability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 If a server fails, the project can be </a:t>
            </a:r>
            <a:r>
              <a:rPr b="1"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fully restored from any developer's repository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.</a:t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17500" lvl="1" marL="9144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Condensed"/>
              <a:buChar char="○"/>
            </a:pPr>
            <a:r>
              <a:rPr b="1"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Blazing Fast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 All </a:t>
            </a:r>
            <a:r>
              <a:rPr b="1"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commits, history logs, and branches are processed locally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on your computer (no internet needed).</a:t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1750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Condensed"/>
              <a:buChar char="●"/>
            </a:pPr>
            <a:r>
              <a:rPr b="1" i="1" lang="en-US" sz="31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Cons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 None! (Almost... it requires a slightly steeper learning curve).</a:t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434" name="Google Shape;1434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402125" y="3706850"/>
            <a:ext cx="4693074" cy="4505025"/>
          </a:xfrm>
          <a:prstGeom prst="rect">
            <a:avLst/>
          </a:prstGeom>
          <a:noFill/>
          <a:ln cap="flat" cmpd="sng" w="9525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7B9CE"/>
        </a:solidFill>
      </p:bgPr>
    </p:bg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9" name="Google Shape;1439;p24"/>
          <p:cNvCxnSpPr/>
          <p:nvPr/>
        </p:nvCxnSpPr>
        <p:spPr>
          <a:xfrm>
            <a:off x="1051792" y="1798524"/>
            <a:ext cx="172593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40" name="Google Shape;1440;p24"/>
          <p:cNvCxnSpPr/>
          <p:nvPr/>
        </p:nvCxnSpPr>
        <p:spPr>
          <a:xfrm rot="-5400000">
            <a:off x="-4105275" y="5119688"/>
            <a:ext cx="102870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1" name="Google Shape;1441;p24"/>
          <p:cNvSpPr txBox="1"/>
          <p:nvPr/>
        </p:nvSpPr>
        <p:spPr>
          <a:xfrm>
            <a:off x="1592775" y="373150"/>
            <a:ext cx="16254600" cy="12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18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(BRIEF) HISTORY OF VERSION CONTROL SYSTEMS</a:t>
            </a:r>
            <a:endParaRPr/>
          </a:p>
        </p:txBody>
      </p:sp>
      <p:grpSp>
        <p:nvGrpSpPr>
          <p:cNvPr id="1442" name="Google Shape;1442;p24"/>
          <p:cNvGrpSpPr/>
          <p:nvPr/>
        </p:nvGrpSpPr>
        <p:grpSpPr>
          <a:xfrm>
            <a:off x="216606" y="6304895"/>
            <a:ext cx="642914" cy="632256"/>
            <a:chOff x="63500" y="63500"/>
            <a:chExt cx="988187" cy="971804"/>
          </a:xfrm>
        </p:grpSpPr>
        <p:sp>
          <p:nvSpPr>
            <p:cNvPr id="1443" name="Google Shape;1443;p24"/>
            <p:cNvSpPr/>
            <p:nvPr/>
          </p:nvSpPr>
          <p:spPr>
            <a:xfrm>
              <a:off x="857250" y="840994"/>
              <a:ext cx="129540" cy="129540"/>
            </a:xfrm>
            <a:custGeom>
              <a:rect b="b" l="l" r="r" t="t"/>
              <a:pathLst>
                <a:path extrusionOk="0" h="129540" w="129540">
                  <a:moveTo>
                    <a:pt x="64770" y="32385"/>
                  </a:moveTo>
                  <a:cubicBezTo>
                    <a:pt x="46863" y="32385"/>
                    <a:pt x="32385" y="46990"/>
                    <a:pt x="32385" y="64770"/>
                  </a:cubicBezTo>
                  <a:cubicBezTo>
                    <a:pt x="32385" y="82550"/>
                    <a:pt x="46990" y="97155"/>
                    <a:pt x="64770" y="97155"/>
                  </a:cubicBezTo>
                  <a:cubicBezTo>
                    <a:pt x="82550" y="97155"/>
                    <a:pt x="97155" y="82550"/>
                    <a:pt x="97155" y="64770"/>
                  </a:cubicBezTo>
                  <a:cubicBezTo>
                    <a:pt x="97155" y="46990"/>
                    <a:pt x="82550" y="32385"/>
                    <a:pt x="64770" y="32385"/>
                  </a:cubicBezTo>
                  <a:moveTo>
                    <a:pt x="64770" y="129540"/>
                  </a:moveTo>
                  <a:cubicBezTo>
                    <a:pt x="29083" y="129540"/>
                    <a:pt x="0" y="100457"/>
                    <a:pt x="0" y="64770"/>
                  </a:cubicBezTo>
                  <a:cubicBezTo>
                    <a:pt x="0" y="29083"/>
                    <a:pt x="29083" y="0"/>
                    <a:pt x="64770" y="0"/>
                  </a:cubicBezTo>
                  <a:cubicBezTo>
                    <a:pt x="100457" y="0"/>
                    <a:pt x="129540" y="29083"/>
                    <a:pt x="129540" y="64770"/>
                  </a:cubicBezTo>
                  <a:cubicBezTo>
                    <a:pt x="129540" y="100457"/>
                    <a:pt x="100457" y="129540"/>
                    <a:pt x="64770" y="1295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24"/>
            <p:cNvSpPr/>
            <p:nvPr/>
          </p:nvSpPr>
          <p:spPr>
            <a:xfrm>
              <a:off x="905764" y="225552"/>
              <a:ext cx="32512" cy="647827"/>
            </a:xfrm>
            <a:custGeom>
              <a:rect b="b" l="l" r="r" t="t"/>
              <a:pathLst>
                <a:path extrusionOk="0" h="647827" w="32512">
                  <a:moveTo>
                    <a:pt x="16256" y="647827"/>
                  </a:moveTo>
                  <a:lnTo>
                    <a:pt x="0" y="640588"/>
                  </a:lnTo>
                  <a:lnTo>
                    <a:pt x="0" y="16129"/>
                  </a:lnTo>
                  <a:cubicBezTo>
                    <a:pt x="0" y="7112"/>
                    <a:pt x="7239" y="0"/>
                    <a:pt x="16256" y="0"/>
                  </a:cubicBezTo>
                  <a:lnTo>
                    <a:pt x="32512" y="7239"/>
                  </a:lnTo>
                  <a:lnTo>
                    <a:pt x="32512" y="631698"/>
                  </a:lnTo>
                  <a:cubicBezTo>
                    <a:pt x="32512" y="640588"/>
                    <a:pt x="25273" y="647827"/>
                    <a:pt x="16256" y="64782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24"/>
            <p:cNvSpPr/>
            <p:nvPr/>
          </p:nvSpPr>
          <p:spPr>
            <a:xfrm>
              <a:off x="121679" y="510286"/>
              <a:ext cx="44042" cy="38989"/>
            </a:xfrm>
            <a:custGeom>
              <a:rect b="b" l="l" r="r" t="t"/>
              <a:pathLst>
                <a:path extrusionOk="0" h="38989" w="44042">
                  <a:moveTo>
                    <a:pt x="27927" y="38989"/>
                  </a:moveTo>
                  <a:lnTo>
                    <a:pt x="23990" y="38608"/>
                  </a:lnTo>
                  <a:lnTo>
                    <a:pt x="10401" y="33401"/>
                  </a:lnTo>
                  <a:cubicBezTo>
                    <a:pt x="2019" y="30226"/>
                    <a:pt x="-2172" y="20828"/>
                    <a:pt x="1130" y="12446"/>
                  </a:cubicBezTo>
                  <a:lnTo>
                    <a:pt x="13703" y="0"/>
                  </a:lnTo>
                  <a:lnTo>
                    <a:pt x="33642" y="7620"/>
                  </a:lnTo>
                  <a:cubicBezTo>
                    <a:pt x="42024" y="10795"/>
                    <a:pt x="46215" y="20193"/>
                    <a:pt x="42913" y="28575"/>
                  </a:cubicBezTo>
                  <a:lnTo>
                    <a:pt x="34277" y="3898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24"/>
            <p:cNvSpPr/>
            <p:nvPr/>
          </p:nvSpPr>
          <p:spPr>
            <a:xfrm>
              <a:off x="180213" y="535721"/>
              <a:ext cx="620903" cy="90770"/>
            </a:xfrm>
            <a:custGeom>
              <a:rect b="b" l="l" r="r" t="t"/>
              <a:pathLst>
                <a:path extrusionOk="0" h="90770" w="620903">
                  <a:moveTo>
                    <a:pt x="476758" y="90770"/>
                  </a:moveTo>
                  <a:lnTo>
                    <a:pt x="300863" y="90770"/>
                  </a:lnTo>
                  <a:cubicBezTo>
                    <a:pt x="291211" y="90770"/>
                    <a:pt x="281813" y="88230"/>
                    <a:pt x="273431" y="83531"/>
                  </a:cubicBezTo>
                  <a:lnTo>
                    <a:pt x="193675" y="37938"/>
                  </a:lnTo>
                  <a:cubicBezTo>
                    <a:pt x="190246" y="36033"/>
                    <a:pt x="186309" y="34890"/>
                    <a:pt x="182245" y="34890"/>
                  </a:cubicBezTo>
                  <a:lnTo>
                    <a:pt x="32385" y="34890"/>
                  </a:lnTo>
                  <a:cubicBezTo>
                    <a:pt x="25527" y="34890"/>
                    <a:pt x="18923" y="33620"/>
                    <a:pt x="12446" y="31207"/>
                  </a:cubicBezTo>
                  <a:lnTo>
                    <a:pt x="0" y="18634"/>
                  </a:lnTo>
                  <a:cubicBezTo>
                    <a:pt x="6477" y="1997"/>
                    <a:pt x="15875" y="-2194"/>
                    <a:pt x="24130" y="981"/>
                  </a:cubicBezTo>
                  <a:lnTo>
                    <a:pt x="29464" y="2505"/>
                  </a:lnTo>
                  <a:lnTo>
                    <a:pt x="182372" y="2505"/>
                  </a:lnTo>
                  <a:cubicBezTo>
                    <a:pt x="192024" y="2505"/>
                    <a:pt x="201549" y="5045"/>
                    <a:pt x="209804" y="9744"/>
                  </a:cubicBezTo>
                  <a:lnTo>
                    <a:pt x="289560" y="55337"/>
                  </a:lnTo>
                  <a:cubicBezTo>
                    <a:pt x="292989" y="57242"/>
                    <a:pt x="296926" y="58385"/>
                    <a:pt x="300863" y="58385"/>
                  </a:cubicBezTo>
                  <a:lnTo>
                    <a:pt x="476758" y="58385"/>
                  </a:lnTo>
                  <a:cubicBezTo>
                    <a:pt x="480314" y="58385"/>
                    <a:pt x="483870" y="57496"/>
                    <a:pt x="486918" y="55972"/>
                  </a:cubicBezTo>
                  <a:lnTo>
                    <a:pt x="526288" y="36287"/>
                  </a:lnTo>
                  <a:cubicBezTo>
                    <a:pt x="533908" y="32477"/>
                    <a:pt x="542417" y="30445"/>
                    <a:pt x="551053" y="30445"/>
                  </a:cubicBezTo>
                  <a:lnTo>
                    <a:pt x="604647" y="30445"/>
                  </a:lnTo>
                  <a:cubicBezTo>
                    <a:pt x="613664" y="30445"/>
                    <a:pt x="620903" y="37684"/>
                    <a:pt x="620903" y="46574"/>
                  </a:cubicBezTo>
                  <a:lnTo>
                    <a:pt x="613664" y="62830"/>
                  </a:lnTo>
                  <a:lnTo>
                    <a:pt x="551053" y="62830"/>
                  </a:lnTo>
                  <a:cubicBezTo>
                    <a:pt x="547497" y="62830"/>
                    <a:pt x="543941" y="63719"/>
                    <a:pt x="540893" y="65243"/>
                  </a:cubicBezTo>
                  <a:lnTo>
                    <a:pt x="501523" y="84928"/>
                  </a:lnTo>
                  <a:cubicBezTo>
                    <a:pt x="493903" y="88738"/>
                    <a:pt x="485394" y="90770"/>
                    <a:pt x="476758" y="907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24"/>
            <p:cNvSpPr/>
            <p:nvPr/>
          </p:nvSpPr>
          <p:spPr>
            <a:xfrm>
              <a:off x="378206" y="705739"/>
              <a:ext cx="120232" cy="139192"/>
            </a:xfrm>
            <a:custGeom>
              <a:rect b="b" l="l" r="r" t="t"/>
              <a:pathLst>
                <a:path extrusionOk="0" h="139192" w="120232">
                  <a:moveTo>
                    <a:pt x="89916" y="139192"/>
                  </a:moveTo>
                  <a:lnTo>
                    <a:pt x="78232" y="135890"/>
                  </a:lnTo>
                  <a:cubicBezTo>
                    <a:pt x="65532" y="110490"/>
                    <a:pt x="68326" y="86995"/>
                    <a:pt x="82423" y="70104"/>
                  </a:cubicBezTo>
                  <a:lnTo>
                    <a:pt x="89408" y="53975"/>
                  </a:lnTo>
                  <a:cubicBezTo>
                    <a:pt x="81661" y="37465"/>
                    <a:pt x="73914" y="32512"/>
                    <a:pt x="64770" y="32512"/>
                  </a:cubicBezTo>
                  <a:lnTo>
                    <a:pt x="16256" y="32512"/>
                  </a:lnTo>
                  <a:cubicBezTo>
                    <a:pt x="7239" y="32512"/>
                    <a:pt x="0" y="25273"/>
                    <a:pt x="0" y="16256"/>
                  </a:cubicBezTo>
                  <a:lnTo>
                    <a:pt x="7239" y="0"/>
                  </a:lnTo>
                  <a:lnTo>
                    <a:pt x="64897" y="0"/>
                  </a:lnTo>
                  <a:cubicBezTo>
                    <a:pt x="86614" y="0"/>
                    <a:pt x="105791" y="12192"/>
                    <a:pt x="114935" y="31877"/>
                  </a:cubicBezTo>
                  <a:cubicBezTo>
                    <a:pt x="124079" y="51562"/>
                    <a:pt x="121285" y="74041"/>
                    <a:pt x="107315" y="90805"/>
                  </a:cubicBezTo>
                  <a:lnTo>
                    <a:pt x="100457" y="107569"/>
                  </a:lnTo>
                  <a:cubicBezTo>
                    <a:pt x="108585" y="123698"/>
                    <a:pt x="105283" y="133477"/>
                    <a:pt x="97282" y="137414"/>
                  </a:cubicBezTo>
                  <a:lnTo>
                    <a:pt x="92456" y="13906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24"/>
            <p:cNvSpPr/>
            <p:nvPr/>
          </p:nvSpPr>
          <p:spPr>
            <a:xfrm>
              <a:off x="322072" y="705866"/>
              <a:ext cx="49657" cy="32385"/>
            </a:xfrm>
            <a:custGeom>
              <a:rect b="b" l="l" r="r" t="t"/>
              <a:pathLst>
                <a:path extrusionOk="0" h="32385" w="49657">
                  <a:moveTo>
                    <a:pt x="33401" y="32385"/>
                  </a:moveTo>
                  <a:lnTo>
                    <a:pt x="16256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33401" y="0"/>
                  </a:lnTo>
                  <a:cubicBezTo>
                    <a:pt x="42418" y="0"/>
                    <a:pt x="49657" y="7239"/>
                    <a:pt x="49657" y="16256"/>
                  </a:cubicBezTo>
                  <a:lnTo>
                    <a:pt x="42418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24"/>
            <p:cNvSpPr/>
            <p:nvPr/>
          </p:nvSpPr>
          <p:spPr>
            <a:xfrm>
              <a:off x="247178" y="717997"/>
              <a:ext cx="67401" cy="46670"/>
            </a:xfrm>
            <a:custGeom>
              <a:rect b="b" l="l" r="r" t="t"/>
              <a:pathLst>
                <a:path extrusionOk="0" h="46670" w="67401">
                  <a:moveTo>
                    <a:pt x="15204" y="46670"/>
                  </a:moveTo>
                  <a:lnTo>
                    <a:pt x="2631" y="42733"/>
                  </a:lnTo>
                  <a:cubicBezTo>
                    <a:pt x="-3084" y="27874"/>
                    <a:pt x="1107" y="18603"/>
                    <a:pt x="9489" y="15301"/>
                  </a:cubicBezTo>
                  <a:lnTo>
                    <a:pt x="46446" y="1077"/>
                  </a:lnTo>
                  <a:cubicBezTo>
                    <a:pt x="54828" y="-2098"/>
                    <a:pt x="64226" y="1966"/>
                    <a:pt x="67401" y="10348"/>
                  </a:cubicBezTo>
                  <a:lnTo>
                    <a:pt x="66385" y="28128"/>
                  </a:lnTo>
                  <a:lnTo>
                    <a:pt x="21046" y="45527"/>
                  </a:lnTo>
                  <a:cubicBezTo>
                    <a:pt x="19141" y="46289"/>
                    <a:pt x="17109" y="46670"/>
                    <a:pt x="15204" y="466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24"/>
            <p:cNvSpPr/>
            <p:nvPr/>
          </p:nvSpPr>
          <p:spPr>
            <a:xfrm>
              <a:off x="719420" y="632964"/>
              <a:ext cx="70253" cy="65409"/>
            </a:xfrm>
            <a:custGeom>
              <a:rect b="b" l="l" r="r" t="t"/>
              <a:pathLst>
                <a:path extrusionOk="0" h="65409" w="70253">
                  <a:moveTo>
                    <a:pt x="20609" y="65409"/>
                  </a:moveTo>
                  <a:lnTo>
                    <a:pt x="11084" y="63377"/>
                  </a:lnTo>
                  <a:cubicBezTo>
                    <a:pt x="2321" y="53852"/>
                    <a:pt x="-346" y="45978"/>
                    <a:pt x="35" y="37596"/>
                  </a:cubicBezTo>
                  <a:cubicBezTo>
                    <a:pt x="543" y="27690"/>
                    <a:pt x="5369" y="17911"/>
                    <a:pt x="13243" y="10672"/>
                  </a:cubicBezTo>
                  <a:cubicBezTo>
                    <a:pt x="20101" y="4449"/>
                    <a:pt x="28483" y="766"/>
                    <a:pt x="36992" y="131"/>
                  </a:cubicBezTo>
                  <a:cubicBezTo>
                    <a:pt x="46898" y="-758"/>
                    <a:pt x="56169" y="2925"/>
                    <a:pt x="62519" y="9783"/>
                  </a:cubicBezTo>
                  <a:cubicBezTo>
                    <a:pt x="71409" y="19562"/>
                    <a:pt x="72806" y="34294"/>
                    <a:pt x="65821" y="47375"/>
                  </a:cubicBezTo>
                  <a:lnTo>
                    <a:pt x="51851" y="58297"/>
                  </a:lnTo>
                  <a:cubicBezTo>
                    <a:pt x="36484" y="50169"/>
                    <a:pt x="33309" y="41025"/>
                    <a:pt x="36611" y="33405"/>
                  </a:cubicBezTo>
                  <a:lnTo>
                    <a:pt x="35595" y="34167"/>
                  </a:lnTo>
                  <a:lnTo>
                    <a:pt x="32420" y="38866"/>
                  </a:lnTo>
                  <a:cubicBezTo>
                    <a:pt x="38516" y="45851"/>
                    <a:pt x="37627" y="55376"/>
                    <a:pt x="31023" y="61472"/>
                  </a:cubicBezTo>
                  <a:lnTo>
                    <a:pt x="24419" y="6540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24"/>
            <p:cNvSpPr/>
            <p:nvPr/>
          </p:nvSpPr>
          <p:spPr>
            <a:xfrm>
              <a:off x="580547" y="726757"/>
              <a:ext cx="87425" cy="82106"/>
            </a:xfrm>
            <a:custGeom>
              <a:rect b="b" l="l" r="r" t="t"/>
              <a:pathLst>
                <a:path extrusionOk="0" h="82106" w="87425">
                  <a:moveTo>
                    <a:pt x="30069" y="54801"/>
                  </a:moveTo>
                  <a:lnTo>
                    <a:pt x="30069" y="54801"/>
                  </a:lnTo>
                  <a:lnTo>
                    <a:pt x="30069" y="54801"/>
                  </a:lnTo>
                  <a:moveTo>
                    <a:pt x="18131" y="81852"/>
                  </a:moveTo>
                  <a:lnTo>
                    <a:pt x="9368" y="80074"/>
                  </a:lnTo>
                  <a:cubicBezTo>
                    <a:pt x="-7015" y="62040"/>
                    <a:pt x="-1046" y="37148"/>
                    <a:pt x="20544" y="17590"/>
                  </a:cubicBezTo>
                  <a:lnTo>
                    <a:pt x="48611" y="1461"/>
                  </a:lnTo>
                  <a:cubicBezTo>
                    <a:pt x="61438" y="-1968"/>
                    <a:pt x="73122" y="699"/>
                    <a:pt x="80488" y="8827"/>
                  </a:cubicBezTo>
                  <a:cubicBezTo>
                    <a:pt x="90521" y="19876"/>
                    <a:pt x="89632" y="37275"/>
                    <a:pt x="78075" y="54293"/>
                  </a:cubicBezTo>
                  <a:lnTo>
                    <a:pt x="62962" y="63564"/>
                  </a:lnTo>
                  <a:cubicBezTo>
                    <a:pt x="48230" y="53531"/>
                    <a:pt x="46325" y="43498"/>
                    <a:pt x="51278" y="36005"/>
                  </a:cubicBezTo>
                  <a:lnTo>
                    <a:pt x="51913" y="35116"/>
                  </a:lnTo>
                  <a:lnTo>
                    <a:pt x="45944" y="38291"/>
                  </a:lnTo>
                  <a:cubicBezTo>
                    <a:pt x="35149" y="48197"/>
                    <a:pt x="32355" y="54420"/>
                    <a:pt x="31720" y="57087"/>
                  </a:cubicBezTo>
                  <a:lnTo>
                    <a:pt x="34895" y="72454"/>
                  </a:lnTo>
                  <a:cubicBezTo>
                    <a:pt x="25878" y="80709"/>
                    <a:pt x="21941" y="82106"/>
                    <a:pt x="18131" y="821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24"/>
            <p:cNvSpPr/>
            <p:nvPr/>
          </p:nvSpPr>
          <p:spPr>
            <a:xfrm>
              <a:off x="584327" y="177351"/>
              <a:ext cx="66294" cy="45407"/>
            </a:xfrm>
            <a:custGeom>
              <a:rect b="b" l="l" r="r" t="t"/>
              <a:pathLst>
                <a:path extrusionOk="0" h="45407" w="66294">
                  <a:moveTo>
                    <a:pt x="49657" y="45280"/>
                  </a:moveTo>
                  <a:lnTo>
                    <a:pt x="39751" y="42994"/>
                  </a:lnTo>
                  <a:cubicBezTo>
                    <a:pt x="32258" y="32834"/>
                    <a:pt x="26543" y="31564"/>
                    <a:pt x="25019" y="32580"/>
                  </a:cubicBezTo>
                  <a:lnTo>
                    <a:pt x="7620" y="36390"/>
                  </a:lnTo>
                  <a:cubicBezTo>
                    <a:pt x="-3048" y="22039"/>
                    <a:pt x="-1397" y="11879"/>
                    <a:pt x="5715" y="6545"/>
                  </a:cubicBezTo>
                  <a:cubicBezTo>
                    <a:pt x="22606" y="-5901"/>
                    <a:pt x="48133" y="-59"/>
                    <a:pt x="62484" y="19499"/>
                  </a:cubicBezTo>
                  <a:lnTo>
                    <a:pt x="66294" y="36898"/>
                  </a:lnTo>
                  <a:cubicBezTo>
                    <a:pt x="56261" y="44264"/>
                    <a:pt x="52832" y="45407"/>
                    <a:pt x="49530" y="4540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24"/>
            <p:cNvSpPr/>
            <p:nvPr/>
          </p:nvSpPr>
          <p:spPr>
            <a:xfrm>
              <a:off x="175133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24"/>
            <p:cNvSpPr/>
            <p:nvPr/>
          </p:nvSpPr>
          <p:spPr>
            <a:xfrm>
              <a:off x="175133" y="316230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24"/>
            <p:cNvSpPr/>
            <p:nvPr/>
          </p:nvSpPr>
          <p:spPr>
            <a:xfrm>
              <a:off x="538226" y="372110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24"/>
            <p:cNvSpPr/>
            <p:nvPr/>
          </p:nvSpPr>
          <p:spPr>
            <a:xfrm>
              <a:off x="538226" y="204597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24"/>
            <p:cNvSpPr/>
            <p:nvPr/>
          </p:nvSpPr>
          <p:spPr>
            <a:xfrm>
              <a:off x="566166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24"/>
            <p:cNvSpPr/>
            <p:nvPr/>
          </p:nvSpPr>
          <p:spPr>
            <a:xfrm>
              <a:off x="370586" y="790956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24"/>
            <p:cNvSpPr/>
            <p:nvPr/>
          </p:nvSpPr>
          <p:spPr>
            <a:xfrm>
              <a:off x="398526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24"/>
            <p:cNvSpPr/>
            <p:nvPr/>
          </p:nvSpPr>
          <p:spPr>
            <a:xfrm>
              <a:off x="258953" y="59550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24"/>
            <p:cNvSpPr/>
            <p:nvPr/>
          </p:nvSpPr>
          <p:spPr>
            <a:xfrm>
              <a:off x="337820" y="254635"/>
              <a:ext cx="72771" cy="71882"/>
            </a:xfrm>
            <a:custGeom>
              <a:rect b="b" l="l" r="r" t="t"/>
              <a:pathLst>
                <a:path extrusionOk="0" h="71882" w="72771">
                  <a:moveTo>
                    <a:pt x="17653" y="71882"/>
                  </a:moveTo>
                  <a:lnTo>
                    <a:pt x="15621" y="71755"/>
                  </a:lnTo>
                  <a:lnTo>
                    <a:pt x="0" y="61341"/>
                  </a:lnTo>
                  <a:cubicBezTo>
                    <a:pt x="5969" y="30734"/>
                    <a:pt x="25781" y="0"/>
                    <a:pt x="56515" y="0"/>
                  </a:cubicBezTo>
                  <a:lnTo>
                    <a:pt x="72771" y="7239"/>
                  </a:lnTo>
                  <a:cubicBezTo>
                    <a:pt x="72771" y="25146"/>
                    <a:pt x="65532" y="32385"/>
                    <a:pt x="56515" y="32385"/>
                  </a:cubicBezTo>
                  <a:cubicBezTo>
                    <a:pt x="45720" y="32385"/>
                    <a:pt x="35560" y="48260"/>
                    <a:pt x="33528" y="58674"/>
                  </a:cubicBezTo>
                  <a:lnTo>
                    <a:pt x="25273" y="7175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24"/>
            <p:cNvSpPr/>
            <p:nvPr/>
          </p:nvSpPr>
          <p:spPr>
            <a:xfrm>
              <a:off x="406940" y="77309"/>
              <a:ext cx="195675" cy="104428"/>
            </a:xfrm>
            <a:custGeom>
              <a:rect b="b" l="l" r="r" t="t"/>
              <a:pathLst>
                <a:path extrusionOk="0" h="104428" w="195675">
                  <a:moveTo>
                    <a:pt x="15208" y="104428"/>
                  </a:moveTo>
                  <a:lnTo>
                    <a:pt x="2127" y="100110"/>
                  </a:lnTo>
                  <a:cubicBezTo>
                    <a:pt x="-2953" y="84870"/>
                    <a:pt x="1619" y="75726"/>
                    <a:pt x="10001" y="72805"/>
                  </a:cubicBezTo>
                  <a:lnTo>
                    <a:pt x="49117" y="57565"/>
                  </a:lnTo>
                  <a:lnTo>
                    <a:pt x="174339" y="1431"/>
                  </a:lnTo>
                  <a:cubicBezTo>
                    <a:pt x="182467" y="-2252"/>
                    <a:pt x="192119" y="1431"/>
                    <a:pt x="195675" y="9559"/>
                  </a:cubicBezTo>
                  <a:lnTo>
                    <a:pt x="195675" y="27339"/>
                  </a:lnTo>
                  <a:lnTo>
                    <a:pt x="62452" y="87029"/>
                  </a:lnTo>
                  <a:cubicBezTo>
                    <a:pt x="48736" y="93125"/>
                    <a:pt x="34512" y="98713"/>
                    <a:pt x="20288" y="103539"/>
                  </a:cubicBezTo>
                  <a:lnTo>
                    <a:pt x="16859" y="10442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24"/>
            <p:cNvSpPr/>
            <p:nvPr/>
          </p:nvSpPr>
          <p:spPr>
            <a:xfrm>
              <a:off x="331397" y="164918"/>
              <a:ext cx="51127" cy="35107"/>
            </a:xfrm>
            <a:custGeom>
              <a:rect b="b" l="l" r="r" t="t"/>
              <a:pathLst>
                <a:path extrusionOk="0" h="35107" w="51127">
                  <a:moveTo>
                    <a:pt x="15313" y="34980"/>
                  </a:moveTo>
                  <a:lnTo>
                    <a:pt x="581" y="29265"/>
                  </a:lnTo>
                  <a:cubicBezTo>
                    <a:pt x="-1959" y="12374"/>
                    <a:pt x="4137" y="4119"/>
                    <a:pt x="12900" y="2849"/>
                  </a:cubicBezTo>
                  <a:lnTo>
                    <a:pt x="25727" y="817"/>
                  </a:lnTo>
                  <a:cubicBezTo>
                    <a:pt x="40840" y="-2231"/>
                    <a:pt x="49476" y="3611"/>
                    <a:pt x="51127" y="12374"/>
                  </a:cubicBezTo>
                  <a:lnTo>
                    <a:pt x="47063" y="29646"/>
                  </a:lnTo>
                  <a:cubicBezTo>
                    <a:pt x="31442" y="32694"/>
                    <a:pt x="24584" y="33837"/>
                    <a:pt x="17726" y="34853"/>
                  </a:cubicBezTo>
                  <a:lnTo>
                    <a:pt x="16075" y="35107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24"/>
            <p:cNvSpPr/>
            <p:nvPr/>
          </p:nvSpPr>
          <p:spPr>
            <a:xfrm>
              <a:off x="264287" y="174137"/>
              <a:ext cx="43688" cy="34016"/>
            </a:xfrm>
            <a:custGeom>
              <a:rect b="b" l="l" r="r" t="t"/>
              <a:pathLst>
                <a:path extrusionOk="0" h="34016" w="43688">
                  <a:moveTo>
                    <a:pt x="15494" y="34016"/>
                  </a:moveTo>
                  <a:lnTo>
                    <a:pt x="381" y="27920"/>
                  </a:lnTo>
                  <a:cubicBezTo>
                    <a:pt x="-1651" y="10775"/>
                    <a:pt x="4699" y="2774"/>
                    <a:pt x="13589" y="1631"/>
                  </a:cubicBezTo>
                  <a:lnTo>
                    <a:pt x="25654" y="107"/>
                  </a:lnTo>
                  <a:cubicBezTo>
                    <a:pt x="34544" y="-909"/>
                    <a:pt x="42545" y="5441"/>
                    <a:pt x="43688" y="14331"/>
                  </a:cubicBezTo>
                  <a:lnTo>
                    <a:pt x="38354" y="31222"/>
                  </a:lnTo>
                  <a:lnTo>
                    <a:pt x="17399" y="33762"/>
                  </a:lnTo>
                  <a:lnTo>
                    <a:pt x="16129" y="3388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24"/>
            <p:cNvSpPr/>
            <p:nvPr/>
          </p:nvSpPr>
          <p:spPr>
            <a:xfrm>
              <a:off x="63500" y="63500"/>
              <a:ext cx="746506" cy="842391"/>
            </a:xfrm>
            <a:custGeom>
              <a:rect b="b" l="l" r="r" t="t"/>
              <a:pathLst>
                <a:path extrusionOk="0" h="842391" w="746506">
                  <a:moveTo>
                    <a:pt x="421132" y="842264"/>
                  </a:moveTo>
                  <a:cubicBezTo>
                    <a:pt x="188976" y="842264"/>
                    <a:pt x="0" y="653415"/>
                    <a:pt x="0" y="421132"/>
                  </a:cubicBezTo>
                  <a:cubicBezTo>
                    <a:pt x="0" y="188849"/>
                    <a:pt x="188976" y="0"/>
                    <a:pt x="421132" y="0"/>
                  </a:cubicBezTo>
                  <a:cubicBezTo>
                    <a:pt x="544449" y="0"/>
                    <a:pt x="661162" y="53975"/>
                    <a:pt x="741553" y="148082"/>
                  </a:cubicBezTo>
                  <a:lnTo>
                    <a:pt x="746506" y="165100"/>
                  </a:lnTo>
                  <a:cubicBezTo>
                    <a:pt x="732917" y="176657"/>
                    <a:pt x="722630" y="175895"/>
                    <a:pt x="716915" y="169164"/>
                  </a:cubicBezTo>
                  <a:cubicBezTo>
                    <a:pt x="642747" y="82169"/>
                    <a:pt x="534924" y="32385"/>
                    <a:pt x="421132" y="32385"/>
                  </a:cubicBezTo>
                  <a:cubicBezTo>
                    <a:pt x="206756" y="32385"/>
                    <a:pt x="32385" y="206756"/>
                    <a:pt x="32385" y="421132"/>
                  </a:cubicBezTo>
                  <a:cubicBezTo>
                    <a:pt x="32385" y="635508"/>
                    <a:pt x="206756" y="809879"/>
                    <a:pt x="421132" y="809879"/>
                  </a:cubicBezTo>
                  <a:cubicBezTo>
                    <a:pt x="531749" y="809879"/>
                    <a:pt x="637540" y="762381"/>
                    <a:pt x="711327" y="679577"/>
                  </a:cubicBezTo>
                  <a:lnTo>
                    <a:pt x="727583" y="672338"/>
                  </a:lnTo>
                  <a:cubicBezTo>
                    <a:pt x="740918" y="684276"/>
                    <a:pt x="741553" y="694436"/>
                    <a:pt x="735584" y="701167"/>
                  </a:cubicBezTo>
                  <a:cubicBezTo>
                    <a:pt x="655574" y="790956"/>
                    <a:pt x="541020" y="842391"/>
                    <a:pt x="421259" y="84239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24"/>
            <p:cNvSpPr/>
            <p:nvPr/>
          </p:nvSpPr>
          <p:spPr>
            <a:xfrm>
              <a:off x="792480" y="63500"/>
              <a:ext cx="259207" cy="971804"/>
            </a:xfrm>
            <a:custGeom>
              <a:rect b="b" l="l" r="r" t="t"/>
              <a:pathLst>
                <a:path extrusionOk="0" h="971804" w="259207">
                  <a:moveTo>
                    <a:pt x="129540" y="32385"/>
                  </a:moveTo>
                  <a:cubicBezTo>
                    <a:pt x="102743" y="32385"/>
                    <a:pt x="80899" y="54229"/>
                    <a:pt x="80899" y="81026"/>
                  </a:cubicBezTo>
                  <a:lnTo>
                    <a:pt x="80899" y="749300"/>
                  </a:lnTo>
                  <a:cubicBezTo>
                    <a:pt x="80899" y="754507"/>
                    <a:pt x="78359" y="759460"/>
                    <a:pt x="74041" y="762508"/>
                  </a:cubicBezTo>
                  <a:cubicBezTo>
                    <a:pt x="47498" y="781177"/>
                    <a:pt x="32385" y="810260"/>
                    <a:pt x="32385" y="842264"/>
                  </a:cubicBezTo>
                  <a:cubicBezTo>
                    <a:pt x="32385" y="895858"/>
                    <a:pt x="75946" y="939419"/>
                    <a:pt x="129540" y="939419"/>
                  </a:cubicBezTo>
                  <a:cubicBezTo>
                    <a:pt x="183134" y="939419"/>
                    <a:pt x="226695" y="895858"/>
                    <a:pt x="226695" y="842264"/>
                  </a:cubicBezTo>
                  <a:cubicBezTo>
                    <a:pt x="226695" y="810260"/>
                    <a:pt x="211455" y="781177"/>
                    <a:pt x="185039" y="762508"/>
                  </a:cubicBezTo>
                  <a:lnTo>
                    <a:pt x="178181" y="754507"/>
                  </a:lnTo>
                  <a:lnTo>
                    <a:pt x="178181" y="81026"/>
                  </a:lnTo>
                  <a:cubicBezTo>
                    <a:pt x="178181" y="54229"/>
                    <a:pt x="156337" y="32385"/>
                    <a:pt x="129540" y="32385"/>
                  </a:cubicBezTo>
                  <a:moveTo>
                    <a:pt x="129540" y="971804"/>
                  </a:moveTo>
                  <a:cubicBezTo>
                    <a:pt x="58039" y="971804"/>
                    <a:pt x="0" y="913638"/>
                    <a:pt x="0" y="842264"/>
                  </a:cubicBezTo>
                  <a:cubicBezTo>
                    <a:pt x="0" y="802386"/>
                    <a:pt x="17653" y="766064"/>
                    <a:pt x="48641" y="741172"/>
                  </a:cubicBezTo>
                  <a:lnTo>
                    <a:pt x="48641" y="81026"/>
                  </a:lnTo>
                  <a:cubicBezTo>
                    <a:pt x="48514" y="36322"/>
                    <a:pt x="84836" y="0"/>
                    <a:pt x="129540" y="0"/>
                  </a:cubicBezTo>
                  <a:cubicBezTo>
                    <a:pt x="174244" y="0"/>
                    <a:pt x="210566" y="36322"/>
                    <a:pt x="210566" y="81026"/>
                  </a:cubicBezTo>
                  <a:lnTo>
                    <a:pt x="210566" y="741172"/>
                  </a:lnTo>
                  <a:cubicBezTo>
                    <a:pt x="241554" y="766064"/>
                    <a:pt x="259207" y="802386"/>
                    <a:pt x="259207" y="842264"/>
                  </a:cubicBezTo>
                  <a:cubicBezTo>
                    <a:pt x="259207" y="913765"/>
                    <a:pt x="201041" y="971804"/>
                    <a:pt x="129667" y="97180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24"/>
            <p:cNvSpPr/>
            <p:nvPr/>
          </p:nvSpPr>
          <p:spPr>
            <a:xfrm>
              <a:off x="938276" y="355092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24"/>
            <p:cNvSpPr/>
            <p:nvPr/>
          </p:nvSpPr>
          <p:spPr>
            <a:xfrm>
              <a:off x="938276" y="257937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24"/>
            <p:cNvSpPr/>
            <p:nvPr/>
          </p:nvSpPr>
          <p:spPr>
            <a:xfrm>
              <a:off x="938276" y="549402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24"/>
            <p:cNvSpPr/>
            <p:nvPr/>
          </p:nvSpPr>
          <p:spPr>
            <a:xfrm>
              <a:off x="938276" y="452247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24"/>
            <p:cNvSpPr/>
            <p:nvPr/>
          </p:nvSpPr>
          <p:spPr>
            <a:xfrm>
              <a:off x="938276" y="743839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24"/>
            <p:cNvSpPr/>
            <p:nvPr/>
          </p:nvSpPr>
          <p:spPr>
            <a:xfrm>
              <a:off x="938276" y="646684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73" name="Google Shape;1473;p24"/>
          <p:cNvSpPr/>
          <p:nvPr/>
        </p:nvSpPr>
        <p:spPr>
          <a:xfrm>
            <a:off x="233877" y="502191"/>
            <a:ext cx="608364" cy="610534"/>
          </a:xfrm>
          <a:custGeom>
            <a:rect b="b" l="l" r="r" t="t"/>
            <a:pathLst>
              <a:path extrusionOk="0" h="939283" w="935944">
                <a:moveTo>
                  <a:pt x="594308" y="304156"/>
                </a:moveTo>
                <a:cubicBezTo>
                  <a:pt x="562304" y="328794"/>
                  <a:pt x="536650" y="358512"/>
                  <a:pt x="515060" y="395850"/>
                </a:cubicBezTo>
                <a:lnTo>
                  <a:pt x="522934" y="395596"/>
                </a:lnTo>
                <a:cubicBezTo>
                  <a:pt x="536523" y="387976"/>
                  <a:pt x="547953" y="381118"/>
                  <a:pt x="559256" y="374387"/>
                </a:cubicBezTo>
                <a:lnTo>
                  <a:pt x="562177" y="372355"/>
                </a:lnTo>
                <a:cubicBezTo>
                  <a:pt x="576147" y="350003"/>
                  <a:pt x="587069" y="328032"/>
                  <a:pt x="594308" y="304156"/>
                </a:cubicBezTo>
                <a:moveTo>
                  <a:pt x="385774" y="620259"/>
                </a:moveTo>
                <a:cubicBezTo>
                  <a:pt x="338784" y="635118"/>
                  <a:pt x="293826" y="676901"/>
                  <a:pt x="284682" y="713477"/>
                </a:cubicBezTo>
                <a:cubicBezTo>
                  <a:pt x="324560" y="689474"/>
                  <a:pt x="357834" y="659121"/>
                  <a:pt x="385774" y="620259"/>
                </a:cubicBezTo>
                <a:moveTo>
                  <a:pt x="626312" y="347209"/>
                </a:moveTo>
                <a:cubicBezTo>
                  <a:pt x="636218" y="344034"/>
                  <a:pt x="646632" y="342891"/>
                  <a:pt x="655522" y="335017"/>
                </a:cubicBezTo>
                <a:cubicBezTo>
                  <a:pt x="675715" y="317110"/>
                  <a:pt x="694257" y="297806"/>
                  <a:pt x="709243" y="275454"/>
                </a:cubicBezTo>
                <a:lnTo>
                  <a:pt x="730452" y="240910"/>
                </a:lnTo>
                <a:cubicBezTo>
                  <a:pt x="729690" y="239894"/>
                  <a:pt x="728928" y="238878"/>
                  <a:pt x="728166" y="237862"/>
                </a:cubicBezTo>
                <a:lnTo>
                  <a:pt x="664031" y="260341"/>
                </a:lnTo>
                <a:cubicBezTo>
                  <a:pt x="654379" y="263643"/>
                  <a:pt x="649934" y="269485"/>
                  <a:pt x="647394" y="279518"/>
                </a:cubicBezTo>
                <a:lnTo>
                  <a:pt x="626312" y="347209"/>
                </a:lnTo>
                <a:moveTo>
                  <a:pt x="325322" y="574666"/>
                </a:moveTo>
                <a:lnTo>
                  <a:pt x="243661" y="575428"/>
                </a:lnTo>
                <a:cubicBezTo>
                  <a:pt x="176605" y="571745"/>
                  <a:pt x="155142" y="570094"/>
                  <a:pt x="98627" y="534026"/>
                </a:cubicBezTo>
                <a:cubicBezTo>
                  <a:pt x="87451" y="526914"/>
                  <a:pt x="84530" y="514341"/>
                  <a:pt x="91007" y="503927"/>
                </a:cubicBezTo>
                <a:cubicBezTo>
                  <a:pt x="97611" y="493386"/>
                  <a:pt x="110311" y="490465"/>
                  <a:pt x="121995" y="497831"/>
                </a:cubicBezTo>
                <a:cubicBezTo>
                  <a:pt x="161238" y="522469"/>
                  <a:pt x="163397" y="519929"/>
                  <a:pt x="209117" y="528057"/>
                </a:cubicBezTo>
                <a:cubicBezTo>
                  <a:pt x="251916" y="535677"/>
                  <a:pt x="294715" y="535042"/>
                  <a:pt x="337387" y="526787"/>
                </a:cubicBezTo>
                <a:lnTo>
                  <a:pt x="340562" y="525771"/>
                </a:lnTo>
                <a:lnTo>
                  <a:pt x="340308" y="518786"/>
                </a:lnTo>
                <a:cubicBezTo>
                  <a:pt x="285444" y="459985"/>
                  <a:pt x="221055" y="423790"/>
                  <a:pt x="144855" y="409820"/>
                </a:cubicBezTo>
                <a:cubicBezTo>
                  <a:pt x="122249" y="405756"/>
                  <a:pt x="45668" y="401819"/>
                  <a:pt x="22681" y="400168"/>
                </a:cubicBezTo>
                <a:lnTo>
                  <a:pt x="5790" y="396485"/>
                </a:lnTo>
                <a:cubicBezTo>
                  <a:pt x="-1957" y="379975"/>
                  <a:pt x="-1195" y="372482"/>
                  <a:pt x="3758" y="365624"/>
                </a:cubicBezTo>
                <a:lnTo>
                  <a:pt x="15569" y="356988"/>
                </a:lnTo>
                <a:cubicBezTo>
                  <a:pt x="86943" y="356353"/>
                  <a:pt x="200354" y="373879"/>
                  <a:pt x="257123" y="402200"/>
                </a:cubicBezTo>
                <a:cubicBezTo>
                  <a:pt x="286968" y="417059"/>
                  <a:pt x="314400" y="435474"/>
                  <a:pt x="339546" y="457445"/>
                </a:cubicBezTo>
                <a:lnTo>
                  <a:pt x="343483" y="460493"/>
                </a:lnTo>
                <a:lnTo>
                  <a:pt x="353135" y="448936"/>
                </a:lnTo>
                <a:cubicBezTo>
                  <a:pt x="331037" y="426203"/>
                  <a:pt x="318083" y="415408"/>
                  <a:pt x="302335" y="407153"/>
                </a:cubicBezTo>
                <a:lnTo>
                  <a:pt x="253440" y="376165"/>
                </a:lnTo>
                <a:cubicBezTo>
                  <a:pt x="234263" y="366513"/>
                  <a:pt x="214070" y="357750"/>
                  <a:pt x="193369" y="353051"/>
                </a:cubicBezTo>
                <a:lnTo>
                  <a:pt x="115518" y="343399"/>
                </a:lnTo>
                <a:cubicBezTo>
                  <a:pt x="101421" y="342002"/>
                  <a:pt x="92150" y="335525"/>
                  <a:pt x="91134" y="323714"/>
                </a:cubicBezTo>
                <a:cubicBezTo>
                  <a:pt x="89864" y="310633"/>
                  <a:pt x="99008" y="299584"/>
                  <a:pt x="112724" y="300219"/>
                </a:cubicBezTo>
                <a:lnTo>
                  <a:pt x="176478" y="304791"/>
                </a:lnTo>
                <a:cubicBezTo>
                  <a:pt x="179018" y="304918"/>
                  <a:pt x="181558" y="305426"/>
                  <a:pt x="185495" y="305807"/>
                </a:cubicBezTo>
                <a:lnTo>
                  <a:pt x="183082" y="301235"/>
                </a:lnTo>
                <a:cubicBezTo>
                  <a:pt x="171144" y="279264"/>
                  <a:pt x="136219" y="207890"/>
                  <a:pt x="125932" y="187316"/>
                </a:cubicBezTo>
                <a:cubicBezTo>
                  <a:pt x="118566" y="172457"/>
                  <a:pt x="123011" y="159630"/>
                  <a:pt x="135584" y="154550"/>
                </a:cubicBezTo>
                <a:cubicBezTo>
                  <a:pt x="147903" y="149597"/>
                  <a:pt x="159079" y="155312"/>
                  <a:pt x="165429" y="170171"/>
                </a:cubicBezTo>
                <a:cubicBezTo>
                  <a:pt x="178383" y="200397"/>
                  <a:pt x="218769" y="279391"/>
                  <a:pt x="240613" y="304029"/>
                </a:cubicBezTo>
                <a:cubicBezTo>
                  <a:pt x="254837" y="320031"/>
                  <a:pt x="269950" y="334509"/>
                  <a:pt x="289762" y="344161"/>
                </a:cubicBezTo>
                <a:lnTo>
                  <a:pt x="331164" y="370704"/>
                </a:lnTo>
                <a:cubicBezTo>
                  <a:pt x="350468" y="385436"/>
                  <a:pt x="373074" y="390897"/>
                  <a:pt x="395680" y="396358"/>
                </a:cubicBezTo>
                <a:lnTo>
                  <a:pt x="406983" y="391786"/>
                </a:lnTo>
                <a:cubicBezTo>
                  <a:pt x="420445" y="388230"/>
                  <a:pt x="421715" y="383277"/>
                  <a:pt x="422985" y="376546"/>
                </a:cubicBezTo>
                <a:cubicBezTo>
                  <a:pt x="425271" y="364608"/>
                  <a:pt x="423620" y="353813"/>
                  <a:pt x="420064" y="342129"/>
                </a:cubicBezTo>
                <a:lnTo>
                  <a:pt x="401522" y="266818"/>
                </a:lnTo>
                <a:cubicBezTo>
                  <a:pt x="400633" y="263008"/>
                  <a:pt x="399490" y="258944"/>
                  <a:pt x="397458" y="255642"/>
                </a:cubicBezTo>
                <a:cubicBezTo>
                  <a:pt x="373709" y="217034"/>
                  <a:pt x="343229" y="184649"/>
                  <a:pt x="306526" y="158233"/>
                </a:cubicBezTo>
                <a:lnTo>
                  <a:pt x="297509" y="150740"/>
                </a:lnTo>
                <a:cubicBezTo>
                  <a:pt x="290143" y="137659"/>
                  <a:pt x="293064" y="127118"/>
                  <a:pt x="300430" y="120895"/>
                </a:cubicBezTo>
                <a:cubicBezTo>
                  <a:pt x="307796" y="114672"/>
                  <a:pt x="318591" y="113402"/>
                  <a:pt x="326846" y="120006"/>
                </a:cubicBezTo>
                <a:lnTo>
                  <a:pt x="387298" y="171568"/>
                </a:lnTo>
                <a:cubicBezTo>
                  <a:pt x="391997" y="175632"/>
                  <a:pt x="395934" y="180712"/>
                  <a:pt x="400887" y="186173"/>
                </a:cubicBezTo>
                <a:lnTo>
                  <a:pt x="408380" y="148200"/>
                </a:lnTo>
                <a:cubicBezTo>
                  <a:pt x="412317" y="133214"/>
                  <a:pt x="446099" y="30217"/>
                  <a:pt x="451306" y="15612"/>
                </a:cubicBezTo>
                <a:cubicBezTo>
                  <a:pt x="455751" y="2658"/>
                  <a:pt x="467562" y="-2803"/>
                  <a:pt x="479373" y="1388"/>
                </a:cubicBezTo>
                <a:cubicBezTo>
                  <a:pt x="490930" y="5579"/>
                  <a:pt x="496264" y="17644"/>
                  <a:pt x="491438" y="30725"/>
                </a:cubicBezTo>
                <a:cubicBezTo>
                  <a:pt x="478484" y="66285"/>
                  <a:pt x="442543" y="190872"/>
                  <a:pt x="442416" y="228845"/>
                </a:cubicBezTo>
                <a:cubicBezTo>
                  <a:pt x="442289" y="243069"/>
                  <a:pt x="445337" y="255515"/>
                  <a:pt x="454354" y="267580"/>
                </a:cubicBezTo>
                <a:lnTo>
                  <a:pt x="457148" y="262119"/>
                </a:lnTo>
                <a:cubicBezTo>
                  <a:pt x="486104" y="203064"/>
                  <a:pt x="491565" y="184903"/>
                  <a:pt x="541730" y="147057"/>
                </a:cubicBezTo>
                <a:lnTo>
                  <a:pt x="557224" y="139437"/>
                </a:lnTo>
                <a:cubicBezTo>
                  <a:pt x="573480" y="147057"/>
                  <a:pt x="577544" y="153153"/>
                  <a:pt x="578179" y="161154"/>
                </a:cubicBezTo>
                <a:lnTo>
                  <a:pt x="574242" y="176902"/>
                </a:lnTo>
                <a:cubicBezTo>
                  <a:pt x="534364" y="206747"/>
                  <a:pt x="540587" y="207255"/>
                  <a:pt x="518362" y="241418"/>
                </a:cubicBezTo>
                <a:cubicBezTo>
                  <a:pt x="502741" y="265421"/>
                  <a:pt x="490422" y="291075"/>
                  <a:pt x="480770" y="318126"/>
                </a:cubicBezTo>
                <a:lnTo>
                  <a:pt x="477214" y="334128"/>
                </a:lnTo>
                <a:cubicBezTo>
                  <a:pt x="481786" y="348352"/>
                  <a:pt x="482802" y="354448"/>
                  <a:pt x="484326" y="361052"/>
                </a:cubicBezTo>
                <a:lnTo>
                  <a:pt x="514679" y="321047"/>
                </a:lnTo>
                <a:cubicBezTo>
                  <a:pt x="540333" y="289805"/>
                  <a:pt x="570686" y="263643"/>
                  <a:pt x="605357" y="242815"/>
                </a:cubicBezTo>
                <a:lnTo>
                  <a:pt x="613104" y="236719"/>
                </a:lnTo>
                <a:cubicBezTo>
                  <a:pt x="613485" y="207128"/>
                  <a:pt x="614247" y="139564"/>
                  <a:pt x="614882" y="116069"/>
                </a:cubicBezTo>
                <a:lnTo>
                  <a:pt x="614501" y="111497"/>
                </a:lnTo>
                <a:cubicBezTo>
                  <a:pt x="614120" y="95622"/>
                  <a:pt x="622756" y="85716"/>
                  <a:pt x="635075" y="85208"/>
                </a:cubicBezTo>
                <a:cubicBezTo>
                  <a:pt x="647013" y="84700"/>
                  <a:pt x="656919" y="93590"/>
                  <a:pt x="657554" y="106671"/>
                </a:cubicBezTo>
                <a:cubicBezTo>
                  <a:pt x="658316" y="126483"/>
                  <a:pt x="658316" y="190237"/>
                  <a:pt x="658570" y="210176"/>
                </a:cubicBezTo>
                <a:lnTo>
                  <a:pt x="658570" y="212970"/>
                </a:lnTo>
                <a:lnTo>
                  <a:pt x="666952" y="212462"/>
                </a:lnTo>
                <a:cubicBezTo>
                  <a:pt x="687780" y="206366"/>
                  <a:pt x="704544" y="201159"/>
                  <a:pt x="721689" y="196968"/>
                </a:cubicBezTo>
                <a:cubicBezTo>
                  <a:pt x="743406" y="191761"/>
                  <a:pt x="755725" y="204842"/>
                  <a:pt x="750391" y="227194"/>
                </a:cubicBezTo>
                <a:lnTo>
                  <a:pt x="754201" y="228210"/>
                </a:lnTo>
                <a:cubicBezTo>
                  <a:pt x="770330" y="233544"/>
                  <a:pt x="776553" y="247133"/>
                  <a:pt x="768679" y="260595"/>
                </a:cubicBezTo>
                <a:lnTo>
                  <a:pt x="730452" y="320158"/>
                </a:lnTo>
                <a:cubicBezTo>
                  <a:pt x="728166" y="323714"/>
                  <a:pt x="725118" y="326889"/>
                  <a:pt x="721308" y="331461"/>
                </a:cubicBezTo>
                <a:lnTo>
                  <a:pt x="727912" y="331842"/>
                </a:lnTo>
                <a:cubicBezTo>
                  <a:pt x="760043" y="331969"/>
                  <a:pt x="757757" y="329810"/>
                  <a:pt x="786586" y="336668"/>
                </a:cubicBezTo>
                <a:cubicBezTo>
                  <a:pt x="800683" y="339970"/>
                  <a:pt x="808049" y="350511"/>
                  <a:pt x="805255" y="362957"/>
                </a:cubicBezTo>
                <a:cubicBezTo>
                  <a:pt x="802461" y="375403"/>
                  <a:pt x="791412" y="382007"/>
                  <a:pt x="777188" y="378832"/>
                </a:cubicBezTo>
                <a:cubicBezTo>
                  <a:pt x="731595" y="368672"/>
                  <a:pt x="717244" y="372101"/>
                  <a:pt x="671270" y="381245"/>
                </a:cubicBezTo>
                <a:lnTo>
                  <a:pt x="663142" y="384039"/>
                </a:lnTo>
                <a:cubicBezTo>
                  <a:pt x="635329" y="403089"/>
                  <a:pt x="609421" y="416678"/>
                  <a:pt x="581735" y="427092"/>
                </a:cubicBezTo>
                <a:lnTo>
                  <a:pt x="572591" y="432807"/>
                </a:lnTo>
                <a:lnTo>
                  <a:pt x="567257" y="442840"/>
                </a:lnTo>
                <a:cubicBezTo>
                  <a:pt x="570051" y="451857"/>
                  <a:pt x="574242" y="457572"/>
                  <a:pt x="575131" y="463922"/>
                </a:cubicBezTo>
                <a:cubicBezTo>
                  <a:pt x="576782" y="474463"/>
                  <a:pt x="583513" y="479416"/>
                  <a:pt x="591895" y="483988"/>
                </a:cubicBezTo>
                <a:cubicBezTo>
                  <a:pt x="670254" y="527549"/>
                  <a:pt x="815161" y="520691"/>
                  <a:pt x="900378" y="493132"/>
                </a:cubicBezTo>
                <a:lnTo>
                  <a:pt x="904696" y="491608"/>
                </a:lnTo>
                <a:cubicBezTo>
                  <a:pt x="919428" y="487290"/>
                  <a:pt x="930985" y="492878"/>
                  <a:pt x="934795" y="504435"/>
                </a:cubicBezTo>
                <a:cubicBezTo>
                  <a:pt x="938478" y="515611"/>
                  <a:pt x="933144" y="527549"/>
                  <a:pt x="921079" y="531359"/>
                </a:cubicBezTo>
                <a:lnTo>
                  <a:pt x="865326" y="546599"/>
                </a:lnTo>
                <a:cubicBezTo>
                  <a:pt x="855293" y="549012"/>
                  <a:pt x="782014" y="564633"/>
                  <a:pt x="770203" y="566411"/>
                </a:cubicBezTo>
                <a:lnTo>
                  <a:pt x="775410" y="570602"/>
                </a:lnTo>
                <a:cubicBezTo>
                  <a:pt x="794206" y="587747"/>
                  <a:pt x="811351" y="602733"/>
                  <a:pt x="827607" y="618735"/>
                </a:cubicBezTo>
                <a:cubicBezTo>
                  <a:pt x="839037" y="630038"/>
                  <a:pt x="838910" y="643246"/>
                  <a:pt x="829131" y="652263"/>
                </a:cubicBezTo>
                <a:cubicBezTo>
                  <a:pt x="819352" y="661280"/>
                  <a:pt x="806525" y="659756"/>
                  <a:pt x="795730" y="647818"/>
                </a:cubicBezTo>
                <a:cubicBezTo>
                  <a:pt x="747470" y="594859"/>
                  <a:pt x="688161" y="561712"/>
                  <a:pt x="617676" y="548631"/>
                </a:cubicBezTo>
                <a:lnTo>
                  <a:pt x="580846" y="544186"/>
                </a:lnTo>
                <a:cubicBezTo>
                  <a:pt x="573988" y="543297"/>
                  <a:pt x="570559" y="545710"/>
                  <a:pt x="569924" y="552949"/>
                </a:cubicBezTo>
                <a:lnTo>
                  <a:pt x="616787" y="563109"/>
                </a:lnTo>
                <a:cubicBezTo>
                  <a:pt x="694003" y="583175"/>
                  <a:pt x="813383" y="677663"/>
                  <a:pt x="866596" y="736972"/>
                </a:cubicBezTo>
                <a:cubicBezTo>
                  <a:pt x="876121" y="747513"/>
                  <a:pt x="875994" y="760848"/>
                  <a:pt x="866596" y="769357"/>
                </a:cubicBezTo>
                <a:cubicBezTo>
                  <a:pt x="857071" y="777993"/>
                  <a:pt x="844371" y="776977"/>
                  <a:pt x="834465" y="765928"/>
                </a:cubicBezTo>
                <a:cubicBezTo>
                  <a:pt x="795984" y="723002"/>
                  <a:pt x="695781" y="637023"/>
                  <a:pt x="641933" y="616449"/>
                </a:cubicBezTo>
                <a:cubicBezTo>
                  <a:pt x="611580" y="604892"/>
                  <a:pt x="580084" y="598034"/>
                  <a:pt x="547826" y="594732"/>
                </a:cubicBezTo>
                <a:lnTo>
                  <a:pt x="533856" y="594732"/>
                </a:lnTo>
                <a:cubicBezTo>
                  <a:pt x="523442" y="603622"/>
                  <a:pt x="518108" y="606035"/>
                  <a:pt x="512901" y="609210"/>
                </a:cubicBezTo>
                <a:cubicBezTo>
                  <a:pt x="533348" y="642865"/>
                  <a:pt x="558494" y="671948"/>
                  <a:pt x="588593" y="696713"/>
                </a:cubicBezTo>
                <a:cubicBezTo>
                  <a:pt x="626820" y="728082"/>
                  <a:pt x="654633" y="741163"/>
                  <a:pt x="702131" y="754752"/>
                </a:cubicBezTo>
                <a:cubicBezTo>
                  <a:pt x="716736" y="758943"/>
                  <a:pt x="723594" y="770246"/>
                  <a:pt x="719657" y="782565"/>
                </a:cubicBezTo>
                <a:cubicBezTo>
                  <a:pt x="715720" y="794884"/>
                  <a:pt x="704417" y="800218"/>
                  <a:pt x="690320" y="796281"/>
                </a:cubicBezTo>
                <a:cubicBezTo>
                  <a:pt x="654887" y="786375"/>
                  <a:pt x="636599" y="780914"/>
                  <a:pt x="605103" y="761610"/>
                </a:cubicBezTo>
                <a:cubicBezTo>
                  <a:pt x="562304" y="735321"/>
                  <a:pt x="525982" y="701920"/>
                  <a:pt x="496010" y="661661"/>
                </a:cubicBezTo>
                <a:lnTo>
                  <a:pt x="493851" y="658994"/>
                </a:lnTo>
                <a:lnTo>
                  <a:pt x="496518" y="672837"/>
                </a:lnTo>
                <a:cubicBezTo>
                  <a:pt x="528141" y="745227"/>
                  <a:pt x="623264" y="846065"/>
                  <a:pt x="684732" y="882006"/>
                </a:cubicBezTo>
                <a:lnTo>
                  <a:pt x="686764" y="883149"/>
                </a:lnTo>
                <a:cubicBezTo>
                  <a:pt x="700353" y="891277"/>
                  <a:pt x="704290" y="903215"/>
                  <a:pt x="697940" y="914391"/>
                </a:cubicBezTo>
                <a:cubicBezTo>
                  <a:pt x="691590" y="925567"/>
                  <a:pt x="678763" y="929123"/>
                  <a:pt x="666444" y="921249"/>
                </a:cubicBezTo>
                <a:lnTo>
                  <a:pt x="611707" y="883403"/>
                </a:lnTo>
                <a:cubicBezTo>
                  <a:pt x="577544" y="856098"/>
                  <a:pt x="500201" y="772405"/>
                  <a:pt x="478357" y="734559"/>
                </a:cubicBezTo>
                <a:lnTo>
                  <a:pt x="476325" y="731384"/>
                </a:lnTo>
                <a:cubicBezTo>
                  <a:pt x="474166" y="742306"/>
                  <a:pt x="474420" y="754498"/>
                  <a:pt x="474039" y="766817"/>
                </a:cubicBezTo>
                <a:cubicBezTo>
                  <a:pt x="472769" y="811394"/>
                  <a:pt x="463752" y="854320"/>
                  <a:pt x="447623" y="895849"/>
                </a:cubicBezTo>
                <a:cubicBezTo>
                  <a:pt x="442670" y="908549"/>
                  <a:pt x="430478" y="913883"/>
                  <a:pt x="418921" y="909311"/>
                </a:cubicBezTo>
                <a:cubicBezTo>
                  <a:pt x="407872" y="904866"/>
                  <a:pt x="403046" y="893055"/>
                  <a:pt x="407237" y="880482"/>
                </a:cubicBezTo>
                <a:lnTo>
                  <a:pt x="410031" y="872862"/>
                </a:lnTo>
                <a:cubicBezTo>
                  <a:pt x="412571" y="865242"/>
                  <a:pt x="413714" y="861432"/>
                  <a:pt x="415746" y="855209"/>
                </a:cubicBezTo>
                <a:cubicBezTo>
                  <a:pt x="404697" y="869179"/>
                  <a:pt x="359485" y="916804"/>
                  <a:pt x="349833" y="928742"/>
                </a:cubicBezTo>
                <a:lnTo>
                  <a:pt x="337514" y="939283"/>
                </a:lnTo>
                <a:cubicBezTo>
                  <a:pt x="311479" y="934965"/>
                  <a:pt x="305256" y="916423"/>
                  <a:pt x="315797" y="901818"/>
                </a:cubicBezTo>
                <a:cubicBezTo>
                  <a:pt x="329894" y="882514"/>
                  <a:pt x="380186" y="827777"/>
                  <a:pt x="392505" y="807457"/>
                </a:cubicBezTo>
                <a:cubicBezTo>
                  <a:pt x="410158" y="777993"/>
                  <a:pt x="421842" y="745735"/>
                  <a:pt x="425906" y="711699"/>
                </a:cubicBezTo>
                <a:cubicBezTo>
                  <a:pt x="427684" y="696586"/>
                  <a:pt x="422096" y="680584"/>
                  <a:pt x="419556" y="664963"/>
                </a:cubicBezTo>
                <a:lnTo>
                  <a:pt x="417397" y="657851"/>
                </a:lnTo>
                <a:lnTo>
                  <a:pt x="412190" y="657343"/>
                </a:lnTo>
                <a:cubicBezTo>
                  <a:pt x="371931" y="708397"/>
                  <a:pt x="323925" y="745989"/>
                  <a:pt x="266648" y="771389"/>
                </a:cubicBezTo>
                <a:lnTo>
                  <a:pt x="257758" y="776596"/>
                </a:lnTo>
                <a:cubicBezTo>
                  <a:pt x="254583" y="797424"/>
                  <a:pt x="251789" y="811902"/>
                  <a:pt x="248868" y="826253"/>
                </a:cubicBezTo>
                <a:cubicBezTo>
                  <a:pt x="246328" y="838699"/>
                  <a:pt x="234898" y="846192"/>
                  <a:pt x="223214" y="843525"/>
                </a:cubicBezTo>
                <a:cubicBezTo>
                  <a:pt x="212546" y="841112"/>
                  <a:pt x="205688" y="831968"/>
                  <a:pt x="206577" y="820411"/>
                </a:cubicBezTo>
                <a:lnTo>
                  <a:pt x="210260" y="791201"/>
                </a:lnTo>
                <a:cubicBezTo>
                  <a:pt x="204926" y="793106"/>
                  <a:pt x="200100" y="794249"/>
                  <a:pt x="195782" y="796535"/>
                </a:cubicBezTo>
                <a:cubicBezTo>
                  <a:pt x="184225" y="802377"/>
                  <a:pt x="172668" y="799583"/>
                  <a:pt x="164667" y="788407"/>
                </a:cubicBezTo>
                <a:cubicBezTo>
                  <a:pt x="157936" y="779136"/>
                  <a:pt x="159206" y="767960"/>
                  <a:pt x="167715" y="759451"/>
                </a:cubicBezTo>
                <a:lnTo>
                  <a:pt x="172160" y="754879"/>
                </a:lnTo>
                <a:cubicBezTo>
                  <a:pt x="196163" y="712334"/>
                  <a:pt x="224357" y="677282"/>
                  <a:pt x="259028" y="647310"/>
                </a:cubicBezTo>
                <a:lnTo>
                  <a:pt x="261695" y="646167"/>
                </a:lnTo>
                <a:lnTo>
                  <a:pt x="261314" y="643373"/>
                </a:lnTo>
                <a:lnTo>
                  <a:pt x="219023" y="648961"/>
                </a:lnTo>
                <a:cubicBezTo>
                  <a:pt x="167207" y="653914"/>
                  <a:pt x="85292" y="648326"/>
                  <a:pt x="35889" y="631435"/>
                </a:cubicBezTo>
                <a:cubicBezTo>
                  <a:pt x="23189" y="627117"/>
                  <a:pt x="17093" y="615941"/>
                  <a:pt x="20649" y="604511"/>
                </a:cubicBezTo>
                <a:cubicBezTo>
                  <a:pt x="24459" y="592192"/>
                  <a:pt x="36270" y="586350"/>
                  <a:pt x="49859" y="590795"/>
                </a:cubicBezTo>
                <a:cubicBezTo>
                  <a:pt x="90118" y="604130"/>
                  <a:pt x="162508" y="609464"/>
                  <a:pt x="204799" y="606924"/>
                </a:cubicBezTo>
                <a:cubicBezTo>
                  <a:pt x="246201" y="604384"/>
                  <a:pt x="285444" y="593970"/>
                  <a:pt x="322909" y="576190"/>
                </a:cubicBezTo>
                <a:lnTo>
                  <a:pt x="325703" y="574412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74" name="Google Shape;1474;p24"/>
          <p:cNvGrpSpPr/>
          <p:nvPr/>
        </p:nvGrpSpPr>
        <p:grpSpPr>
          <a:xfrm>
            <a:off x="178004" y="7762777"/>
            <a:ext cx="720087" cy="727028"/>
            <a:chOff x="63500" y="63500"/>
            <a:chExt cx="1106805" cy="1117473"/>
          </a:xfrm>
        </p:grpSpPr>
        <p:sp>
          <p:nvSpPr>
            <p:cNvPr id="1475" name="Google Shape;1475;p24"/>
            <p:cNvSpPr/>
            <p:nvPr/>
          </p:nvSpPr>
          <p:spPr>
            <a:xfrm>
              <a:off x="452417" y="519747"/>
              <a:ext cx="530803" cy="322500"/>
            </a:xfrm>
            <a:custGeom>
              <a:rect b="b" l="l" r="r" t="t"/>
              <a:pathLst>
                <a:path extrusionOk="0" h="322500" w="530803">
                  <a:moveTo>
                    <a:pt x="300693" y="277051"/>
                  </a:moveTo>
                  <a:cubicBezTo>
                    <a:pt x="338031" y="274765"/>
                    <a:pt x="374099" y="269558"/>
                    <a:pt x="406738" y="250635"/>
                  </a:cubicBezTo>
                  <a:cubicBezTo>
                    <a:pt x="451950" y="224473"/>
                    <a:pt x="478747" y="185357"/>
                    <a:pt x="487637" y="133922"/>
                  </a:cubicBezTo>
                  <a:lnTo>
                    <a:pt x="488653" y="127064"/>
                  </a:lnTo>
                  <a:cubicBezTo>
                    <a:pt x="491828" y="110046"/>
                    <a:pt x="500845" y="103061"/>
                    <a:pt x="513418" y="104839"/>
                  </a:cubicBezTo>
                  <a:cubicBezTo>
                    <a:pt x="526372" y="106617"/>
                    <a:pt x="532087" y="114999"/>
                    <a:pt x="530563" y="129731"/>
                  </a:cubicBezTo>
                  <a:cubicBezTo>
                    <a:pt x="520657" y="223330"/>
                    <a:pt x="456014" y="297117"/>
                    <a:pt x="363304" y="316167"/>
                  </a:cubicBezTo>
                  <a:cubicBezTo>
                    <a:pt x="285961" y="332169"/>
                    <a:pt x="212555" y="317183"/>
                    <a:pt x="144229" y="278702"/>
                  </a:cubicBezTo>
                  <a:cubicBezTo>
                    <a:pt x="94191" y="250508"/>
                    <a:pt x="51138" y="214186"/>
                    <a:pt x="22817" y="162878"/>
                  </a:cubicBezTo>
                  <a:cubicBezTo>
                    <a:pt x="11768" y="142812"/>
                    <a:pt x="1608" y="121984"/>
                    <a:pt x="211" y="98489"/>
                  </a:cubicBezTo>
                  <a:cubicBezTo>
                    <a:pt x="-1948" y="59881"/>
                    <a:pt x="12403" y="29020"/>
                    <a:pt x="47455" y="10732"/>
                  </a:cubicBezTo>
                  <a:cubicBezTo>
                    <a:pt x="82634" y="-7683"/>
                    <a:pt x="115781" y="-1587"/>
                    <a:pt x="146134" y="22797"/>
                  </a:cubicBezTo>
                  <a:lnTo>
                    <a:pt x="170391" y="44260"/>
                  </a:lnTo>
                  <a:cubicBezTo>
                    <a:pt x="180932" y="55055"/>
                    <a:pt x="179789" y="65469"/>
                    <a:pt x="167978" y="76518"/>
                  </a:cubicBezTo>
                  <a:cubicBezTo>
                    <a:pt x="158072" y="85789"/>
                    <a:pt x="149817" y="85281"/>
                    <a:pt x="139149" y="74359"/>
                  </a:cubicBezTo>
                  <a:lnTo>
                    <a:pt x="120734" y="55055"/>
                  </a:lnTo>
                  <a:cubicBezTo>
                    <a:pt x="104097" y="40577"/>
                    <a:pt x="85301" y="37783"/>
                    <a:pt x="69807" y="46673"/>
                  </a:cubicBezTo>
                  <a:cubicBezTo>
                    <a:pt x="50503" y="57722"/>
                    <a:pt x="41232" y="77407"/>
                    <a:pt x="45042" y="99124"/>
                  </a:cubicBezTo>
                  <a:cubicBezTo>
                    <a:pt x="49487" y="123635"/>
                    <a:pt x="61044" y="144717"/>
                    <a:pt x="77046" y="163132"/>
                  </a:cubicBezTo>
                  <a:cubicBezTo>
                    <a:pt x="119972" y="212789"/>
                    <a:pt x="170391" y="251651"/>
                    <a:pt x="235542" y="267145"/>
                  </a:cubicBezTo>
                  <a:lnTo>
                    <a:pt x="300439" y="27705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24"/>
            <p:cNvSpPr/>
            <p:nvPr/>
          </p:nvSpPr>
          <p:spPr>
            <a:xfrm>
              <a:off x="277098" y="401210"/>
              <a:ext cx="478944" cy="315717"/>
            </a:xfrm>
            <a:custGeom>
              <a:rect b="b" l="l" r="r" t="t"/>
              <a:pathLst>
                <a:path extrusionOk="0" h="315717" w="478944">
                  <a:moveTo>
                    <a:pt x="178959" y="42020"/>
                  </a:moveTo>
                  <a:cubicBezTo>
                    <a:pt x="134890" y="42147"/>
                    <a:pt x="93996" y="51418"/>
                    <a:pt x="58817" y="79104"/>
                  </a:cubicBezTo>
                  <a:lnTo>
                    <a:pt x="38370" y="97773"/>
                  </a:lnTo>
                  <a:cubicBezTo>
                    <a:pt x="26813" y="108314"/>
                    <a:pt x="16780" y="108695"/>
                    <a:pt x="7382" y="99297"/>
                  </a:cubicBezTo>
                  <a:cubicBezTo>
                    <a:pt x="-2397" y="89518"/>
                    <a:pt x="-2651" y="79485"/>
                    <a:pt x="7763" y="68182"/>
                  </a:cubicBezTo>
                  <a:cubicBezTo>
                    <a:pt x="43196" y="30082"/>
                    <a:pt x="86757" y="6333"/>
                    <a:pt x="138446" y="1634"/>
                  </a:cubicBezTo>
                  <a:cubicBezTo>
                    <a:pt x="257191" y="-9161"/>
                    <a:pt x="354600" y="33765"/>
                    <a:pt x="431816" y="123554"/>
                  </a:cubicBezTo>
                  <a:cubicBezTo>
                    <a:pt x="452009" y="147049"/>
                    <a:pt x="469281" y="172322"/>
                    <a:pt x="476520" y="203564"/>
                  </a:cubicBezTo>
                  <a:cubicBezTo>
                    <a:pt x="485283" y="241410"/>
                    <a:pt x="469662" y="285352"/>
                    <a:pt x="439690" y="303894"/>
                  </a:cubicBezTo>
                  <a:cubicBezTo>
                    <a:pt x="408702" y="323071"/>
                    <a:pt x="361204" y="318499"/>
                    <a:pt x="331486" y="293226"/>
                  </a:cubicBezTo>
                  <a:lnTo>
                    <a:pt x="310404" y="272652"/>
                  </a:lnTo>
                  <a:cubicBezTo>
                    <a:pt x="299355" y="259444"/>
                    <a:pt x="304308" y="242680"/>
                    <a:pt x="320564" y="236330"/>
                  </a:cubicBezTo>
                  <a:lnTo>
                    <a:pt x="334788" y="236711"/>
                  </a:lnTo>
                  <a:cubicBezTo>
                    <a:pt x="348250" y="249411"/>
                    <a:pt x="355489" y="257539"/>
                    <a:pt x="363998" y="264016"/>
                  </a:cubicBezTo>
                  <a:cubicBezTo>
                    <a:pt x="378349" y="274938"/>
                    <a:pt x="394224" y="278494"/>
                    <a:pt x="411369" y="269985"/>
                  </a:cubicBezTo>
                  <a:cubicBezTo>
                    <a:pt x="428768" y="261349"/>
                    <a:pt x="435245" y="246871"/>
                    <a:pt x="436134" y="228075"/>
                  </a:cubicBezTo>
                  <a:cubicBezTo>
                    <a:pt x="436896" y="212073"/>
                    <a:pt x="433086" y="197595"/>
                    <a:pt x="424577" y="184514"/>
                  </a:cubicBezTo>
                  <a:cubicBezTo>
                    <a:pt x="366538" y="95995"/>
                    <a:pt x="286528" y="45068"/>
                    <a:pt x="179086" y="417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24"/>
            <p:cNvSpPr/>
            <p:nvPr/>
          </p:nvSpPr>
          <p:spPr>
            <a:xfrm>
              <a:off x="325981" y="253551"/>
              <a:ext cx="447026" cy="241876"/>
            </a:xfrm>
            <a:custGeom>
              <a:rect b="b" l="l" r="r" t="t"/>
              <a:pathLst>
                <a:path extrusionOk="0" h="241876" w="447026">
                  <a:moveTo>
                    <a:pt x="98072" y="40962"/>
                  </a:moveTo>
                  <a:lnTo>
                    <a:pt x="39652" y="52138"/>
                  </a:lnTo>
                  <a:cubicBezTo>
                    <a:pt x="34953" y="53027"/>
                    <a:pt x="30508" y="54932"/>
                    <a:pt x="25936" y="55948"/>
                  </a:cubicBezTo>
                  <a:cubicBezTo>
                    <a:pt x="13236" y="58615"/>
                    <a:pt x="5743" y="54551"/>
                    <a:pt x="1806" y="43375"/>
                  </a:cubicBezTo>
                  <a:cubicBezTo>
                    <a:pt x="-2385" y="31564"/>
                    <a:pt x="536" y="21277"/>
                    <a:pt x="12474" y="17594"/>
                  </a:cubicBezTo>
                  <a:lnTo>
                    <a:pt x="77117" y="2227"/>
                  </a:lnTo>
                  <a:cubicBezTo>
                    <a:pt x="140236" y="-6663"/>
                    <a:pt x="198021" y="12133"/>
                    <a:pt x="253647" y="39692"/>
                  </a:cubicBezTo>
                  <a:cubicBezTo>
                    <a:pt x="327053" y="76014"/>
                    <a:pt x="390045" y="125036"/>
                    <a:pt x="436019" y="193870"/>
                  </a:cubicBezTo>
                  <a:lnTo>
                    <a:pt x="443766" y="206316"/>
                  </a:lnTo>
                  <a:cubicBezTo>
                    <a:pt x="449735" y="221683"/>
                    <a:pt x="447068" y="229303"/>
                    <a:pt x="439321" y="234764"/>
                  </a:cubicBezTo>
                  <a:lnTo>
                    <a:pt x="423192" y="241876"/>
                  </a:lnTo>
                  <a:cubicBezTo>
                    <a:pt x="410111" y="230954"/>
                    <a:pt x="405412" y="225112"/>
                    <a:pt x="401348" y="219143"/>
                  </a:cubicBezTo>
                  <a:cubicBezTo>
                    <a:pt x="340769" y="129862"/>
                    <a:pt x="256187" y="75379"/>
                    <a:pt x="152809" y="48963"/>
                  </a:cubicBezTo>
                  <a:lnTo>
                    <a:pt x="98072" y="4096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24"/>
            <p:cNvSpPr/>
            <p:nvPr/>
          </p:nvSpPr>
          <p:spPr>
            <a:xfrm>
              <a:off x="432969" y="743106"/>
              <a:ext cx="446193" cy="239366"/>
            </a:xfrm>
            <a:custGeom>
              <a:rect b="b" l="l" r="r" t="t"/>
              <a:pathLst>
                <a:path extrusionOk="0" h="239366" w="446193">
                  <a:moveTo>
                    <a:pt x="348081" y="239366"/>
                  </a:moveTo>
                  <a:cubicBezTo>
                    <a:pt x="272389" y="237842"/>
                    <a:pt x="205206" y="214601"/>
                    <a:pt x="143738" y="174342"/>
                  </a:cubicBezTo>
                  <a:cubicBezTo>
                    <a:pt x="90525" y="139544"/>
                    <a:pt x="43281" y="98269"/>
                    <a:pt x="9118" y="43659"/>
                  </a:cubicBezTo>
                  <a:lnTo>
                    <a:pt x="3530" y="34261"/>
                  </a:lnTo>
                  <a:cubicBezTo>
                    <a:pt x="-3074" y="17497"/>
                    <a:pt x="-153" y="8988"/>
                    <a:pt x="10134" y="3400"/>
                  </a:cubicBezTo>
                  <a:cubicBezTo>
                    <a:pt x="20675" y="-2442"/>
                    <a:pt x="29057" y="-918"/>
                    <a:pt x="36804" y="9242"/>
                  </a:cubicBezTo>
                  <a:lnTo>
                    <a:pt x="79349" y="65503"/>
                  </a:lnTo>
                  <a:cubicBezTo>
                    <a:pt x="139928" y="131289"/>
                    <a:pt x="213080" y="176755"/>
                    <a:pt x="301472" y="195170"/>
                  </a:cubicBezTo>
                  <a:cubicBezTo>
                    <a:pt x="330301" y="201139"/>
                    <a:pt x="359003" y="198853"/>
                    <a:pt x="387705" y="193392"/>
                  </a:cubicBezTo>
                  <a:lnTo>
                    <a:pt x="422630" y="188820"/>
                  </a:lnTo>
                  <a:cubicBezTo>
                    <a:pt x="436473" y="188312"/>
                    <a:pt x="444474" y="194281"/>
                    <a:pt x="445871" y="203806"/>
                  </a:cubicBezTo>
                  <a:cubicBezTo>
                    <a:pt x="447649" y="214601"/>
                    <a:pt x="442061" y="224888"/>
                    <a:pt x="429107" y="228190"/>
                  </a:cubicBezTo>
                  <a:lnTo>
                    <a:pt x="374751" y="237588"/>
                  </a:lnTo>
                  <a:cubicBezTo>
                    <a:pt x="365353" y="238985"/>
                    <a:pt x="355701" y="238731"/>
                    <a:pt x="347700" y="23923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24"/>
            <p:cNvSpPr/>
            <p:nvPr/>
          </p:nvSpPr>
          <p:spPr>
            <a:xfrm>
              <a:off x="323596" y="590075"/>
              <a:ext cx="131850" cy="329767"/>
            </a:xfrm>
            <a:custGeom>
              <a:rect b="b" l="l" r="r" t="t"/>
              <a:pathLst>
                <a:path extrusionOk="0" h="329767" w="131850">
                  <a:moveTo>
                    <a:pt x="127" y="115156"/>
                  </a:moveTo>
                  <a:cubicBezTo>
                    <a:pt x="4318" y="74643"/>
                    <a:pt x="11938" y="39210"/>
                    <a:pt x="36830" y="10000"/>
                  </a:cubicBezTo>
                  <a:cubicBezTo>
                    <a:pt x="47117" y="-2065"/>
                    <a:pt x="57277" y="-2954"/>
                    <a:pt x="68326" y="5936"/>
                  </a:cubicBezTo>
                  <a:lnTo>
                    <a:pt x="77724" y="19271"/>
                  </a:lnTo>
                  <a:cubicBezTo>
                    <a:pt x="73152" y="30701"/>
                    <a:pt x="71882" y="33368"/>
                    <a:pt x="70104" y="35527"/>
                  </a:cubicBezTo>
                  <a:cubicBezTo>
                    <a:pt x="44958" y="67023"/>
                    <a:pt x="42545" y="102837"/>
                    <a:pt x="50038" y="140556"/>
                  </a:cubicBezTo>
                  <a:cubicBezTo>
                    <a:pt x="60325" y="191737"/>
                    <a:pt x="83820" y="236822"/>
                    <a:pt x="114427" y="278605"/>
                  </a:cubicBezTo>
                  <a:lnTo>
                    <a:pt x="122936" y="288892"/>
                  </a:lnTo>
                  <a:cubicBezTo>
                    <a:pt x="135509" y="306164"/>
                    <a:pt x="134112" y="316451"/>
                    <a:pt x="122936" y="325087"/>
                  </a:cubicBezTo>
                  <a:cubicBezTo>
                    <a:pt x="112776" y="332834"/>
                    <a:pt x="103632" y="330929"/>
                    <a:pt x="94234" y="319626"/>
                  </a:cubicBezTo>
                  <a:cubicBezTo>
                    <a:pt x="56134" y="273906"/>
                    <a:pt x="26289" y="223487"/>
                    <a:pt x="9906" y="166083"/>
                  </a:cubicBezTo>
                  <a:lnTo>
                    <a:pt x="0" y="11515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24"/>
            <p:cNvSpPr/>
            <p:nvPr/>
          </p:nvSpPr>
          <p:spPr>
            <a:xfrm>
              <a:off x="747631" y="315829"/>
              <a:ext cx="131971" cy="331109"/>
            </a:xfrm>
            <a:custGeom>
              <a:rect b="b" l="l" r="r" t="t"/>
              <a:pathLst>
                <a:path extrusionOk="0" h="331109" w="131971">
                  <a:moveTo>
                    <a:pt x="131844" y="224556"/>
                  </a:moveTo>
                  <a:cubicBezTo>
                    <a:pt x="133114" y="259862"/>
                    <a:pt x="121557" y="290596"/>
                    <a:pt x="101745" y="318663"/>
                  </a:cubicBezTo>
                  <a:lnTo>
                    <a:pt x="88918" y="331109"/>
                  </a:lnTo>
                  <a:cubicBezTo>
                    <a:pt x="61867" y="324251"/>
                    <a:pt x="56152" y="310281"/>
                    <a:pt x="65931" y="295930"/>
                  </a:cubicBezTo>
                  <a:cubicBezTo>
                    <a:pt x="87648" y="263926"/>
                    <a:pt x="94252" y="228747"/>
                    <a:pt x="86759" y="191155"/>
                  </a:cubicBezTo>
                  <a:cubicBezTo>
                    <a:pt x="79647" y="155595"/>
                    <a:pt x="66566" y="122067"/>
                    <a:pt x="47135" y="91460"/>
                  </a:cubicBezTo>
                  <a:lnTo>
                    <a:pt x="6749" y="37104"/>
                  </a:lnTo>
                  <a:cubicBezTo>
                    <a:pt x="-2014" y="25547"/>
                    <a:pt x="-2395" y="16276"/>
                    <a:pt x="6495" y="7259"/>
                  </a:cubicBezTo>
                  <a:cubicBezTo>
                    <a:pt x="15766" y="-2012"/>
                    <a:pt x="27069" y="-2774"/>
                    <a:pt x="35832" y="7132"/>
                  </a:cubicBezTo>
                  <a:cubicBezTo>
                    <a:pt x="90823" y="69616"/>
                    <a:pt x="129939" y="139212"/>
                    <a:pt x="131971" y="22455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24"/>
            <p:cNvSpPr/>
            <p:nvPr/>
          </p:nvSpPr>
          <p:spPr>
            <a:xfrm>
              <a:off x="63500" y="289687"/>
              <a:ext cx="167132" cy="166624"/>
            </a:xfrm>
            <a:custGeom>
              <a:rect b="b" l="l" r="r" t="t"/>
              <a:pathLst>
                <a:path extrusionOk="0" h="166624" w="167132">
                  <a:moveTo>
                    <a:pt x="167132" y="98171"/>
                  </a:moveTo>
                  <a:lnTo>
                    <a:pt x="117856" y="115062"/>
                  </a:lnTo>
                  <a:cubicBezTo>
                    <a:pt x="111760" y="117475"/>
                    <a:pt x="105791" y="121793"/>
                    <a:pt x="101346" y="126746"/>
                  </a:cubicBezTo>
                  <a:lnTo>
                    <a:pt x="68961" y="166624"/>
                  </a:lnTo>
                  <a:cubicBezTo>
                    <a:pt x="64135" y="152908"/>
                    <a:pt x="58928" y="140843"/>
                    <a:pt x="55880" y="128270"/>
                  </a:cubicBezTo>
                  <a:cubicBezTo>
                    <a:pt x="52324" y="113538"/>
                    <a:pt x="44577" y="102743"/>
                    <a:pt x="32258" y="94107"/>
                  </a:cubicBezTo>
                  <a:lnTo>
                    <a:pt x="0" y="68707"/>
                  </a:lnTo>
                  <a:cubicBezTo>
                    <a:pt x="16637" y="63119"/>
                    <a:pt x="31369" y="57658"/>
                    <a:pt x="46355" y="53213"/>
                  </a:cubicBezTo>
                  <a:cubicBezTo>
                    <a:pt x="55372" y="50546"/>
                    <a:pt x="62103" y="45974"/>
                    <a:pt x="67564" y="38481"/>
                  </a:cubicBezTo>
                  <a:lnTo>
                    <a:pt x="98171" y="0"/>
                  </a:lnTo>
                  <a:cubicBezTo>
                    <a:pt x="103759" y="16383"/>
                    <a:pt x="109474" y="31242"/>
                    <a:pt x="113792" y="46355"/>
                  </a:cubicBezTo>
                  <a:cubicBezTo>
                    <a:pt x="116459" y="55753"/>
                    <a:pt x="121666" y="62484"/>
                    <a:pt x="129413" y="68199"/>
                  </a:cubicBezTo>
                  <a:lnTo>
                    <a:pt x="167132" y="9817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24"/>
            <p:cNvSpPr/>
            <p:nvPr/>
          </p:nvSpPr>
          <p:spPr>
            <a:xfrm>
              <a:off x="551434" y="1033653"/>
              <a:ext cx="146939" cy="147320"/>
            </a:xfrm>
            <a:custGeom>
              <a:rect b="b" l="l" r="r" t="t"/>
              <a:pathLst>
                <a:path extrusionOk="0" h="147320" w="146939">
                  <a:moveTo>
                    <a:pt x="60452" y="147320"/>
                  </a:moveTo>
                  <a:lnTo>
                    <a:pt x="46990" y="107188"/>
                  </a:lnTo>
                  <a:cubicBezTo>
                    <a:pt x="44450" y="98933"/>
                    <a:pt x="40386" y="92583"/>
                    <a:pt x="33401" y="87376"/>
                  </a:cubicBezTo>
                  <a:lnTo>
                    <a:pt x="0" y="60706"/>
                  </a:lnTo>
                  <a:cubicBezTo>
                    <a:pt x="15875" y="55245"/>
                    <a:pt x="30226" y="50673"/>
                    <a:pt x="44323" y="45212"/>
                  </a:cubicBezTo>
                  <a:lnTo>
                    <a:pt x="53721" y="40132"/>
                  </a:lnTo>
                  <a:cubicBezTo>
                    <a:pt x="66802" y="25019"/>
                    <a:pt x="75819" y="13208"/>
                    <a:pt x="86360" y="0"/>
                  </a:cubicBezTo>
                  <a:lnTo>
                    <a:pt x="101346" y="43180"/>
                  </a:lnTo>
                  <a:cubicBezTo>
                    <a:pt x="103378" y="48514"/>
                    <a:pt x="106934" y="53721"/>
                    <a:pt x="111252" y="57531"/>
                  </a:cubicBezTo>
                  <a:lnTo>
                    <a:pt x="146939" y="86487"/>
                  </a:lnTo>
                  <a:cubicBezTo>
                    <a:pt x="130683" y="92075"/>
                    <a:pt x="115951" y="96901"/>
                    <a:pt x="101346" y="102235"/>
                  </a:cubicBezTo>
                  <a:lnTo>
                    <a:pt x="93472" y="106426"/>
                  </a:lnTo>
                  <a:cubicBezTo>
                    <a:pt x="80772" y="121412"/>
                    <a:pt x="71247" y="133604"/>
                    <a:pt x="60325" y="1470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24"/>
            <p:cNvSpPr/>
            <p:nvPr/>
          </p:nvSpPr>
          <p:spPr>
            <a:xfrm>
              <a:off x="922147" y="305181"/>
              <a:ext cx="122174" cy="121793"/>
            </a:xfrm>
            <a:custGeom>
              <a:rect b="b" l="l" r="r" t="t"/>
              <a:pathLst>
                <a:path extrusionOk="0" h="121793" w="122174">
                  <a:moveTo>
                    <a:pt x="71882" y="0"/>
                  </a:moveTo>
                  <a:cubicBezTo>
                    <a:pt x="77343" y="32258"/>
                    <a:pt x="94361" y="55118"/>
                    <a:pt x="122174" y="71628"/>
                  </a:cubicBezTo>
                  <a:cubicBezTo>
                    <a:pt x="89916" y="77216"/>
                    <a:pt x="66548" y="93345"/>
                    <a:pt x="50546" y="121793"/>
                  </a:cubicBezTo>
                  <a:cubicBezTo>
                    <a:pt x="44704" y="89408"/>
                    <a:pt x="28448" y="66167"/>
                    <a:pt x="0" y="50038"/>
                  </a:cubicBezTo>
                  <a:cubicBezTo>
                    <a:pt x="31877" y="44069"/>
                    <a:pt x="55499" y="28448"/>
                    <a:pt x="7200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24"/>
            <p:cNvSpPr/>
            <p:nvPr/>
          </p:nvSpPr>
          <p:spPr>
            <a:xfrm>
              <a:off x="1059053" y="717042"/>
              <a:ext cx="111252" cy="108712"/>
            </a:xfrm>
            <a:custGeom>
              <a:rect b="b" l="l" r="r" t="t"/>
              <a:pathLst>
                <a:path extrusionOk="0" h="108712" w="111252">
                  <a:moveTo>
                    <a:pt x="111125" y="46482"/>
                  </a:moveTo>
                  <a:lnTo>
                    <a:pt x="85598" y="66802"/>
                  </a:lnTo>
                  <a:cubicBezTo>
                    <a:pt x="83185" y="68961"/>
                    <a:pt x="81280" y="73025"/>
                    <a:pt x="81280" y="76200"/>
                  </a:cubicBezTo>
                  <a:lnTo>
                    <a:pt x="82550" y="108712"/>
                  </a:lnTo>
                  <a:cubicBezTo>
                    <a:pt x="75184" y="103886"/>
                    <a:pt x="68326" y="100457"/>
                    <a:pt x="62992" y="95631"/>
                  </a:cubicBezTo>
                  <a:cubicBezTo>
                    <a:pt x="54483" y="88011"/>
                    <a:pt x="46101" y="87503"/>
                    <a:pt x="36195" y="92710"/>
                  </a:cubicBezTo>
                  <a:lnTo>
                    <a:pt x="22987" y="98044"/>
                  </a:lnTo>
                  <a:cubicBezTo>
                    <a:pt x="17653" y="89789"/>
                    <a:pt x="20955" y="80645"/>
                    <a:pt x="22733" y="71120"/>
                  </a:cubicBezTo>
                  <a:lnTo>
                    <a:pt x="22352" y="61849"/>
                  </a:lnTo>
                  <a:cubicBezTo>
                    <a:pt x="14732" y="50419"/>
                    <a:pt x="8128" y="43180"/>
                    <a:pt x="0" y="33020"/>
                  </a:cubicBezTo>
                  <a:lnTo>
                    <a:pt x="31877" y="32766"/>
                  </a:lnTo>
                  <a:cubicBezTo>
                    <a:pt x="35814" y="32385"/>
                    <a:pt x="40640" y="29591"/>
                    <a:pt x="43180" y="26416"/>
                  </a:cubicBezTo>
                  <a:lnTo>
                    <a:pt x="60579" y="0"/>
                  </a:lnTo>
                  <a:cubicBezTo>
                    <a:pt x="64643" y="11176"/>
                    <a:pt x="68326" y="20066"/>
                    <a:pt x="71120" y="29337"/>
                  </a:cubicBezTo>
                  <a:lnTo>
                    <a:pt x="76073" y="37465"/>
                  </a:lnTo>
                  <a:cubicBezTo>
                    <a:pt x="90805" y="40767"/>
                    <a:pt x="99949" y="43561"/>
                    <a:pt x="111252" y="4660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24"/>
            <p:cNvSpPr/>
            <p:nvPr/>
          </p:nvSpPr>
          <p:spPr>
            <a:xfrm>
              <a:off x="174625" y="738378"/>
              <a:ext cx="111125" cy="109093"/>
            </a:xfrm>
            <a:custGeom>
              <a:rect b="b" l="l" r="r" t="t"/>
              <a:pathLst>
                <a:path extrusionOk="0" h="109093" w="111125">
                  <a:moveTo>
                    <a:pt x="60452" y="0"/>
                  </a:moveTo>
                  <a:lnTo>
                    <a:pt x="70358" y="27686"/>
                  </a:lnTo>
                  <a:cubicBezTo>
                    <a:pt x="72263" y="34163"/>
                    <a:pt x="75565" y="37719"/>
                    <a:pt x="82550" y="38989"/>
                  </a:cubicBezTo>
                  <a:lnTo>
                    <a:pt x="111125" y="46609"/>
                  </a:lnTo>
                  <a:cubicBezTo>
                    <a:pt x="101854" y="53848"/>
                    <a:pt x="93726" y="59309"/>
                    <a:pt x="86741" y="65913"/>
                  </a:cubicBezTo>
                  <a:lnTo>
                    <a:pt x="81534" y="73660"/>
                  </a:lnTo>
                  <a:cubicBezTo>
                    <a:pt x="80899" y="87376"/>
                    <a:pt x="81915" y="97155"/>
                    <a:pt x="82550" y="109093"/>
                  </a:cubicBezTo>
                  <a:lnTo>
                    <a:pt x="56134" y="91567"/>
                  </a:lnTo>
                  <a:cubicBezTo>
                    <a:pt x="52832" y="89662"/>
                    <a:pt x="47752" y="89154"/>
                    <a:pt x="44196" y="90297"/>
                  </a:cubicBezTo>
                  <a:lnTo>
                    <a:pt x="14605" y="101346"/>
                  </a:lnTo>
                  <a:cubicBezTo>
                    <a:pt x="17653" y="90170"/>
                    <a:pt x="20955" y="80772"/>
                    <a:pt x="22733" y="71120"/>
                  </a:cubicBezTo>
                  <a:lnTo>
                    <a:pt x="22479" y="61849"/>
                  </a:lnTo>
                  <a:cubicBezTo>
                    <a:pt x="14859" y="50419"/>
                    <a:pt x="8255" y="43180"/>
                    <a:pt x="0" y="33020"/>
                  </a:cubicBezTo>
                  <a:lnTo>
                    <a:pt x="32004" y="32766"/>
                  </a:lnTo>
                  <a:cubicBezTo>
                    <a:pt x="35941" y="32385"/>
                    <a:pt x="40767" y="29718"/>
                    <a:pt x="43180" y="26543"/>
                  </a:cubicBezTo>
                  <a:lnTo>
                    <a:pt x="60452" y="25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24"/>
            <p:cNvSpPr/>
            <p:nvPr/>
          </p:nvSpPr>
          <p:spPr>
            <a:xfrm>
              <a:off x="456438" y="63500"/>
              <a:ext cx="108331" cy="109093"/>
            </a:xfrm>
            <a:custGeom>
              <a:rect b="b" l="l" r="r" t="t"/>
              <a:pathLst>
                <a:path extrusionOk="0" h="109093" w="108331">
                  <a:moveTo>
                    <a:pt x="11557" y="101092"/>
                  </a:moveTo>
                  <a:lnTo>
                    <a:pt x="20320" y="70358"/>
                  </a:lnTo>
                  <a:cubicBezTo>
                    <a:pt x="21082" y="66675"/>
                    <a:pt x="19939" y="61595"/>
                    <a:pt x="17780" y="58547"/>
                  </a:cubicBezTo>
                  <a:lnTo>
                    <a:pt x="0" y="32893"/>
                  </a:lnTo>
                  <a:cubicBezTo>
                    <a:pt x="9652" y="32893"/>
                    <a:pt x="19304" y="33528"/>
                    <a:pt x="28702" y="32639"/>
                  </a:cubicBezTo>
                  <a:lnTo>
                    <a:pt x="37973" y="29337"/>
                  </a:lnTo>
                  <a:cubicBezTo>
                    <a:pt x="46736" y="18288"/>
                    <a:pt x="51562" y="9779"/>
                    <a:pt x="57912" y="0"/>
                  </a:cubicBezTo>
                  <a:lnTo>
                    <a:pt x="68834" y="29210"/>
                  </a:lnTo>
                  <a:cubicBezTo>
                    <a:pt x="70612" y="32893"/>
                    <a:pt x="74549" y="36576"/>
                    <a:pt x="78232" y="37973"/>
                  </a:cubicBezTo>
                  <a:lnTo>
                    <a:pt x="108331" y="46355"/>
                  </a:lnTo>
                  <a:cubicBezTo>
                    <a:pt x="99314" y="53467"/>
                    <a:pt x="91948" y="59817"/>
                    <a:pt x="84074" y="65405"/>
                  </a:cubicBezTo>
                  <a:lnTo>
                    <a:pt x="77724" y="72517"/>
                  </a:lnTo>
                  <a:cubicBezTo>
                    <a:pt x="79121" y="87630"/>
                    <a:pt x="79375" y="97155"/>
                    <a:pt x="80010" y="109093"/>
                  </a:cubicBezTo>
                  <a:lnTo>
                    <a:pt x="53848" y="91567"/>
                  </a:lnTo>
                  <a:cubicBezTo>
                    <a:pt x="50292" y="89662"/>
                    <a:pt x="44958" y="89027"/>
                    <a:pt x="41021" y="90170"/>
                  </a:cubicBezTo>
                  <a:lnTo>
                    <a:pt x="11684" y="10109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24"/>
            <p:cNvSpPr/>
            <p:nvPr/>
          </p:nvSpPr>
          <p:spPr>
            <a:xfrm>
              <a:off x="901227" y="881375"/>
              <a:ext cx="94960" cy="67696"/>
            </a:xfrm>
            <a:custGeom>
              <a:rect b="b" l="l" r="r" t="t"/>
              <a:pathLst>
                <a:path extrusionOk="0" h="67696" w="94960">
                  <a:moveTo>
                    <a:pt x="23587" y="67696"/>
                  </a:moveTo>
                  <a:cubicBezTo>
                    <a:pt x="11268" y="67442"/>
                    <a:pt x="3267" y="61346"/>
                    <a:pt x="854" y="52456"/>
                  </a:cubicBezTo>
                  <a:cubicBezTo>
                    <a:pt x="-1813" y="43058"/>
                    <a:pt x="1870" y="33279"/>
                    <a:pt x="10506" y="28707"/>
                  </a:cubicBezTo>
                  <a:lnTo>
                    <a:pt x="63338" y="2418"/>
                  </a:lnTo>
                  <a:cubicBezTo>
                    <a:pt x="72863" y="-2154"/>
                    <a:pt x="80356" y="-122"/>
                    <a:pt x="86325" y="7498"/>
                  </a:cubicBezTo>
                  <a:lnTo>
                    <a:pt x="94961" y="25532"/>
                  </a:lnTo>
                  <a:cubicBezTo>
                    <a:pt x="70450" y="51694"/>
                    <a:pt x="45558" y="59949"/>
                    <a:pt x="23587" y="675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24"/>
            <p:cNvSpPr/>
            <p:nvPr/>
          </p:nvSpPr>
          <p:spPr>
            <a:xfrm>
              <a:off x="641537" y="236171"/>
              <a:ext cx="88654" cy="73780"/>
            </a:xfrm>
            <a:custGeom>
              <a:rect b="b" l="l" r="r" t="t"/>
              <a:pathLst>
                <a:path extrusionOk="0" h="73780" w="88654">
                  <a:moveTo>
                    <a:pt x="23943" y="49"/>
                  </a:moveTo>
                  <a:lnTo>
                    <a:pt x="30547" y="1446"/>
                  </a:lnTo>
                  <a:cubicBezTo>
                    <a:pt x="50105" y="14781"/>
                    <a:pt x="66234" y="25449"/>
                    <a:pt x="81347" y="37514"/>
                  </a:cubicBezTo>
                  <a:cubicBezTo>
                    <a:pt x="90745" y="44880"/>
                    <a:pt x="90745" y="58088"/>
                    <a:pt x="83252" y="66597"/>
                  </a:cubicBezTo>
                  <a:cubicBezTo>
                    <a:pt x="75886" y="74979"/>
                    <a:pt x="64329" y="76122"/>
                    <a:pt x="54804" y="69518"/>
                  </a:cubicBezTo>
                  <a:lnTo>
                    <a:pt x="9592" y="37768"/>
                  </a:lnTo>
                  <a:cubicBezTo>
                    <a:pt x="1972" y="32307"/>
                    <a:pt x="-2219" y="25322"/>
                    <a:pt x="1210" y="15543"/>
                  </a:cubicBezTo>
                  <a:cubicBezTo>
                    <a:pt x="4893" y="5002"/>
                    <a:pt x="12005" y="-586"/>
                    <a:pt x="23943" y="4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24"/>
            <p:cNvSpPr/>
            <p:nvPr/>
          </p:nvSpPr>
          <p:spPr>
            <a:xfrm>
              <a:off x="464561" y="919978"/>
              <a:ext cx="45217" cy="45095"/>
            </a:xfrm>
            <a:custGeom>
              <a:rect b="b" l="l" r="r" t="t"/>
              <a:pathLst>
                <a:path extrusionOk="0" h="45095" w="45217">
                  <a:moveTo>
                    <a:pt x="5" y="22870"/>
                  </a:moveTo>
                  <a:cubicBezTo>
                    <a:pt x="-249" y="10551"/>
                    <a:pt x="9657" y="264"/>
                    <a:pt x="21976" y="10"/>
                  </a:cubicBezTo>
                  <a:cubicBezTo>
                    <a:pt x="34803" y="-371"/>
                    <a:pt x="45217" y="9789"/>
                    <a:pt x="45217" y="22616"/>
                  </a:cubicBezTo>
                  <a:cubicBezTo>
                    <a:pt x="45217" y="34808"/>
                    <a:pt x="34930" y="45095"/>
                    <a:pt x="22738" y="45095"/>
                  </a:cubicBezTo>
                  <a:cubicBezTo>
                    <a:pt x="10546" y="45095"/>
                    <a:pt x="259" y="35189"/>
                    <a:pt x="5" y="228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24"/>
            <p:cNvSpPr/>
            <p:nvPr/>
          </p:nvSpPr>
          <p:spPr>
            <a:xfrm>
              <a:off x="231892" y="520055"/>
              <a:ext cx="45224" cy="45097"/>
            </a:xfrm>
            <a:custGeom>
              <a:rect b="b" l="l" r="r" t="t"/>
              <a:pathLst>
                <a:path extrusionOk="0" h="45097" w="45224">
                  <a:moveTo>
                    <a:pt x="45222" y="22997"/>
                  </a:moveTo>
                  <a:cubicBezTo>
                    <a:pt x="44968" y="35570"/>
                    <a:pt x="35189" y="45222"/>
                    <a:pt x="22616" y="45095"/>
                  </a:cubicBezTo>
                  <a:cubicBezTo>
                    <a:pt x="9789" y="44968"/>
                    <a:pt x="-371" y="34554"/>
                    <a:pt x="10" y="21727"/>
                  </a:cubicBezTo>
                  <a:cubicBezTo>
                    <a:pt x="391" y="9662"/>
                    <a:pt x="11059" y="-371"/>
                    <a:pt x="23251" y="10"/>
                  </a:cubicBezTo>
                  <a:cubicBezTo>
                    <a:pt x="35697" y="391"/>
                    <a:pt x="45349" y="10551"/>
                    <a:pt x="45222" y="229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24"/>
            <p:cNvSpPr/>
            <p:nvPr/>
          </p:nvSpPr>
          <p:spPr>
            <a:xfrm>
              <a:off x="943355" y="559180"/>
              <a:ext cx="44959" cy="45224"/>
            </a:xfrm>
            <a:custGeom>
              <a:rect b="b" l="l" r="r" t="t"/>
              <a:pathLst>
                <a:path extrusionOk="0" h="45224" w="44959">
                  <a:moveTo>
                    <a:pt x="1" y="22099"/>
                  </a:moveTo>
                  <a:cubicBezTo>
                    <a:pt x="128" y="9653"/>
                    <a:pt x="10161" y="-126"/>
                    <a:pt x="22607" y="1"/>
                  </a:cubicBezTo>
                  <a:cubicBezTo>
                    <a:pt x="35053" y="128"/>
                    <a:pt x="44959" y="10034"/>
                    <a:pt x="44959" y="22480"/>
                  </a:cubicBezTo>
                  <a:cubicBezTo>
                    <a:pt x="44959" y="35434"/>
                    <a:pt x="34545" y="45594"/>
                    <a:pt x="21845" y="45213"/>
                  </a:cubicBezTo>
                  <a:cubicBezTo>
                    <a:pt x="9526" y="44832"/>
                    <a:pt x="-126" y="34672"/>
                    <a:pt x="1" y="222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24"/>
            <p:cNvSpPr/>
            <p:nvPr/>
          </p:nvSpPr>
          <p:spPr>
            <a:xfrm>
              <a:off x="773684" y="687705"/>
              <a:ext cx="60071" cy="58801"/>
            </a:xfrm>
            <a:custGeom>
              <a:rect b="b" l="l" r="r" t="t"/>
              <a:pathLst>
                <a:path extrusionOk="0" h="58801" w="60071">
                  <a:moveTo>
                    <a:pt x="7366" y="54737"/>
                  </a:moveTo>
                  <a:cubicBezTo>
                    <a:pt x="13589" y="40132"/>
                    <a:pt x="12065" y="28702"/>
                    <a:pt x="0" y="18796"/>
                  </a:cubicBezTo>
                  <a:cubicBezTo>
                    <a:pt x="14224" y="18796"/>
                    <a:pt x="26416" y="16891"/>
                    <a:pt x="30861" y="0"/>
                  </a:cubicBezTo>
                  <a:cubicBezTo>
                    <a:pt x="35052" y="14859"/>
                    <a:pt x="42164" y="24511"/>
                    <a:pt x="60071" y="23622"/>
                  </a:cubicBezTo>
                  <a:lnTo>
                    <a:pt x="46482" y="32893"/>
                  </a:lnTo>
                  <a:cubicBezTo>
                    <a:pt x="41783" y="43180"/>
                    <a:pt x="43688" y="50292"/>
                    <a:pt x="43688" y="58801"/>
                  </a:cubicBezTo>
                  <a:cubicBezTo>
                    <a:pt x="32258" y="49149"/>
                    <a:pt x="20955" y="43815"/>
                    <a:pt x="7366" y="547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24"/>
            <p:cNvSpPr/>
            <p:nvPr/>
          </p:nvSpPr>
          <p:spPr>
            <a:xfrm>
              <a:off x="622681" y="843280"/>
              <a:ext cx="37719" cy="37338"/>
            </a:xfrm>
            <a:custGeom>
              <a:rect b="b" l="l" r="r" t="t"/>
              <a:pathLst>
                <a:path extrusionOk="0" h="37338" w="37719">
                  <a:moveTo>
                    <a:pt x="37719" y="18669"/>
                  </a:moveTo>
                  <a:cubicBezTo>
                    <a:pt x="37719" y="28956"/>
                    <a:pt x="29210" y="37338"/>
                    <a:pt x="18796" y="37338"/>
                  </a:cubicBezTo>
                  <a:cubicBezTo>
                    <a:pt x="8255" y="37338"/>
                    <a:pt x="0" y="29083"/>
                    <a:pt x="0" y="18669"/>
                  </a:cubicBezTo>
                  <a:cubicBezTo>
                    <a:pt x="0" y="8255"/>
                    <a:pt x="8255" y="0"/>
                    <a:pt x="18796" y="0"/>
                  </a:cubicBezTo>
                  <a:cubicBezTo>
                    <a:pt x="29337" y="0"/>
                    <a:pt x="37719" y="8509"/>
                    <a:pt x="37719" y="186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24"/>
            <p:cNvSpPr/>
            <p:nvPr/>
          </p:nvSpPr>
          <p:spPr>
            <a:xfrm>
              <a:off x="449453" y="334264"/>
              <a:ext cx="42291" cy="42164"/>
            </a:xfrm>
            <a:custGeom>
              <a:rect b="b" l="l" r="r" t="t"/>
              <a:pathLst>
                <a:path extrusionOk="0" h="42164" w="42291">
                  <a:moveTo>
                    <a:pt x="24765" y="127"/>
                  </a:moveTo>
                  <a:lnTo>
                    <a:pt x="42291" y="24638"/>
                  </a:lnTo>
                  <a:cubicBezTo>
                    <a:pt x="34290" y="30226"/>
                    <a:pt x="25273" y="36576"/>
                    <a:pt x="17399" y="42164"/>
                  </a:cubicBezTo>
                  <a:lnTo>
                    <a:pt x="0" y="17145"/>
                  </a:lnTo>
                  <a:cubicBezTo>
                    <a:pt x="7620" y="11938"/>
                    <a:pt x="16510" y="5715"/>
                    <a:pt x="2476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95" name="Google Shape;1495;p24"/>
          <p:cNvSpPr/>
          <p:nvPr/>
        </p:nvSpPr>
        <p:spPr>
          <a:xfrm>
            <a:off x="235748" y="1856293"/>
            <a:ext cx="605965" cy="614645"/>
          </a:xfrm>
          <a:custGeom>
            <a:rect b="b" l="l" r="r" t="t"/>
            <a:pathLst>
              <a:path extrusionOk="0" h="945607" w="932254">
                <a:moveTo>
                  <a:pt x="514905" y="852495"/>
                </a:moveTo>
                <a:cubicBezTo>
                  <a:pt x="497125" y="852622"/>
                  <a:pt x="483028" y="866592"/>
                  <a:pt x="483282" y="883991"/>
                </a:cubicBezTo>
                <a:cubicBezTo>
                  <a:pt x="483536" y="901390"/>
                  <a:pt x="498268" y="915614"/>
                  <a:pt x="515540" y="915360"/>
                </a:cubicBezTo>
                <a:cubicBezTo>
                  <a:pt x="532177" y="914979"/>
                  <a:pt x="546528" y="900120"/>
                  <a:pt x="546274" y="883483"/>
                </a:cubicBezTo>
                <a:cubicBezTo>
                  <a:pt x="546020" y="866211"/>
                  <a:pt x="532050" y="852495"/>
                  <a:pt x="514905" y="852622"/>
                </a:cubicBezTo>
                <a:moveTo>
                  <a:pt x="129714" y="852622"/>
                </a:moveTo>
                <a:cubicBezTo>
                  <a:pt x="111934" y="852622"/>
                  <a:pt x="97583" y="866465"/>
                  <a:pt x="97456" y="883737"/>
                </a:cubicBezTo>
                <a:cubicBezTo>
                  <a:pt x="97456" y="900501"/>
                  <a:pt x="112696" y="915614"/>
                  <a:pt x="129587" y="915487"/>
                </a:cubicBezTo>
                <a:cubicBezTo>
                  <a:pt x="146732" y="915360"/>
                  <a:pt x="160321" y="901390"/>
                  <a:pt x="160321" y="883864"/>
                </a:cubicBezTo>
                <a:cubicBezTo>
                  <a:pt x="160321" y="866084"/>
                  <a:pt x="147113" y="852622"/>
                  <a:pt x="129714" y="852622"/>
                </a:cubicBezTo>
                <a:moveTo>
                  <a:pt x="112188" y="562173"/>
                </a:moveTo>
                <a:cubicBezTo>
                  <a:pt x="112315" y="544901"/>
                  <a:pt x="98599" y="530931"/>
                  <a:pt x="81327" y="530677"/>
                </a:cubicBezTo>
                <a:cubicBezTo>
                  <a:pt x="64436" y="530423"/>
                  <a:pt x="49450" y="545282"/>
                  <a:pt x="49323" y="562427"/>
                </a:cubicBezTo>
                <a:cubicBezTo>
                  <a:pt x="49196" y="579191"/>
                  <a:pt x="63547" y="593288"/>
                  <a:pt x="80692" y="593415"/>
                </a:cubicBezTo>
                <a:cubicBezTo>
                  <a:pt x="98853" y="593542"/>
                  <a:pt x="112061" y="580334"/>
                  <a:pt x="112188" y="562046"/>
                </a:cubicBezTo>
                <a:moveTo>
                  <a:pt x="787066" y="95448"/>
                </a:moveTo>
                <a:cubicBezTo>
                  <a:pt x="805354" y="95448"/>
                  <a:pt x="818943" y="82367"/>
                  <a:pt x="819070" y="64460"/>
                </a:cubicBezTo>
                <a:cubicBezTo>
                  <a:pt x="819070" y="47315"/>
                  <a:pt x="805354" y="32837"/>
                  <a:pt x="788463" y="32583"/>
                </a:cubicBezTo>
                <a:cubicBezTo>
                  <a:pt x="771318" y="32329"/>
                  <a:pt x="756332" y="46934"/>
                  <a:pt x="756205" y="64079"/>
                </a:cubicBezTo>
                <a:cubicBezTo>
                  <a:pt x="756078" y="81224"/>
                  <a:pt x="770048" y="95448"/>
                  <a:pt x="787066" y="95448"/>
                </a:cubicBezTo>
                <a:moveTo>
                  <a:pt x="386254" y="95448"/>
                </a:moveTo>
                <a:cubicBezTo>
                  <a:pt x="403653" y="95448"/>
                  <a:pt x="417369" y="81986"/>
                  <a:pt x="417496" y="64714"/>
                </a:cubicBezTo>
                <a:cubicBezTo>
                  <a:pt x="417623" y="47061"/>
                  <a:pt x="403526" y="32710"/>
                  <a:pt x="386254" y="32710"/>
                </a:cubicBezTo>
                <a:cubicBezTo>
                  <a:pt x="369490" y="32710"/>
                  <a:pt x="355012" y="47061"/>
                  <a:pt x="354758" y="63825"/>
                </a:cubicBezTo>
                <a:cubicBezTo>
                  <a:pt x="354504" y="81351"/>
                  <a:pt x="368474" y="95448"/>
                  <a:pt x="386254" y="95448"/>
                </a:cubicBezTo>
                <a:moveTo>
                  <a:pt x="321865" y="691586"/>
                </a:moveTo>
                <a:cubicBezTo>
                  <a:pt x="304593" y="691713"/>
                  <a:pt x="289734" y="706699"/>
                  <a:pt x="290242" y="723590"/>
                </a:cubicBezTo>
                <a:cubicBezTo>
                  <a:pt x="290750" y="740481"/>
                  <a:pt x="305228" y="754578"/>
                  <a:pt x="321992" y="754451"/>
                </a:cubicBezTo>
                <a:cubicBezTo>
                  <a:pt x="339772" y="754324"/>
                  <a:pt x="353361" y="740354"/>
                  <a:pt x="353107" y="722574"/>
                </a:cubicBezTo>
                <a:cubicBezTo>
                  <a:pt x="352853" y="705302"/>
                  <a:pt x="338883" y="691459"/>
                  <a:pt x="321865" y="691713"/>
                </a:cubicBezTo>
                <a:moveTo>
                  <a:pt x="594026" y="545282"/>
                </a:moveTo>
                <a:cubicBezTo>
                  <a:pt x="612314" y="545409"/>
                  <a:pt x="626284" y="532201"/>
                  <a:pt x="626538" y="514675"/>
                </a:cubicBezTo>
                <a:cubicBezTo>
                  <a:pt x="626792" y="497530"/>
                  <a:pt x="612314" y="482671"/>
                  <a:pt x="595169" y="482544"/>
                </a:cubicBezTo>
                <a:cubicBezTo>
                  <a:pt x="578278" y="482290"/>
                  <a:pt x="563927" y="496514"/>
                  <a:pt x="563800" y="513532"/>
                </a:cubicBezTo>
                <a:cubicBezTo>
                  <a:pt x="563546" y="531185"/>
                  <a:pt x="576881" y="545155"/>
                  <a:pt x="594026" y="545282"/>
                </a:cubicBezTo>
                <a:moveTo>
                  <a:pt x="321992" y="402661"/>
                </a:moveTo>
                <a:cubicBezTo>
                  <a:pt x="295068" y="402407"/>
                  <a:pt x="275129" y="421965"/>
                  <a:pt x="274748" y="448635"/>
                </a:cubicBezTo>
                <a:cubicBezTo>
                  <a:pt x="274494" y="476829"/>
                  <a:pt x="293671" y="496768"/>
                  <a:pt x="321484" y="497022"/>
                </a:cubicBezTo>
                <a:cubicBezTo>
                  <a:pt x="348281" y="497276"/>
                  <a:pt x="369109" y="477464"/>
                  <a:pt x="369363" y="451429"/>
                </a:cubicBezTo>
                <a:cubicBezTo>
                  <a:pt x="369617" y="422854"/>
                  <a:pt x="350186" y="402788"/>
                  <a:pt x="321992" y="402534"/>
                </a:cubicBezTo>
                <a:moveTo>
                  <a:pt x="804465" y="674822"/>
                </a:moveTo>
                <a:cubicBezTo>
                  <a:pt x="804338" y="701238"/>
                  <a:pt x="825293" y="722320"/>
                  <a:pt x="851836" y="722574"/>
                </a:cubicBezTo>
                <a:cubicBezTo>
                  <a:pt x="878379" y="722828"/>
                  <a:pt x="899080" y="702254"/>
                  <a:pt x="899588" y="675203"/>
                </a:cubicBezTo>
                <a:cubicBezTo>
                  <a:pt x="900096" y="648914"/>
                  <a:pt x="879141" y="627324"/>
                  <a:pt x="852725" y="626943"/>
                </a:cubicBezTo>
                <a:cubicBezTo>
                  <a:pt x="825928" y="626562"/>
                  <a:pt x="804592" y="647771"/>
                  <a:pt x="804592" y="674822"/>
                </a:cubicBezTo>
                <a:moveTo>
                  <a:pt x="80819" y="240101"/>
                </a:moveTo>
                <a:cubicBezTo>
                  <a:pt x="108251" y="240101"/>
                  <a:pt x="128571" y="219781"/>
                  <a:pt x="128571" y="192222"/>
                </a:cubicBezTo>
                <a:cubicBezTo>
                  <a:pt x="128571" y="166060"/>
                  <a:pt x="107997" y="145486"/>
                  <a:pt x="81581" y="145486"/>
                </a:cubicBezTo>
                <a:cubicBezTo>
                  <a:pt x="53895" y="145359"/>
                  <a:pt x="33702" y="165171"/>
                  <a:pt x="33448" y="192857"/>
                </a:cubicBezTo>
                <a:cubicBezTo>
                  <a:pt x="33194" y="219527"/>
                  <a:pt x="53768" y="240101"/>
                  <a:pt x="80819" y="240101"/>
                </a:cubicBezTo>
                <a:moveTo>
                  <a:pt x="547290" y="224734"/>
                </a:moveTo>
                <a:cubicBezTo>
                  <a:pt x="547163" y="251150"/>
                  <a:pt x="568245" y="272613"/>
                  <a:pt x="594534" y="272613"/>
                </a:cubicBezTo>
                <a:cubicBezTo>
                  <a:pt x="621204" y="272740"/>
                  <a:pt x="643048" y="251023"/>
                  <a:pt x="642794" y="224480"/>
                </a:cubicBezTo>
                <a:cubicBezTo>
                  <a:pt x="642540" y="198572"/>
                  <a:pt x="621585" y="177363"/>
                  <a:pt x="595804" y="176982"/>
                </a:cubicBezTo>
                <a:cubicBezTo>
                  <a:pt x="569134" y="176601"/>
                  <a:pt x="547417" y="197937"/>
                  <a:pt x="547290" y="224607"/>
                </a:cubicBezTo>
                <a:moveTo>
                  <a:pt x="279574" y="772231"/>
                </a:moveTo>
                <a:lnTo>
                  <a:pt x="189785" y="849701"/>
                </a:lnTo>
                <a:cubicBezTo>
                  <a:pt x="188134" y="851098"/>
                  <a:pt x="188261" y="856178"/>
                  <a:pt x="189277" y="858972"/>
                </a:cubicBezTo>
                <a:cubicBezTo>
                  <a:pt x="201469" y="890468"/>
                  <a:pt x="189150" y="924631"/>
                  <a:pt x="160194" y="941014"/>
                </a:cubicBezTo>
                <a:cubicBezTo>
                  <a:pt x="148510" y="947618"/>
                  <a:pt x="136191" y="945078"/>
                  <a:pt x="124126" y="945332"/>
                </a:cubicBezTo>
                <a:cubicBezTo>
                  <a:pt x="95678" y="945713"/>
                  <a:pt x="71802" y="926536"/>
                  <a:pt x="66087" y="898850"/>
                </a:cubicBezTo>
                <a:cubicBezTo>
                  <a:pt x="60753" y="873196"/>
                  <a:pt x="67738" y="850971"/>
                  <a:pt x="88058" y="834207"/>
                </a:cubicBezTo>
                <a:cubicBezTo>
                  <a:pt x="109013" y="816935"/>
                  <a:pt x="132508" y="814776"/>
                  <a:pt x="157273" y="825444"/>
                </a:cubicBezTo>
                <a:lnTo>
                  <a:pt x="160575" y="827095"/>
                </a:lnTo>
                <a:cubicBezTo>
                  <a:pt x="179117" y="814522"/>
                  <a:pt x="195500" y="800679"/>
                  <a:pt x="211756" y="786709"/>
                </a:cubicBezTo>
                <a:lnTo>
                  <a:pt x="255317" y="749371"/>
                </a:lnTo>
                <a:cubicBezTo>
                  <a:pt x="259381" y="745942"/>
                  <a:pt x="260016" y="743021"/>
                  <a:pt x="258873" y="737687"/>
                </a:cubicBezTo>
                <a:cubicBezTo>
                  <a:pt x="252015" y="705556"/>
                  <a:pt x="268144" y="675838"/>
                  <a:pt x="298497" y="662630"/>
                </a:cubicBezTo>
                <a:lnTo>
                  <a:pt x="304847" y="657931"/>
                </a:lnTo>
                <a:cubicBezTo>
                  <a:pt x="305228" y="613862"/>
                  <a:pt x="305101" y="572206"/>
                  <a:pt x="305101" y="531439"/>
                </a:cubicBezTo>
                <a:lnTo>
                  <a:pt x="273732" y="515056"/>
                </a:lnTo>
                <a:cubicBezTo>
                  <a:pt x="264588" y="508198"/>
                  <a:pt x="257476" y="498673"/>
                  <a:pt x="248713" y="489529"/>
                </a:cubicBezTo>
                <a:lnTo>
                  <a:pt x="157146" y="535376"/>
                </a:lnTo>
                <a:cubicBezTo>
                  <a:pt x="154352" y="536773"/>
                  <a:pt x="151812" y="538551"/>
                  <a:pt x="148891" y="539440"/>
                </a:cubicBezTo>
                <a:lnTo>
                  <a:pt x="143176" y="543631"/>
                </a:lnTo>
                <a:cubicBezTo>
                  <a:pt x="151558" y="584398"/>
                  <a:pt x="130857" y="617037"/>
                  <a:pt x="95424" y="625673"/>
                </a:cubicBezTo>
                <a:cubicBezTo>
                  <a:pt x="61769" y="633928"/>
                  <a:pt x="26082" y="612084"/>
                  <a:pt x="17954" y="578175"/>
                </a:cubicBezTo>
                <a:cubicBezTo>
                  <a:pt x="9572" y="542742"/>
                  <a:pt x="32051" y="506547"/>
                  <a:pt x="66976" y="499181"/>
                </a:cubicBezTo>
                <a:cubicBezTo>
                  <a:pt x="86280" y="495117"/>
                  <a:pt x="103425" y="499435"/>
                  <a:pt x="119554" y="510230"/>
                </a:cubicBezTo>
                <a:lnTo>
                  <a:pt x="127047" y="512516"/>
                </a:lnTo>
                <a:cubicBezTo>
                  <a:pt x="165020" y="493974"/>
                  <a:pt x="200072" y="476067"/>
                  <a:pt x="235378" y="458668"/>
                </a:cubicBezTo>
                <a:lnTo>
                  <a:pt x="241601" y="454985"/>
                </a:lnTo>
                <a:cubicBezTo>
                  <a:pt x="240585" y="434157"/>
                  <a:pt x="245538" y="419679"/>
                  <a:pt x="254047" y="405201"/>
                </a:cubicBezTo>
                <a:lnTo>
                  <a:pt x="229282" y="377134"/>
                </a:lnTo>
                <a:cubicBezTo>
                  <a:pt x="196516" y="340685"/>
                  <a:pt x="163623" y="304236"/>
                  <a:pt x="131111" y="267660"/>
                </a:cubicBezTo>
                <a:lnTo>
                  <a:pt x="123364" y="262453"/>
                </a:lnTo>
                <a:cubicBezTo>
                  <a:pt x="87423" y="278836"/>
                  <a:pt x="58467" y="277058"/>
                  <a:pt x="31797" y="257246"/>
                </a:cubicBezTo>
                <a:cubicBezTo>
                  <a:pt x="5127" y="237434"/>
                  <a:pt x="-4017" y="209494"/>
                  <a:pt x="1571" y="177871"/>
                </a:cubicBezTo>
                <a:cubicBezTo>
                  <a:pt x="7286" y="145486"/>
                  <a:pt x="27352" y="124023"/>
                  <a:pt x="59356" y="114752"/>
                </a:cubicBezTo>
                <a:cubicBezTo>
                  <a:pt x="90217" y="105862"/>
                  <a:pt x="124761" y="117038"/>
                  <a:pt x="144192" y="141676"/>
                </a:cubicBezTo>
                <a:cubicBezTo>
                  <a:pt x="164639" y="167584"/>
                  <a:pt x="167814" y="203398"/>
                  <a:pt x="152193" y="231973"/>
                </a:cubicBezTo>
                <a:lnTo>
                  <a:pt x="150034" y="235656"/>
                </a:lnTo>
                <a:cubicBezTo>
                  <a:pt x="191817" y="285694"/>
                  <a:pt x="234743" y="333319"/>
                  <a:pt x="275256" y="378404"/>
                </a:cubicBezTo>
                <a:cubicBezTo>
                  <a:pt x="292782" y="375102"/>
                  <a:pt x="307895" y="370022"/>
                  <a:pt x="323135" y="369641"/>
                </a:cubicBezTo>
                <a:cubicBezTo>
                  <a:pt x="360854" y="368752"/>
                  <a:pt x="391969" y="394152"/>
                  <a:pt x="400605" y="430982"/>
                </a:cubicBezTo>
                <a:lnTo>
                  <a:pt x="403653" y="437459"/>
                </a:lnTo>
                <a:cubicBezTo>
                  <a:pt x="451278" y="450286"/>
                  <a:pt x="494458" y="462351"/>
                  <a:pt x="537765" y="473908"/>
                </a:cubicBezTo>
                <a:lnTo>
                  <a:pt x="543861" y="472892"/>
                </a:lnTo>
                <a:cubicBezTo>
                  <a:pt x="555291" y="465526"/>
                  <a:pt x="564054" y="459557"/>
                  <a:pt x="572690" y="453207"/>
                </a:cubicBezTo>
                <a:lnTo>
                  <a:pt x="578151" y="448127"/>
                </a:lnTo>
                <a:cubicBezTo>
                  <a:pt x="578532" y="400502"/>
                  <a:pt x="578532" y="355417"/>
                  <a:pt x="578151" y="310332"/>
                </a:cubicBezTo>
                <a:lnTo>
                  <a:pt x="574849" y="303728"/>
                </a:lnTo>
                <a:cubicBezTo>
                  <a:pt x="535606" y="293187"/>
                  <a:pt x="507031" y="253944"/>
                  <a:pt x="515540" y="210637"/>
                </a:cubicBezTo>
                <a:lnTo>
                  <a:pt x="515286" y="201112"/>
                </a:lnTo>
                <a:cubicBezTo>
                  <a:pt x="495474" y="184729"/>
                  <a:pt x="480615" y="171902"/>
                  <a:pt x="465629" y="158948"/>
                </a:cubicBezTo>
                <a:lnTo>
                  <a:pt x="420163" y="119959"/>
                </a:lnTo>
                <a:cubicBezTo>
                  <a:pt x="402383" y="129484"/>
                  <a:pt x="383841" y="132151"/>
                  <a:pt x="364410" y="125293"/>
                </a:cubicBezTo>
                <a:cubicBezTo>
                  <a:pt x="349932" y="120086"/>
                  <a:pt x="338756" y="110815"/>
                  <a:pt x="330755" y="97861"/>
                </a:cubicBezTo>
                <a:cubicBezTo>
                  <a:pt x="315134" y="72842"/>
                  <a:pt x="319452" y="40965"/>
                  <a:pt x="339899" y="18740"/>
                </a:cubicBezTo>
                <a:cubicBezTo>
                  <a:pt x="359457" y="-2469"/>
                  <a:pt x="399208" y="-3993"/>
                  <a:pt x="419401" y="8580"/>
                </a:cubicBezTo>
                <a:cubicBezTo>
                  <a:pt x="448865" y="26868"/>
                  <a:pt x="457247" y="55697"/>
                  <a:pt x="443785" y="96210"/>
                </a:cubicBezTo>
                <a:lnTo>
                  <a:pt x="532812" y="172537"/>
                </a:lnTo>
                <a:cubicBezTo>
                  <a:pt x="548179" y="155265"/>
                  <a:pt x="567229" y="145486"/>
                  <a:pt x="589835" y="144216"/>
                </a:cubicBezTo>
                <a:cubicBezTo>
                  <a:pt x="612187" y="142946"/>
                  <a:pt x="632380" y="149677"/>
                  <a:pt x="649906" y="165044"/>
                </a:cubicBezTo>
                <a:lnTo>
                  <a:pt x="715311" y="109545"/>
                </a:lnTo>
                <a:cubicBezTo>
                  <a:pt x="725852" y="101163"/>
                  <a:pt x="729916" y="94686"/>
                  <a:pt x="725344" y="79700"/>
                </a:cubicBezTo>
                <a:cubicBezTo>
                  <a:pt x="715692" y="48077"/>
                  <a:pt x="733218" y="15184"/>
                  <a:pt x="764079" y="4389"/>
                </a:cubicBezTo>
                <a:cubicBezTo>
                  <a:pt x="788336" y="-4120"/>
                  <a:pt x="814752" y="-691"/>
                  <a:pt x="833421" y="18486"/>
                </a:cubicBezTo>
                <a:cubicBezTo>
                  <a:pt x="852090" y="37663"/>
                  <a:pt x="857678" y="64968"/>
                  <a:pt x="847391" y="89225"/>
                </a:cubicBezTo>
                <a:cubicBezTo>
                  <a:pt x="837104" y="113482"/>
                  <a:pt x="813863" y="129738"/>
                  <a:pt x="788209" y="128722"/>
                </a:cubicBezTo>
                <a:lnTo>
                  <a:pt x="758745" y="122626"/>
                </a:lnTo>
                <a:cubicBezTo>
                  <a:pt x="755951" y="122118"/>
                  <a:pt x="751887" y="121991"/>
                  <a:pt x="749982" y="123515"/>
                </a:cubicBezTo>
                <a:lnTo>
                  <a:pt x="669337" y="192222"/>
                </a:lnTo>
                <a:cubicBezTo>
                  <a:pt x="677973" y="215717"/>
                  <a:pt x="678481" y="239212"/>
                  <a:pt x="667051" y="261818"/>
                </a:cubicBezTo>
                <a:cubicBezTo>
                  <a:pt x="655621" y="284678"/>
                  <a:pt x="636444" y="298267"/>
                  <a:pt x="611552" y="304617"/>
                </a:cubicBezTo>
                <a:lnTo>
                  <a:pt x="611298" y="426156"/>
                </a:lnTo>
                <a:cubicBezTo>
                  <a:pt x="611044" y="441396"/>
                  <a:pt x="611806" y="452318"/>
                  <a:pt x="629078" y="460319"/>
                </a:cubicBezTo>
                <a:cubicBezTo>
                  <a:pt x="649906" y="469844"/>
                  <a:pt x="658669" y="490545"/>
                  <a:pt x="659685" y="513659"/>
                </a:cubicBezTo>
                <a:lnTo>
                  <a:pt x="661082" y="521406"/>
                </a:lnTo>
                <a:cubicBezTo>
                  <a:pt x="710485" y="551378"/>
                  <a:pt x="757729" y="579699"/>
                  <a:pt x="804719" y="607893"/>
                </a:cubicBezTo>
                <a:cubicBezTo>
                  <a:pt x="845613" y="582239"/>
                  <a:pt x="891206" y="593796"/>
                  <a:pt x="915463" y="624657"/>
                </a:cubicBezTo>
                <a:cubicBezTo>
                  <a:pt x="939085" y="654629"/>
                  <a:pt x="937561" y="700984"/>
                  <a:pt x="912288" y="728670"/>
                </a:cubicBezTo>
                <a:cubicBezTo>
                  <a:pt x="884348" y="759277"/>
                  <a:pt x="840152" y="764865"/>
                  <a:pt x="805735" y="741878"/>
                </a:cubicBezTo>
                <a:cubicBezTo>
                  <a:pt x="775890" y="721939"/>
                  <a:pt x="757729" y="678251"/>
                  <a:pt x="781478" y="632912"/>
                </a:cubicBezTo>
                <a:lnTo>
                  <a:pt x="648001" y="552648"/>
                </a:lnTo>
                <a:cubicBezTo>
                  <a:pt x="626665" y="576905"/>
                  <a:pt x="600757" y="586430"/>
                  <a:pt x="570277" y="573857"/>
                </a:cubicBezTo>
                <a:cubicBezTo>
                  <a:pt x="541448" y="561919"/>
                  <a:pt x="529256" y="538297"/>
                  <a:pt x="530018" y="506674"/>
                </a:cubicBezTo>
                <a:lnTo>
                  <a:pt x="403399" y="472003"/>
                </a:lnTo>
                <a:cubicBezTo>
                  <a:pt x="394382" y="484957"/>
                  <a:pt x="387524" y="498800"/>
                  <a:pt x="376983" y="508833"/>
                </a:cubicBezTo>
                <a:cubicBezTo>
                  <a:pt x="366696" y="518612"/>
                  <a:pt x="352599" y="524454"/>
                  <a:pt x="338248" y="533217"/>
                </a:cubicBezTo>
                <a:lnTo>
                  <a:pt x="338248" y="619577"/>
                </a:lnTo>
                <a:cubicBezTo>
                  <a:pt x="338248" y="630372"/>
                  <a:pt x="338502" y="641167"/>
                  <a:pt x="338121" y="651962"/>
                </a:cubicBezTo>
                <a:lnTo>
                  <a:pt x="339264" y="660344"/>
                </a:lnTo>
                <a:cubicBezTo>
                  <a:pt x="376602" y="675330"/>
                  <a:pt x="391842" y="705683"/>
                  <a:pt x="384730" y="739084"/>
                </a:cubicBezTo>
                <a:lnTo>
                  <a:pt x="385746" y="746323"/>
                </a:lnTo>
                <a:cubicBezTo>
                  <a:pt x="416480" y="773120"/>
                  <a:pt x="445309" y="797758"/>
                  <a:pt x="474011" y="822523"/>
                </a:cubicBezTo>
                <a:lnTo>
                  <a:pt x="482266" y="827476"/>
                </a:lnTo>
                <a:cubicBezTo>
                  <a:pt x="520874" y="809823"/>
                  <a:pt x="558974" y="824555"/>
                  <a:pt x="573706" y="857067"/>
                </a:cubicBezTo>
                <a:cubicBezTo>
                  <a:pt x="588311" y="889198"/>
                  <a:pt x="574468" y="927298"/>
                  <a:pt x="542083" y="941903"/>
                </a:cubicBezTo>
                <a:lnTo>
                  <a:pt x="525954" y="944443"/>
                </a:lnTo>
                <a:cubicBezTo>
                  <a:pt x="499284" y="946983"/>
                  <a:pt x="482647" y="944189"/>
                  <a:pt x="468804" y="929838"/>
                </a:cubicBezTo>
                <a:cubicBezTo>
                  <a:pt x="452802" y="913201"/>
                  <a:pt x="442261" y="885388"/>
                  <a:pt x="457374" y="852114"/>
                </a:cubicBezTo>
                <a:lnTo>
                  <a:pt x="364537" y="772485"/>
                </a:lnTo>
                <a:cubicBezTo>
                  <a:pt x="351837" y="781375"/>
                  <a:pt x="338248" y="788106"/>
                  <a:pt x="322246" y="787979"/>
                </a:cubicBezTo>
                <a:cubicBezTo>
                  <a:pt x="306244" y="787852"/>
                  <a:pt x="292147" y="782518"/>
                  <a:pt x="279447" y="772231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96" name="Google Shape;1496;p24"/>
          <p:cNvGrpSpPr/>
          <p:nvPr/>
        </p:nvGrpSpPr>
        <p:grpSpPr>
          <a:xfrm>
            <a:off x="138506" y="9307774"/>
            <a:ext cx="801318" cy="443295"/>
            <a:chOff x="63500" y="63500"/>
            <a:chExt cx="1508506" cy="834517"/>
          </a:xfrm>
        </p:grpSpPr>
        <p:sp>
          <p:nvSpPr>
            <p:cNvPr id="1497" name="Google Shape;1497;p24"/>
            <p:cNvSpPr/>
            <p:nvPr/>
          </p:nvSpPr>
          <p:spPr>
            <a:xfrm>
              <a:off x="63500" y="63500"/>
              <a:ext cx="1508506" cy="834517"/>
            </a:xfrm>
            <a:custGeom>
              <a:rect b="b" l="l" r="r" t="t"/>
              <a:pathLst>
                <a:path extrusionOk="0" h="834517" w="1508506">
                  <a:moveTo>
                    <a:pt x="754253" y="30988"/>
                  </a:moveTo>
                  <a:cubicBezTo>
                    <a:pt x="355473" y="30988"/>
                    <a:pt x="30988" y="204216"/>
                    <a:pt x="30988" y="417195"/>
                  </a:cubicBezTo>
                  <a:cubicBezTo>
                    <a:pt x="30988" y="630174"/>
                    <a:pt x="355473" y="803402"/>
                    <a:pt x="754253" y="803402"/>
                  </a:cubicBezTo>
                  <a:cubicBezTo>
                    <a:pt x="1153033" y="803402"/>
                    <a:pt x="1477518" y="630174"/>
                    <a:pt x="1477518" y="417195"/>
                  </a:cubicBezTo>
                  <a:cubicBezTo>
                    <a:pt x="1477518" y="204216"/>
                    <a:pt x="1153033" y="30988"/>
                    <a:pt x="754253" y="30988"/>
                  </a:cubicBezTo>
                  <a:moveTo>
                    <a:pt x="754253" y="834390"/>
                  </a:moveTo>
                  <a:cubicBezTo>
                    <a:pt x="338328" y="834517"/>
                    <a:pt x="0" y="647319"/>
                    <a:pt x="0" y="417195"/>
                  </a:cubicBezTo>
                  <a:cubicBezTo>
                    <a:pt x="0" y="187071"/>
                    <a:pt x="338328" y="0"/>
                    <a:pt x="754253" y="0"/>
                  </a:cubicBezTo>
                  <a:cubicBezTo>
                    <a:pt x="1170178" y="0"/>
                    <a:pt x="1508506" y="187198"/>
                    <a:pt x="1508506" y="417195"/>
                  </a:cubicBezTo>
                  <a:cubicBezTo>
                    <a:pt x="1508506" y="647192"/>
                    <a:pt x="1170178" y="834517"/>
                    <a:pt x="754253" y="8345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24"/>
            <p:cNvSpPr/>
            <p:nvPr/>
          </p:nvSpPr>
          <p:spPr>
            <a:xfrm>
              <a:off x="309372" y="287274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24"/>
            <p:cNvSpPr/>
            <p:nvPr/>
          </p:nvSpPr>
          <p:spPr>
            <a:xfrm>
              <a:off x="515239" y="642112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24"/>
            <p:cNvSpPr/>
            <p:nvPr/>
          </p:nvSpPr>
          <p:spPr>
            <a:xfrm>
              <a:off x="372745" y="561467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24"/>
            <p:cNvSpPr/>
            <p:nvPr/>
          </p:nvSpPr>
          <p:spPr>
            <a:xfrm>
              <a:off x="453390" y="39331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24"/>
            <p:cNvSpPr/>
            <p:nvPr/>
          </p:nvSpPr>
          <p:spPr>
            <a:xfrm>
              <a:off x="957580" y="325755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24"/>
            <p:cNvSpPr/>
            <p:nvPr/>
          </p:nvSpPr>
          <p:spPr>
            <a:xfrm>
              <a:off x="850392" y="727202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24"/>
            <p:cNvSpPr/>
            <p:nvPr/>
          </p:nvSpPr>
          <p:spPr>
            <a:xfrm>
              <a:off x="217170" y="451358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24"/>
            <p:cNvSpPr/>
            <p:nvPr/>
          </p:nvSpPr>
          <p:spPr>
            <a:xfrm>
              <a:off x="618490" y="302006"/>
              <a:ext cx="35052" cy="34798"/>
            </a:xfrm>
            <a:custGeom>
              <a:rect b="b" l="l" r="r" t="t"/>
              <a:pathLst>
                <a:path extrusionOk="0" h="34798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747"/>
                  </a:lnTo>
                  <a:cubicBezTo>
                    <a:pt x="0" y="27051"/>
                    <a:pt x="7874" y="34798"/>
                    <a:pt x="17526" y="34798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24"/>
            <p:cNvSpPr/>
            <p:nvPr/>
          </p:nvSpPr>
          <p:spPr>
            <a:xfrm>
              <a:off x="1103122" y="708914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24"/>
            <p:cNvSpPr/>
            <p:nvPr/>
          </p:nvSpPr>
          <p:spPr>
            <a:xfrm>
              <a:off x="845947" y="435483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127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24"/>
            <p:cNvSpPr/>
            <p:nvPr/>
          </p:nvSpPr>
          <p:spPr>
            <a:xfrm>
              <a:off x="1069594" y="284734"/>
              <a:ext cx="35052" cy="34798"/>
            </a:xfrm>
            <a:custGeom>
              <a:rect b="b" l="l" r="r" t="t"/>
              <a:pathLst>
                <a:path extrusionOk="0" h="34798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747"/>
                  </a:lnTo>
                  <a:cubicBezTo>
                    <a:pt x="0" y="27051"/>
                    <a:pt x="7874" y="34798"/>
                    <a:pt x="17526" y="34798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24"/>
            <p:cNvSpPr/>
            <p:nvPr/>
          </p:nvSpPr>
          <p:spPr>
            <a:xfrm>
              <a:off x="615950" y="758190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24"/>
            <p:cNvSpPr/>
            <p:nvPr/>
          </p:nvSpPr>
          <p:spPr>
            <a:xfrm>
              <a:off x="930148" y="19392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24"/>
            <p:cNvSpPr/>
            <p:nvPr/>
          </p:nvSpPr>
          <p:spPr>
            <a:xfrm>
              <a:off x="1380236" y="346964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24"/>
            <p:cNvSpPr/>
            <p:nvPr/>
          </p:nvSpPr>
          <p:spPr>
            <a:xfrm>
              <a:off x="1293622" y="603377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24"/>
            <p:cNvSpPr/>
            <p:nvPr/>
          </p:nvSpPr>
          <p:spPr>
            <a:xfrm>
              <a:off x="691261" y="174498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24"/>
            <p:cNvSpPr/>
            <p:nvPr/>
          </p:nvSpPr>
          <p:spPr>
            <a:xfrm>
              <a:off x="1224153" y="416433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24"/>
            <p:cNvSpPr/>
            <p:nvPr/>
          </p:nvSpPr>
          <p:spPr>
            <a:xfrm>
              <a:off x="276733" y="615696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24"/>
            <p:cNvSpPr/>
            <p:nvPr/>
          </p:nvSpPr>
          <p:spPr>
            <a:xfrm>
              <a:off x="995299" y="455295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24"/>
            <p:cNvSpPr/>
            <p:nvPr/>
          </p:nvSpPr>
          <p:spPr>
            <a:xfrm>
              <a:off x="701421" y="568579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24"/>
            <p:cNvSpPr/>
            <p:nvPr/>
          </p:nvSpPr>
          <p:spPr>
            <a:xfrm>
              <a:off x="740029" y="366141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24"/>
            <p:cNvSpPr/>
            <p:nvPr/>
          </p:nvSpPr>
          <p:spPr>
            <a:xfrm>
              <a:off x="517525" y="16979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24"/>
            <p:cNvSpPr/>
            <p:nvPr/>
          </p:nvSpPr>
          <p:spPr>
            <a:xfrm>
              <a:off x="600075" y="435991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24"/>
            <p:cNvSpPr/>
            <p:nvPr/>
          </p:nvSpPr>
          <p:spPr>
            <a:xfrm>
              <a:off x="884809" y="609981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24"/>
            <p:cNvSpPr/>
            <p:nvPr/>
          </p:nvSpPr>
          <p:spPr>
            <a:xfrm>
              <a:off x="1108710" y="605028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24"/>
            <p:cNvSpPr/>
            <p:nvPr/>
          </p:nvSpPr>
          <p:spPr>
            <a:xfrm>
              <a:off x="1383157" y="511048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24"/>
            <p:cNvSpPr/>
            <p:nvPr/>
          </p:nvSpPr>
          <p:spPr>
            <a:xfrm>
              <a:off x="1134237" y="508381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24"/>
            <p:cNvSpPr/>
            <p:nvPr/>
          </p:nvSpPr>
          <p:spPr>
            <a:xfrm>
              <a:off x="1224407" y="237744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26" name="Google Shape;1526;p24"/>
          <p:cNvGrpSpPr/>
          <p:nvPr/>
        </p:nvGrpSpPr>
        <p:grpSpPr>
          <a:xfrm>
            <a:off x="198554" y="3255792"/>
            <a:ext cx="678939" cy="675634"/>
            <a:chOff x="63500" y="63500"/>
            <a:chExt cx="1043559" cy="1038479"/>
          </a:xfrm>
        </p:grpSpPr>
        <p:sp>
          <p:nvSpPr>
            <p:cNvPr id="1527" name="Google Shape;1527;p24"/>
            <p:cNvSpPr/>
            <p:nvPr/>
          </p:nvSpPr>
          <p:spPr>
            <a:xfrm>
              <a:off x="66929" y="144399"/>
              <a:ext cx="242316" cy="611378"/>
            </a:xfrm>
            <a:custGeom>
              <a:rect b="b" l="l" r="r" t="t"/>
              <a:pathLst>
                <a:path extrusionOk="0" h="611378" w="242316">
                  <a:moveTo>
                    <a:pt x="225044" y="611378"/>
                  </a:moveTo>
                  <a:lnTo>
                    <a:pt x="178308" y="611378"/>
                  </a:lnTo>
                  <a:cubicBezTo>
                    <a:pt x="78359" y="611378"/>
                    <a:pt x="0" y="535305"/>
                    <a:pt x="0" y="438277"/>
                  </a:cubicBezTo>
                  <a:cubicBezTo>
                    <a:pt x="0" y="350520"/>
                    <a:pt x="63246" y="276733"/>
                    <a:pt x="148717" y="262509"/>
                  </a:cubicBezTo>
                  <a:cubicBezTo>
                    <a:pt x="138049" y="234061"/>
                    <a:pt x="132588" y="203962"/>
                    <a:pt x="132588" y="173101"/>
                  </a:cubicBezTo>
                  <a:cubicBezTo>
                    <a:pt x="132588" y="112649"/>
                    <a:pt x="154305" y="53975"/>
                    <a:pt x="193675" y="8001"/>
                  </a:cubicBezTo>
                  <a:lnTo>
                    <a:pt x="210820" y="0"/>
                  </a:lnTo>
                  <a:cubicBezTo>
                    <a:pt x="225298" y="12446"/>
                    <a:pt x="226187" y="23241"/>
                    <a:pt x="219964" y="30607"/>
                  </a:cubicBezTo>
                  <a:cubicBezTo>
                    <a:pt x="185928" y="70358"/>
                    <a:pt x="167259" y="121031"/>
                    <a:pt x="167259" y="173228"/>
                  </a:cubicBezTo>
                  <a:cubicBezTo>
                    <a:pt x="167259" y="202819"/>
                    <a:pt x="172974" y="231521"/>
                    <a:pt x="184404" y="258572"/>
                  </a:cubicBezTo>
                  <a:lnTo>
                    <a:pt x="189357" y="270256"/>
                  </a:lnTo>
                  <a:cubicBezTo>
                    <a:pt x="191516" y="275336"/>
                    <a:pt x="191135" y="281051"/>
                    <a:pt x="188341" y="285750"/>
                  </a:cubicBezTo>
                  <a:lnTo>
                    <a:pt x="180721" y="293624"/>
                  </a:lnTo>
                  <a:lnTo>
                    <a:pt x="162687" y="295656"/>
                  </a:lnTo>
                  <a:cubicBezTo>
                    <a:pt x="89662" y="303403"/>
                    <a:pt x="34671" y="364871"/>
                    <a:pt x="34671" y="438277"/>
                  </a:cubicBezTo>
                  <a:cubicBezTo>
                    <a:pt x="34671" y="515874"/>
                    <a:pt x="97790" y="576707"/>
                    <a:pt x="178308" y="576707"/>
                  </a:cubicBezTo>
                  <a:lnTo>
                    <a:pt x="225044" y="576707"/>
                  </a:lnTo>
                  <a:cubicBezTo>
                    <a:pt x="234569" y="576707"/>
                    <a:pt x="242316" y="584454"/>
                    <a:pt x="242316" y="593979"/>
                  </a:cubicBezTo>
                  <a:lnTo>
                    <a:pt x="234569" y="611251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24"/>
            <p:cNvSpPr/>
            <p:nvPr/>
          </p:nvSpPr>
          <p:spPr>
            <a:xfrm>
              <a:off x="370797" y="63500"/>
              <a:ext cx="734484" cy="692277"/>
            </a:xfrm>
            <a:custGeom>
              <a:rect b="b" l="l" r="r" t="t"/>
              <a:pathLst>
                <a:path extrusionOk="0" h="692277" w="734484">
                  <a:moveTo>
                    <a:pt x="594149" y="692277"/>
                  </a:moveTo>
                  <a:lnTo>
                    <a:pt x="509567" y="692277"/>
                  </a:lnTo>
                  <a:cubicBezTo>
                    <a:pt x="500042" y="692277"/>
                    <a:pt x="492295" y="684530"/>
                    <a:pt x="492295" y="675005"/>
                  </a:cubicBezTo>
                  <a:lnTo>
                    <a:pt x="500042" y="657733"/>
                  </a:lnTo>
                  <a:lnTo>
                    <a:pt x="594149" y="657733"/>
                  </a:lnTo>
                  <a:cubicBezTo>
                    <a:pt x="654474" y="657733"/>
                    <a:pt x="699940" y="614426"/>
                    <a:pt x="699940" y="557149"/>
                  </a:cubicBezTo>
                  <a:cubicBezTo>
                    <a:pt x="699940" y="499872"/>
                    <a:pt x="654982" y="453517"/>
                    <a:pt x="597705" y="451612"/>
                  </a:cubicBezTo>
                  <a:lnTo>
                    <a:pt x="584370" y="451231"/>
                  </a:lnTo>
                  <a:cubicBezTo>
                    <a:pt x="578782" y="451104"/>
                    <a:pt x="573575" y="448183"/>
                    <a:pt x="570527" y="443484"/>
                  </a:cubicBezTo>
                  <a:lnTo>
                    <a:pt x="566844" y="432816"/>
                  </a:lnTo>
                  <a:lnTo>
                    <a:pt x="573829" y="415036"/>
                  </a:lnTo>
                  <a:cubicBezTo>
                    <a:pt x="582211" y="393700"/>
                    <a:pt x="586402" y="371348"/>
                    <a:pt x="586402" y="348869"/>
                  </a:cubicBezTo>
                  <a:cubicBezTo>
                    <a:pt x="586402" y="248793"/>
                    <a:pt x="504868" y="167259"/>
                    <a:pt x="404792" y="167259"/>
                  </a:cubicBezTo>
                  <a:cubicBezTo>
                    <a:pt x="376471" y="167259"/>
                    <a:pt x="349039" y="173736"/>
                    <a:pt x="323385" y="186690"/>
                  </a:cubicBezTo>
                  <a:lnTo>
                    <a:pt x="314368" y="191262"/>
                  </a:lnTo>
                  <a:lnTo>
                    <a:pt x="304970" y="193675"/>
                  </a:lnTo>
                  <a:cubicBezTo>
                    <a:pt x="295953" y="190246"/>
                    <a:pt x="292270" y="186690"/>
                    <a:pt x="290492" y="182245"/>
                  </a:cubicBezTo>
                  <a:lnTo>
                    <a:pt x="286682" y="172593"/>
                  </a:lnTo>
                  <a:cubicBezTo>
                    <a:pt x="252900" y="88773"/>
                    <a:pt x="172890" y="34671"/>
                    <a:pt x="82720" y="34671"/>
                  </a:cubicBezTo>
                  <a:cubicBezTo>
                    <a:pt x="61638" y="34671"/>
                    <a:pt x="40937" y="37592"/>
                    <a:pt x="20998" y="43434"/>
                  </a:cubicBezTo>
                  <a:lnTo>
                    <a:pt x="2202" y="40894"/>
                  </a:lnTo>
                  <a:cubicBezTo>
                    <a:pt x="-3259" y="22606"/>
                    <a:pt x="2075" y="12954"/>
                    <a:pt x="11219" y="10287"/>
                  </a:cubicBezTo>
                  <a:cubicBezTo>
                    <a:pt x="34333" y="3429"/>
                    <a:pt x="58336" y="0"/>
                    <a:pt x="82720" y="0"/>
                  </a:cubicBezTo>
                  <a:cubicBezTo>
                    <a:pt x="184320" y="0"/>
                    <a:pt x="274744" y="59436"/>
                    <a:pt x="315257" y="152019"/>
                  </a:cubicBezTo>
                  <a:cubicBezTo>
                    <a:pt x="343705" y="139065"/>
                    <a:pt x="373677" y="132461"/>
                    <a:pt x="404665" y="132461"/>
                  </a:cubicBezTo>
                  <a:cubicBezTo>
                    <a:pt x="523918" y="132461"/>
                    <a:pt x="620819" y="229489"/>
                    <a:pt x="620819" y="348615"/>
                  </a:cubicBezTo>
                  <a:cubicBezTo>
                    <a:pt x="620819" y="371983"/>
                    <a:pt x="617009" y="395097"/>
                    <a:pt x="609389" y="417449"/>
                  </a:cubicBezTo>
                  <a:cubicBezTo>
                    <a:pt x="680382" y="425069"/>
                    <a:pt x="734484" y="484378"/>
                    <a:pt x="734484" y="556895"/>
                  </a:cubicBezTo>
                  <a:cubicBezTo>
                    <a:pt x="734484" y="632714"/>
                    <a:pt x="672762" y="692150"/>
                    <a:pt x="594022" y="692150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24"/>
            <p:cNvSpPr/>
            <p:nvPr/>
          </p:nvSpPr>
          <p:spPr>
            <a:xfrm>
              <a:off x="414528" y="998093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24"/>
            <p:cNvSpPr/>
            <p:nvPr/>
          </p:nvSpPr>
          <p:spPr>
            <a:xfrm>
              <a:off x="414528" y="790448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24"/>
            <p:cNvSpPr/>
            <p:nvPr/>
          </p:nvSpPr>
          <p:spPr>
            <a:xfrm>
              <a:off x="414528" y="582803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24"/>
            <p:cNvSpPr/>
            <p:nvPr/>
          </p:nvSpPr>
          <p:spPr>
            <a:xfrm>
              <a:off x="343916" y="928878"/>
              <a:ext cx="484505" cy="173101"/>
            </a:xfrm>
            <a:custGeom>
              <a:rect b="b" l="l" r="r" t="t"/>
              <a:pathLst>
                <a:path extrusionOk="0" h="173101" w="484505">
                  <a:moveTo>
                    <a:pt x="34544" y="138430"/>
                  </a:moveTo>
                  <a:lnTo>
                    <a:pt x="449834" y="138430"/>
                  </a:lnTo>
                  <a:lnTo>
                    <a:pt x="449834" y="34544"/>
                  </a:lnTo>
                  <a:lnTo>
                    <a:pt x="34544" y="34544"/>
                  </a:lnTo>
                  <a:close/>
                  <a:moveTo>
                    <a:pt x="467233" y="173101"/>
                  </a:moveTo>
                  <a:lnTo>
                    <a:pt x="17272" y="173101"/>
                  </a:lnTo>
                  <a:cubicBezTo>
                    <a:pt x="7747" y="173101"/>
                    <a:pt x="0" y="165354"/>
                    <a:pt x="0" y="155829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24"/>
            <p:cNvSpPr/>
            <p:nvPr/>
          </p:nvSpPr>
          <p:spPr>
            <a:xfrm>
              <a:off x="343916" y="721233"/>
              <a:ext cx="484505" cy="172974"/>
            </a:xfrm>
            <a:custGeom>
              <a:rect b="b" l="l" r="r" t="t"/>
              <a:pathLst>
                <a:path extrusionOk="0" h="172974" w="484505">
                  <a:moveTo>
                    <a:pt x="34544" y="138303"/>
                  </a:moveTo>
                  <a:lnTo>
                    <a:pt x="449834" y="138303"/>
                  </a:lnTo>
                  <a:lnTo>
                    <a:pt x="449834" y="34544"/>
                  </a:lnTo>
                  <a:lnTo>
                    <a:pt x="34544" y="34544"/>
                  </a:lnTo>
                  <a:close/>
                  <a:moveTo>
                    <a:pt x="467233" y="172974"/>
                  </a:moveTo>
                  <a:lnTo>
                    <a:pt x="17272" y="172974"/>
                  </a:lnTo>
                  <a:cubicBezTo>
                    <a:pt x="7747" y="172974"/>
                    <a:pt x="0" y="165227"/>
                    <a:pt x="0" y="155702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24"/>
            <p:cNvSpPr/>
            <p:nvPr/>
          </p:nvSpPr>
          <p:spPr>
            <a:xfrm>
              <a:off x="343916" y="513461"/>
              <a:ext cx="484505" cy="173101"/>
            </a:xfrm>
            <a:custGeom>
              <a:rect b="b" l="l" r="r" t="t"/>
              <a:pathLst>
                <a:path extrusionOk="0" h="173101" w="484505">
                  <a:moveTo>
                    <a:pt x="34544" y="138430"/>
                  </a:moveTo>
                  <a:lnTo>
                    <a:pt x="449834" y="138430"/>
                  </a:lnTo>
                  <a:lnTo>
                    <a:pt x="449834" y="34671"/>
                  </a:lnTo>
                  <a:lnTo>
                    <a:pt x="34544" y="34671"/>
                  </a:lnTo>
                  <a:close/>
                  <a:moveTo>
                    <a:pt x="467233" y="173101"/>
                  </a:moveTo>
                  <a:lnTo>
                    <a:pt x="17272" y="173101"/>
                  </a:lnTo>
                  <a:cubicBezTo>
                    <a:pt x="7747" y="173101"/>
                    <a:pt x="0" y="165354"/>
                    <a:pt x="0" y="155829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24"/>
            <p:cNvSpPr/>
            <p:nvPr/>
          </p:nvSpPr>
          <p:spPr>
            <a:xfrm>
              <a:off x="170815" y="824992"/>
              <a:ext cx="138430" cy="207645"/>
            </a:xfrm>
            <a:custGeom>
              <a:rect b="b" l="l" r="r" t="t"/>
              <a:pathLst>
                <a:path extrusionOk="0" h="207645" w="138430">
                  <a:moveTo>
                    <a:pt x="51943" y="207645"/>
                  </a:moveTo>
                  <a:lnTo>
                    <a:pt x="17272" y="207645"/>
                  </a:lnTo>
                  <a:cubicBezTo>
                    <a:pt x="7747" y="207645"/>
                    <a:pt x="0" y="199898"/>
                    <a:pt x="0" y="190373"/>
                  </a:cubicBezTo>
                  <a:lnTo>
                    <a:pt x="7747" y="173101"/>
                  </a:lnTo>
                  <a:lnTo>
                    <a:pt x="51943" y="173101"/>
                  </a:lnTo>
                  <a:cubicBezTo>
                    <a:pt x="80518" y="173101"/>
                    <a:pt x="103886" y="149860"/>
                    <a:pt x="103886" y="121158"/>
                  </a:cubicBezTo>
                  <a:lnTo>
                    <a:pt x="103886" y="17272"/>
                  </a:lnTo>
                  <a:cubicBezTo>
                    <a:pt x="103886" y="7747"/>
                    <a:pt x="111633" y="0"/>
                    <a:pt x="121158" y="0"/>
                  </a:cubicBezTo>
                  <a:lnTo>
                    <a:pt x="138430" y="7747"/>
                  </a:lnTo>
                  <a:lnTo>
                    <a:pt x="138430" y="121158"/>
                  </a:lnTo>
                  <a:cubicBezTo>
                    <a:pt x="138430" y="168910"/>
                    <a:pt x="99568" y="207645"/>
                    <a:pt x="51943" y="207645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24"/>
            <p:cNvSpPr/>
            <p:nvPr/>
          </p:nvSpPr>
          <p:spPr>
            <a:xfrm>
              <a:off x="136271" y="790448"/>
              <a:ext cx="103759" cy="138430"/>
            </a:xfrm>
            <a:custGeom>
              <a:rect b="b" l="l" r="r" t="t"/>
              <a:pathLst>
                <a:path extrusionOk="0" h="138430" w="103759">
                  <a:moveTo>
                    <a:pt x="51816" y="138430"/>
                  </a:moveTo>
                  <a:lnTo>
                    <a:pt x="17272" y="138430"/>
                  </a:lnTo>
                  <a:cubicBezTo>
                    <a:pt x="7747" y="138430"/>
                    <a:pt x="0" y="130683"/>
                    <a:pt x="0" y="121158"/>
                  </a:cubicBezTo>
                  <a:lnTo>
                    <a:pt x="7747" y="103886"/>
                  </a:lnTo>
                  <a:lnTo>
                    <a:pt x="51943" y="103886"/>
                  </a:lnTo>
                  <a:cubicBezTo>
                    <a:pt x="61468" y="103886"/>
                    <a:pt x="69215" y="96139"/>
                    <a:pt x="69215" y="86614"/>
                  </a:cubicBezTo>
                  <a:lnTo>
                    <a:pt x="69215" y="17272"/>
                  </a:lnTo>
                  <a:cubicBezTo>
                    <a:pt x="69215" y="7747"/>
                    <a:pt x="76962" y="0"/>
                    <a:pt x="86487" y="0"/>
                  </a:cubicBezTo>
                  <a:lnTo>
                    <a:pt x="103759" y="7747"/>
                  </a:lnTo>
                  <a:lnTo>
                    <a:pt x="103759" y="86487"/>
                  </a:lnTo>
                  <a:cubicBezTo>
                    <a:pt x="103759" y="115062"/>
                    <a:pt x="80518" y="138430"/>
                    <a:pt x="51816" y="138430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24"/>
            <p:cNvSpPr/>
            <p:nvPr/>
          </p:nvSpPr>
          <p:spPr>
            <a:xfrm>
              <a:off x="863092" y="824992"/>
              <a:ext cx="138430" cy="207645"/>
            </a:xfrm>
            <a:custGeom>
              <a:rect b="b" l="l" r="r" t="t"/>
              <a:pathLst>
                <a:path extrusionOk="0" h="207645" w="138430">
                  <a:moveTo>
                    <a:pt x="121031" y="207645"/>
                  </a:moveTo>
                  <a:lnTo>
                    <a:pt x="86487" y="207645"/>
                  </a:lnTo>
                  <a:cubicBezTo>
                    <a:pt x="38735" y="207645"/>
                    <a:pt x="0" y="168783"/>
                    <a:pt x="0" y="121158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34544" y="7747"/>
                  </a:lnTo>
                  <a:lnTo>
                    <a:pt x="34544" y="121158"/>
                  </a:lnTo>
                  <a:cubicBezTo>
                    <a:pt x="34544" y="149860"/>
                    <a:pt x="57785" y="173101"/>
                    <a:pt x="86487" y="173101"/>
                  </a:cubicBezTo>
                  <a:lnTo>
                    <a:pt x="121158" y="173101"/>
                  </a:lnTo>
                  <a:cubicBezTo>
                    <a:pt x="130683" y="173101"/>
                    <a:pt x="138430" y="180848"/>
                    <a:pt x="138430" y="190373"/>
                  </a:cubicBezTo>
                  <a:lnTo>
                    <a:pt x="130683" y="207645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24"/>
            <p:cNvSpPr/>
            <p:nvPr/>
          </p:nvSpPr>
          <p:spPr>
            <a:xfrm>
              <a:off x="932307" y="790448"/>
              <a:ext cx="103759" cy="138430"/>
            </a:xfrm>
            <a:custGeom>
              <a:rect b="b" l="l" r="r" t="t"/>
              <a:pathLst>
                <a:path extrusionOk="0" h="138430" w="103759">
                  <a:moveTo>
                    <a:pt x="86487" y="138430"/>
                  </a:moveTo>
                  <a:lnTo>
                    <a:pt x="51943" y="138430"/>
                  </a:lnTo>
                  <a:cubicBezTo>
                    <a:pt x="23241" y="138430"/>
                    <a:pt x="0" y="115189"/>
                    <a:pt x="0" y="86487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34544" y="7747"/>
                  </a:lnTo>
                  <a:lnTo>
                    <a:pt x="34544" y="86487"/>
                  </a:lnTo>
                  <a:cubicBezTo>
                    <a:pt x="34544" y="96012"/>
                    <a:pt x="42291" y="103759"/>
                    <a:pt x="51816" y="103759"/>
                  </a:cubicBezTo>
                  <a:lnTo>
                    <a:pt x="86487" y="103759"/>
                  </a:lnTo>
                  <a:cubicBezTo>
                    <a:pt x="96012" y="103759"/>
                    <a:pt x="103759" y="111506"/>
                    <a:pt x="103759" y="121031"/>
                  </a:cubicBezTo>
                  <a:lnTo>
                    <a:pt x="96012" y="138303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24"/>
            <p:cNvSpPr/>
            <p:nvPr/>
          </p:nvSpPr>
          <p:spPr>
            <a:xfrm>
              <a:off x="1070737" y="894334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24"/>
            <p:cNvSpPr/>
            <p:nvPr/>
          </p:nvSpPr>
          <p:spPr>
            <a:xfrm>
              <a:off x="1036193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24"/>
            <p:cNvSpPr/>
            <p:nvPr/>
          </p:nvSpPr>
          <p:spPr>
            <a:xfrm>
              <a:off x="63500" y="894334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24"/>
            <p:cNvSpPr/>
            <p:nvPr/>
          </p:nvSpPr>
          <p:spPr>
            <a:xfrm>
              <a:off x="98171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24"/>
            <p:cNvSpPr/>
            <p:nvPr/>
          </p:nvSpPr>
          <p:spPr>
            <a:xfrm>
              <a:off x="652018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24"/>
            <p:cNvSpPr/>
            <p:nvPr/>
          </p:nvSpPr>
          <p:spPr>
            <a:xfrm>
              <a:off x="721233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24"/>
            <p:cNvSpPr/>
            <p:nvPr/>
          </p:nvSpPr>
          <p:spPr>
            <a:xfrm>
              <a:off x="652018" y="790448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24"/>
            <p:cNvSpPr/>
            <p:nvPr/>
          </p:nvSpPr>
          <p:spPr>
            <a:xfrm>
              <a:off x="721233" y="790448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24"/>
            <p:cNvSpPr/>
            <p:nvPr/>
          </p:nvSpPr>
          <p:spPr>
            <a:xfrm>
              <a:off x="652018" y="58280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24"/>
            <p:cNvSpPr/>
            <p:nvPr/>
          </p:nvSpPr>
          <p:spPr>
            <a:xfrm>
              <a:off x="721233" y="58280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24"/>
            <p:cNvSpPr/>
            <p:nvPr/>
          </p:nvSpPr>
          <p:spPr>
            <a:xfrm>
              <a:off x="306395" y="98065"/>
              <a:ext cx="37902" cy="37063"/>
            </a:xfrm>
            <a:custGeom>
              <a:rect b="b" l="l" r="r" t="t"/>
              <a:pathLst>
                <a:path extrusionOk="0" h="37063" w="37902">
                  <a:moveTo>
                    <a:pt x="16693" y="37063"/>
                  </a:moveTo>
                  <a:lnTo>
                    <a:pt x="5898" y="34523"/>
                  </a:lnTo>
                  <a:cubicBezTo>
                    <a:pt x="-2992" y="21950"/>
                    <a:pt x="-1087" y="11155"/>
                    <a:pt x="6660" y="5567"/>
                  </a:cubicBezTo>
                  <a:lnTo>
                    <a:pt x="10089" y="3154"/>
                  </a:lnTo>
                  <a:cubicBezTo>
                    <a:pt x="17963" y="-2307"/>
                    <a:pt x="28758" y="-529"/>
                    <a:pt x="34219" y="7345"/>
                  </a:cubicBezTo>
                  <a:lnTo>
                    <a:pt x="37902" y="25887"/>
                  </a:lnTo>
                  <a:lnTo>
                    <a:pt x="26599" y="33888"/>
                  </a:lnTo>
                  <a:lnTo>
                    <a:pt x="20122" y="37063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0" name="Google Shape;1550;p24"/>
          <p:cNvSpPr/>
          <p:nvPr/>
        </p:nvSpPr>
        <p:spPr>
          <a:xfrm>
            <a:off x="209864" y="4715635"/>
            <a:ext cx="743213" cy="804997"/>
          </a:xfrm>
          <a:custGeom>
            <a:rect b="b" l="l" r="r" t="t"/>
            <a:pathLst>
              <a:path extrusionOk="0" h="804997" w="743213">
                <a:moveTo>
                  <a:pt x="0" y="0"/>
                </a:moveTo>
                <a:lnTo>
                  <a:pt x="743213" y="0"/>
                </a:lnTo>
                <a:lnTo>
                  <a:pt x="743213" y="804997"/>
                </a:lnTo>
                <a:lnTo>
                  <a:pt x="0" y="804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291" l="-16090" r="-16830" t="-11419"/>
            </a:stretch>
          </a:blipFill>
          <a:ln>
            <a:noFill/>
          </a:ln>
        </p:spPr>
      </p:sp>
      <p:sp>
        <p:nvSpPr>
          <p:cNvPr id="1551" name="Google Shape;1551;p24"/>
          <p:cNvSpPr/>
          <p:nvPr/>
        </p:nvSpPr>
        <p:spPr>
          <a:xfrm>
            <a:off x="6873721" y="9529940"/>
            <a:ext cx="1354895" cy="466995"/>
          </a:xfrm>
          <a:custGeom>
            <a:rect b="b" l="l" r="r" t="t"/>
            <a:pathLst>
              <a:path extrusionOk="0" h="466995" w="1354895">
                <a:moveTo>
                  <a:pt x="0" y="0"/>
                </a:moveTo>
                <a:lnTo>
                  <a:pt x="1354895" y="0"/>
                </a:lnTo>
                <a:lnTo>
                  <a:pt x="1354895" y="466994"/>
                </a:lnTo>
                <a:lnTo>
                  <a:pt x="0" y="4669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2" name="Google Shape;1552;p24"/>
          <p:cNvSpPr/>
          <p:nvPr/>
        </p:nvSpPr>
        <p:spPr>
          <a:xfrm>
            <a:off x="8462186" y="9587767"/>
            <a:ext cx="1694380" cy="415653"/>
          </a:xfrm>
          <a:custGeom>
            <a:rect b="b" l="l" r="r" t="t"/>
            <a:pathLst>
              <a:path extrusionOk="0" h="415653" w="1694380">
                <a:moveTo>
                  <a:pt x="0" y="0"/>
                </a:moveTo>
                <a:lnTo>
                  <a:pt x="1694380" y="0"/>
                </a:lnTo>
                <a:lnTo>
                  <a:pt x="1694380" y="415652"/>
                </a:lnTo>
                <a:lnTo>
                  <a:pt x="0" y="4156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3" name="Google Shape;1553;p24"/>
          <p:cNvSpPr/>
          <p:nvPr/>
        </p:nvSpPr>
        <p:spPr>
          <a:xfrm>
            <a:off x="10317519" y="9477357"/>
            <a:ext cx="2368914" cy="614916"/>
          </a:xfrm>
          <a:custGeom>
            <a:rect b="b" l="l" r="r" t="t"/>
            <a:pathLst>
              <a:path extrusionOk="0" h="614916" w="2368914">
                <a:moveTo>
                  <a:pt x="0" y="0"/>
                </a:moveTo>
                <a:lnTo>
                  <a:pt x="2368913" y="0"/>
                </a:lnTo>
                <a:lnTo>
                  <a:pt x="2368913" y="614917"/>
                </a:lnTo>
                <a:lnTo>
                  <a:pt x="0" y="6149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4" name="Google Shape;1554;p24"/>
          <p:cNvSpPr/>
          <p:nvPr/>
        </p:nvSpPr>
        <p:spPr>
          <a:xfrm>
            <a:off x="5601568" y="9500406"/>
            <a:ext cx="1034028" cy="526062"/>
          </a:xfrm>
          <a:custGeom>
            <a:rect b="b" l="l" r="r" t="t"/>
            <a:pathLst>
              <a:path extrusionOk="0" h="526062" w="1034028">
                <a:moveTo>
                  <a:pt x="0" y="0"/>
                </a:moveTo>
                <a:lnTo>
                  <a:pt x="1034028" y="0"/>
                </a:lnTo>
                <a:lnTo>
                  <a:pt x="1034028" y="526062"/>
                </a:lnTo>
                <a:lnTo>
                  <a:pt x="0" y="526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5" name="Google Shape;1555;p24"/>
          <p:cNvSpPr txBox="1"/>
          <p:nvPr/>
        </p:nvSpPr>
        <p:spPr>
          <a:xfrm>
            <a:off x="1401000" y="2114650"/>
            <a:ext cx="11860500" cy="58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43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</a:t>
            </a:r>
            <a:r>
              <a:rPr b="1" i="1" lang="en-US" sz="43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Birth of Git (Context &amp; Lore)</a:t>
            </a:r>
            <a:endParaRPr i="1" sz="4399">
              <a:solidFill>
                <a:schemeClr val="dk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999">
              <a:solidFill>
                <a:schemeClr val="dk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1750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Condensed"/>
              <a:buChar char="●"/>
            </a:pPr>
            <a:r>
              <a:rPr b="1" i="1" lang="en-US" sz="31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Timeline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 By the early 2000s, older tools (RCS, CVS) became legacy systems due to limited capabilities.</a:t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1750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Condensed"/>
              <a:buChar char="●"/>
            </a:pPr>
            <a:r>
              <a:rPr b="1" i="1" lang="en-US" sz="31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Catalyst (2005)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 Linus Torvalds created Git in just a few weeks as an open-source alternative to BitKeeper to manage the massive development of the Linux Kernel.</a:t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1750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Condensed"/>
              <a:buChar char="●"/>
            </a:pPr>
            <a:r>
              <a:rPr b="1" i="1" lang="en-US" sz="31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What does "Git" mean?: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Torvalds famously provided multiple definitions in the </a:t>
            </a:r>
            <a:r>
              <a:rPr i="1" lang="en-US" sz="3199" u="sng">
                <a:solidFill>
                  <a:schemeClr val="hlink"/>
                </a:solidFill>
                <a:latin typeface="Barlow Condensed"/>
                <a:ea typeface="Barlow Condensed"/>
                <a:cs typeface="Barlow Condensed"/>
                <a:sym typeface="Barlow Condensed"/>
                <a:hlinkClick r:id="rId8"/>
              </a:rPr>
              <a:t>project's README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(depending on his mood): "Global Information Tracker", “random three-letter combination that is pronounceable”, "goddamn idiotic truckload of sh*t"</a:t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1750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Condensed"/>
              <a:buChar char="●"/>
            </a:pPr>
            <a:r>
              <a:rPr b="1" i="1" lang="en-US" sz="31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Current status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 Today, Git is the undisputed global standard for software development.</a:t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556" name="Google Shape;1556;p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926675" y="3748547"/>
            <a:ext cx="4920701" cy="2056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7B9CE"/>
        </a:solidFill>
      </p:bgPr>
    </p:bg>
    <p:spTree>
      <p:nvGrpSpPr>
        <p:cNvPr id="1560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61" name="Google Shape;1561;p25"/>
          <p:cNvCxnSpPr/>
          <p:nvPr/>
        </p:nvCxnSpPr>
        <p:spPr>
          <a:xfrm>
            <a:off x="1051792" y="1798524"/>
            <a:ext cx="172593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2" name="Google Shape;1562;p25"/>
          <p:cNvCxnSpPr/>
          <p:nvPr/>
        </p:nvCxnSpPr>
        <p:spPr>
          <a:xfrm rot="-5400000">
            <a:off x="-4105275" y="5119688"/>
            <a:ext cx="102870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3" name="Google Shape;1563;p25"/>
          <p:cNvSpPr txBox="1"/>
          <p:nvPr/>
        </p:nvSpPr>
        <p:spPr>
          <a:xfrm>
            <a:off x="1592775" y="373150"/>
            <a:ext cx="16254600" cy="12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18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(BRIEF) HISTORY OF VERSION CONTROL SYSTEMS</a:t>
            </a:r>
            <a:endParaRPr/>
          </a:p>
        </p:txBody>
      </p:sp>
      <p:grpSp>
        <p:nvGrpSpPr>
          <p:cNvPr id="1564" name="Google Shape;1564;p25"/>
          <p:cNvGrpSpPr/>
          <p:nvPr/>
        </p:nvGrpSpPr>
        <p:grpSpPr>
          <a:xfrm>
            <a:off x="216606" y="6304895"/>
            <a:ext cx="642914" cy="632256"/>
            <a:chOff x="63500" y="63500"/>
            <a:chExt cx="988187" cy="971804"/>
          </a:xfrm>
        </p:grpSpPr>
        <p:sp>
          <p:nvSpPr>
            <p:cNvPr id="1565" name="Google Shape;1565;p25"/>
            <p:cNvSpPr/>
            <p:nvPr/>
          </p:nvSpPr>
          <p:spPr>
            <a:xfrm>
              <a:off x="857250" y="840994"/>
              <a:ext cx="129540" cy="129540"/>
            </a:xfrm>
            <a:custGeom>
              <a:rect b="b" l="l" r="r" t="t"/>
              <a:pathLst>
                <a:path extrusionOk="0" h="129540" w="129540">
                  <a:moveTo>
                    <a:pt x="64770" y="32385"/>
                  </a:moveTo>
                  <a:cubicBezTo>
                    <a:pt x="46863" y="32385"/>
                    <a:pt x="32385" y="46990"/>
                    <a:pt x="32385" y="64770"/>
                  </a:cubicBezTo>
                  <a:cubicBezTo>
                    <a:pt x="32385" y="82550"/>
                    <a:pt x="46990" y="97155"/>
                    <a:pt x="64770" y="97155"/>
                  </a:cubicBezTo>
                  <a:cubicBezTo>
                    <a:pt x="82550" y="97155"/>
                    <a:pt x="97155" y="82550"/>
                    <a:pt x="97155" y="64770"/>
                  </a:cubicBezTo>
                  <a:cubicBezTo>
                    <a:pt x="97155" y="46990"/>
                    <a:pt x="82550" y="32385"/>
                    <a:pt x="64770" y="32385"/>
                  </a:cubicBezTo>
                  <a:moveTo>
                    <a:pt x="64770" y="129540"/>
                  </a:moveTo>
                  <a:cubicBezTo>
                    <a:pt x="29083" y="129540"/>
                    <a:pt x="0" y="100457"/>
                    <a:pt x="0" y="64770"/>
                  </a:cubicBezTo>
                  <a:cubicBezTo>
                    <a:pt x="0" y="29083"/>
                    <a:pt x="29083" y="0"/>
                    <a:pt x="64770" y="0"/>
                  </a:cubicBezTo>
                  <a:cubicBezTo>
                    <a:pt x="100457" y="0"/>
                    <a:pt x="129540" y="29083"/>
                    <a:pt x="129540" y="64770"/>
                  </a:cubicBezTo>
                  <a:cubicBezTo>
                    <a:pt x="129540" y="100457"/>
                    <a:pt x="100457" y="129540"/>
                    <a:pt x="64770" y="1295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25"/>
            <p:cNvSpPr/>
            <p:nvPr/>
          </p:nvSpPr>
          <p:spPr>
            <a:xfrm>
              <a:off x="905764" y="225552"/>
              <a:ext cx="32512" cy="647827"/>
            </a:xfrm>
            <a:custGeom>
              <a:rect b="b" l="l" r="r" t="t"/>
              <a:pathLst>
                <a:path extrusionOk="0" h="647827" w="32512">
                  <a:moveTo>
                    <a:pt x="16256" y="647827"/>
                  </a:moveTo>
                  <a:lnTo>
                    <a:pt x="0" y="640588"/>
                  </a:lnTo>
                  <a:lnTo>
                    <a:pt x="0" y="16129"/>
                  </a:lnTo>
                  <a:cubicBezTo>
                    <a:pt x="0" y="7112"/>
                    <a:pt x="7239" y="0"/>
                    <a:pt x="16256" y="0"/>
                  </a:cubicBezTo>
                  <a:lnTo>
                    <a:pt x="32512" y="7239"/>
                  </a:lnTo>
                  <a:lnTo>
                    <a:pt x="32512" y="631698"/>
                  </a:lnTo>
                  <a:cubicBezTo>
                    <a:pt x="32512" y="640588"/>
                    <a:pt x="25273" y="647827"/>
                    <a:pt x="16256" y="64782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25"/>
            <p:cNvSpPr/>
            <p:nvPr/>
          </p:nvSpPr>
          <p:spPr>
            <a:xfrm>
              <a:off x="121679" y="510286"/>
              <a:ext cx="44042" cy="38989"/>
            </a:xfrm>
            <a:custGeom>
              <a:rect b="b" l="l" r="r" t="t"/>
              <a:pathLst>
                <a:path extrusionOk="0" h="38989" w="44042">
                  <a:moveTo>
                    <a:pt x="27927" y="38989"/>
                  </a:moveTo>
                  <a:lnTo>
                    <a:pt x="23990" y="38608"/>
                  </a:lnTo>
                  <a:lnTo>
                    <a:pt x="10401" y="33401"/>
                  </a:lnTo>
                  <a:cubicBezTo>
                    <a:pt x="2019" y="30226"/>
                    <a:pt x="-2172" y="20828"/>
                    <a:pt x="1130" y="12446"/>
                  </a:cubicBezTo>
                  <a:lnTo>
                    <a:pt x="13703" y="0"/>
                  </a:lnTo>
                  <a:lnTo>
                    <a:pt x="33642" y="7620"/>
                  </a:lnTo>
                  <a:cubicBezTo>
                    <a:pt x="42024" y="10795"/>
                    <a:pt x="46215" y="20193"/>
                    <a:pt x="42913" y="28575"/>
                  </a:cubicBezTo>
                  <a:lnTo>
                    <a:pt x="34277" y="3898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25"/>
            <p:cNvSpPr/>
            <p:nvPr/>
          </p:nvSpPr>
          <p:spPr>
            <a:xfrm>
              <a:off x="180213" y="535721"/>
              <a:ext cx="620903" cy="90770"/>
            </a:xfrm>
            <a:custGeom>
              <a:rect b="b" l="l" r="r" t="t"/>
              <a:pathLst>
                <a:path extrusionOk="0" h="90770" w="620903">
                  <a:moveTo>
                    <a:pt x="476758" y="90770"/>
                  </a:moveTo>
                  <a:lnTo>
                    <a:pt x="300863" y="90770"/>
                  </a:lnTo>
                  <a:cubicBezTo>
                    <a:pt x="291211" y="90770"/>
                    <a:pt x="281813" y="88230"/>
                    <a:pt x="273431" y="83531"/>
                  </a:cubicBezTo>
                  <a:lnTo>
                    <a:pt x="193675" y="37938"/>
                  </a:lnTo>
                  <a:cubicBezTo>
                    <a:pt x="190246" y="36033"/>
                    <a:pt x="186309" y="34890"/>
                    <a:pt x="182245" y="34890"/>
                  </a:cubicBezTo>
                  <a:lnTo>
                    <a:pt x="32385" y="34890"/>
                  </a:lnTo>
                  <a:cubicBezTo>
                    <a:pt x="25527" y="34890"/>
                    <a:pt x="18923" y="33620"/>
                    <a:pt x="12446" y="31207"/>
                  </a:cubicBezTo>
                  <a:lnTo>
                    <a:pt x="0" y="18634"/>
                  </a:lnTo>
                  <a:cubicBezTo>
                    <a:pt x="6477" y="1997"/>
                    <a:pt x="15875" y="-2194"/>
                    <a:pt x="24130" y="981"/>
                  </a:cubicBezTo>
                  <a:lnTo>
                    <a:pt x="29464" y="2505"/>
                  </a:lnTo>
                  <a:lnTo>
                    <a:pt x="182372" y="2505"/>
                  </a:lnTo>
                  <a:cubicBezTo>
                    <a:pt x="192024" y="2505"/>
                    <a:pt x="201549" y="5045"/>
                    <a:pt x="209804" y="9744"/>
                  </a:cubicBezTo>
                  <a:lnTo>
                    <a:pt x="289560" y="55337"/>
                  </a:lnTo>
                  <a:cubicBezTo>
                    <a:pt x="292989" y="57242"/>
                    <a:pt x="296926" y="58385"/>
                    <a:pt x="300863" y="58385"/>
                  </a:cubicBezTo>
                  <a:lnTo>
                    <a:pt x="476758" y="58385"/>
                  </a:lnTo>
                  <a:cubicBezTo>
                    <a:pt x="480314" y="58385"/>
                    <a:pt x="483870" y="57496"/>
                    <a:pt x="486918" y="55972"/>
                  </a:cubicBezTo>
                  <a:lnTo>
                    <a:pt x="526288" y="36287"/>
                  </a:lnTo>
                  <a:cubicBezTo>
                    <a:pt x="533908" y="32477"/>
                    <a:pt x="542417" y="30445"/>
                    <a:pt x="551053" y="30445"/>
                  </a:cubicBezTo>
                  <a:lnTo>
                    <a:pt x="604647" y="30445"/>
                  </a:lnTo>
                  <a:cubicBezTo>
                    <a:pt x="613664" y="30445"/>
                    <a:pt x="620903" y="37684"/>
                    <a:pt x="620903" y="46574"/>
                  </a:cubicBezTo>
                  <a:lnTo>
                    <a:pt x="613664" y="62830"/>
                  </a:lnTo>
                  <a:lnTo>
                    <a:pt x="551053" y="62830"/>
                  </a:lnTo>
                  <a:cubicBezTo>
                    <a:pt x="547497" y="62830"/>
                    <a:pt x="543941" y="63719"/>
                    <a:pt x="540893" y="65243"/>
                  </a:cubicBezTo>
                  <a:lnTo>
                    <a:pt x="501523" y="84928"/>
                  </a:lnTo>
                  <a:cubicBezTo>
                    <a:pt x="493903" y="88738"/>
                    <a:pt x="485394" y="90770"/>
                    <a:pt x="476758" y="907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25"/>
            <p:cNvSpPr/>
            <p:nvPr/>
          </p:nvSpPr>
          <p:spPr>
            <a:xfrm>
              <a:off x="378206" y="705739"/>
              <a:ext cx="120232" cy="139192"/>
            </a:xfrm>
            <a:custGeom>
              <a:rect b="b" l="l" r="r" t="t"/>
              <a:pathLst>
                <a:path extrusionOk="0" h="139192" w="120232">
                  <a:moveTo>
                    <a:pt x="89916" y="139192"/>
                  </a:moveTo>
                  <a:lnTo>
                    <a:pt x="78232" y="135890"/>
                  </a:lnTo>
                  <a:cubicBezTo>
                    <a:pt x="65532" y="110490"/>
                    <a:pt x="68326" y="86995"/>
                    <a:pt x="82423" y="70104"/>
                  </a:cubicBezTo>
                  <a:lnTo>
                    <a:pt x="89408" y="53975"/>
                  </a:lnTo>
                  <a:cubicBezTo>
                    <a:pt x="81661" y="37465"/>
                    <a:pt x="73914" y="32512"/>
                    <a:pt x="64770" y="32512"/>
                  </a:cubicBezTo>
                  <a:lnTo>
                    <a:pt x="16256" y="32512"/>
                  </a:lnTo>
                  <a:cubicBezTo>
                    <a:pt x="7239" y="32512"/>
                    <a:pt x="0" y="25273"/>
                    <a:pt x="0" y="16256"/>
                  </a:cubicBezTo>
                  <a:lnTo>
                    <a:pt x="7239" y="0"/>
                  </a:lnTo>
                  <a:lnTo>
                    <a:pt x="64897" y="0"/>
                  </a:lnTo>
                  <a:cubicBezTo>
                    <a:pt x="86614" y="0"/>
                    <a:pt x="105791" y="12192"/>
                    <a:pt x="114935" y="31877"/>
                  </a:cubicBezTo>
                  <a:cubicBezTo>
                    <a:pt x="124079" y="51562"/>
                    <a:pt x="121285" y="74041"/>
                    <a:pt x="107315" y="90805"/>
                  </a:cubicBezTo>
                  <a:lnTo>
                    <a:pt x="100457" y="107569"/>
                  </a:lnTo>
                  <a:cubicBezTo>
                    <a:pt x="108585" y="123698"/>
                    <a:pt x="105283" y="133477"/>
                    <a:pt x="97282" y="137414"/>
                  </a:cubicBezTo>
                  <a:lnTo>
                    <a:pt x="92456" y="13906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25"/>
            <p:cNvSpPr/>
            <p:nvPr/>
          </p:nvSpPr>
          <p:spPr>
            <a:xfrm>
              <a:off x="322072" y="705866"/>
              <a:ext cx="49657" cy="32385"/>
            </a:xfrm>
            <a:custGeom>
              <a:rect b="b" l="l" r="r" t="t"/>
              <a:pathLst>
                <a:path extrusionOk="0" h="32385" w="49657">
                  <a:moveTo>
                    <a:pt x="33401" y="32385"/>
                  </a:moveTo>
                  <a:lnTo>
                    <a:pt x="16256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33401" y="0"/>
                  </a:lnTo>
                  <a:cubicBezTo>
                    <a:pt x="42418" y="0"/>
                    <a:pt x="49657" y="7239"/>
                    <a:pt x="49657" y="16256"/>
                  </a:cubicBezTo>
                  <a:lnTo>
                    <a:pt x="42418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25"/>
            <p:cNvSpPr/>
            <p:nvPr/>
          </p:nvSpPr>
          <p:spPr>
            <a:xfrm>
              <a:off x="247178" y="717997"/>
              <a:ext cx="67401" cy="46670"/>
            </a:xfrm>
            <a:custGeom>
              <a:rect b="b" l="l" r="r" t="t"/>
              <a:pathLst>
                <a:path extrusionOk="0" h="46670" w="67401">
                  <a:moveTo>
                    <a:pt x="15204" y="46670"/>
                  </a:moveTo>
                  <a:lnTo>
                    <a:pt x="2631" y="42733"/>
                  </a:lnTo>
                  <a:cubicBezTo>
                    <a:pt x="-3084" y="27874"/>
                    <a:pt x="1107" y="18603"/>
                    <a:pt x="9489" y="15301"/>
                  </a:cubicBezTo>
                  <a:lnTo>
                    <a:pt x="46446" y="1077"/>
                  </a:lnTo>
                  <a:cubicBezTo>
                    <a:pt x="54828" y="-2098"/>
                    <a:pt x="64226" y="1966"/>
                    <a:pt x="67401" y="10348"/>
                  </a:cubicBezTo>
                  <a:lnTo>
                    <a:pt x="66385" y="28128"/>
                  </a:lnTo>
                  <a:lnTo>
                    <a:pt x="21046" y="45527"/>
                  </a:lnTo>
                  <a:cubicBezTo>
                    <a:pt x="19141" y="46289"/>
                    <a:pt x="17109" y="46670"/>
                    <a:pt x="15204" y="466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25"/>
            <p:cNvSpPr/>
            <p:nvPr/>
          </p:nvSpPr>
          <p:spPr>
            <a:xfrm>
              <a:off x="719420" y="632964"/>
              <a:ext cx="70253" cy="65409"/>
            </a:xfrm>
            <a:custGeom>
              <a:rect b="b" l="l" r="r" t="t"/>
              <a:pathLst>
                <a:path extrusionOk="0" h="65409" w="70253">
                  <a:moveTo>
                    <a:pt x="20609" y="65409"/>
                  </a:moveTo>
                  <a:lnTo>
                    <a:pt x="11084" y="63377"/>
                  </a:lnTo>
                  <a:cubicBezTo>
                    <a:pt x="2321" y="53852"/>
                    <a:pt x="-346" y="45978"/>
                    <a:pt x="35" y="37596"/>
                  </a:cubicBezTo>
                  <a:cubicBezTo>
                    <a:pt x="543" y="27690"/>
                    <a:pt x="5369" y="17911"/>
                    <a:pt x="13243" y="10672"/>
                  </a:cubicBezTo>
                  <a:cubicBezTo>
                    <a:pt x="20101" y="4449"/>
                    <a:pt x="28483" y="766"/>
                    <a:pt x="36992" y="131"/>
                  </a:cubicBezTo>
                  <a:cubicBezTo>
                    <a:pt x="46898" y="-758"/>
                    <a:pt x="56169" y="2925"/>
                    <a:pt x="62519" y="9783"/>
                  </a:cubicBezTo>
                  <a:cubicBezTo>
                    <a:pt x="71409" y="19562"/>
                    <a:pt x="72806" y="34294"/>
                    <a:pt x="65821" y="47375"/>
                  </a:cubicBezTo>
                  <a:lnTo>
                    <a:pt x="51851" y="58297"/>
                  </a:lnTo>
                  <a:cubicBezTo>
                    <a:pt x="36484" y="50169"/>
                    <a:pt x="33309" y="41025"/>
                    <a:pt x="36611" y="33405"/>
                  </a:cubicBezTo>
                  <a:lnTo>
                    <a:pt x="35595" y="34167"/>
                  </a:lnTo>
                  <a:lnTo>
                    <a:pt x="32420" y="38866"/>
                  </a:lnTo>
                  <a:cubicBezTo>
                    <a:pt x="38516" y="45851"/>
                    <a:pt x="37627" y="55376"/>
                    <a:pt x="31023" y="61472"/>
                  </a:cubicBezTo>
                  <a:lnTo>
                    <a:pt x="24419" y="6540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25"/>
            <p:cNvSpPr/>
            <p:nvPr/>
          </p:nvSpPr>
          <p:spPr>
            <a:xfrm>
              <a:off x="580547" y="726757"/>
              <a:ext cx="87425" cy="82106"/>
            </a:xfrm>
            <a:custGeom>
              <a:rect b="b" l="l" r="r" t="t"/>
              <a:pathLst>
                <a:path extrusionOk="0" h="82106" w="87425">
                  <a:moveTo>
                    <a:pt x="30069" y="54801"/>
                  </a:moveTo>
                  <a:lnTo>
                    <a:pt x="30069" y="54801"/>
                  </a:lnTo>
                  <a:lnTo>
                    <a:pt x="30069" y="54801"/>
                  </a:lnTo>
                  <a:moveTo>
                    <a:pt x="18131" y="81852"/>
                  </a:moveTo>
                  <a:lnTo>
                    <a:pt x="9368" y="80074"/>
                  </a:lnTo>
                  <a:cubicBezTo>
                    <a:pt x="-7015" y="62040"/>
                    <a:pt x="-1046" y="37148"/>
                    <a:pt x="20544" y="17590"/>
                  </a:cubicBezTo>
                  <a:lnTo>
                    <a:pt x="48611" y="1461"/>
                  </a:lnTo>
                  <a:cubicBezTo>
                    <a:pt x="61438" y="-1968"/>
                    <a:pt x="73122" y="699"/>
                    <a:pt x="80488" y="8827"/>
                  </a:cubicBezTo>
                  <a:cubicBezTo>
                    <a:pt x="90521" y="19876"/>
                    <a:pt x="89632" y="37275"/>
                    <a:pt x="78075" y="54293"/>
                  </a:cubicBezTo>
                  <a:lnTo>
                    <a:pt x="62962" y="63564"/>
                  </a:lnTo>
                  <a:cubicBezTo>
                    <a:pt x="48230" y="53531"/>
                    <a:pt x="46325" y="43498"/>
                    <a:pt x="51278" y="36005"/>
                  </a:cubicBezTo>
                  <a:lnTo>
                    <a:pt x="51913" y="35116"/>
                  </a:lnTo>
                  <a:lnTo>
                    <a:pt x="45944" y="38291"/>
                  </a:lnTo>
                  <a:cubicBezTo>
                    <a:pt x="35149" y="48197"/>
                    <a:pt x="32355" y="54420"/>
                    <a:pt x="31720" y="57087"/>
                  </a:cubicBezTo>
                  <a:lnTo>
                    <a:pt x="34895" y="72454"/>
                  </a:lnTo>
                  <a:cubicBezTo>
                    <a:pt x="25878" y="80709"/>
                    <a:pt x="21941" y="82106"/>
                    <a:pt x="18131" y="821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25"/>
            <p:cNvSpPr/>
            <p:nvPr/>
          </p:nvSpPr>
          <p:spPr>
            <a:xfrm>
              <a:off x="584327" y="177351"/>
              <a:ext cx="66294" cy="45407"/>
            </a:xfrm>
            <a:custGeom>
              <a:rect b="b" l="l" r="r" t="t"/>
              <a:pathLst>
                <a:path extrusionOk="0" h="45407" w="66294">
                  <a:moveTo>
                    <a:pt x="49657" y="45280"/>
                  </a:moveTo>
                  <a:lnTo>
                    <a:pt x="39751" y="42994"/>
                  </a:lnTo>
                  <a:cubicBezTo>
                    <a:pt x="32258" y="32834"/>
                    <a:pt x="26543" y="31564"/>
                    <a:pt x="25019" y="32580"/>
                  </a:cubicBezTo>
                  <a:lnTo>
                    <a:pt x="7620" y="36390"/>
                  </a:lnTo>
                  <a:cubicBezTo>
                    <a:pt x="-3048" y="22039"/>
                    <a:pt x="-1397" y="11879"/>
                    <a:pt x="5715" y="6545"/>
                  </a:cubicBezTo>
                  <a:cubicBezTo>
                    <a:pt x="22606" y="-5901"/>
                    <a:pt x="48133" y="-59"/>
                    <a:pt x="62484" y="19499"/>
                  </a:cubicBezTo>
                  <a:lnTo>
                    <a:pt x="66294" y="36898"/>
                  </a:lnTo>
                  <a:cubicBezTo>
                    <a:pt x="56261" y="44264"/>
                    <a:pt x="52832" y="45407"/>
                    <a:pt x="49530" y="4540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25"/>
            <p:cNvSpPr/>
            <p:nvPr/>
          </p:nvSpPr>
          <p:spPr>
            <a:xfrm>
              <a:off x="175133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25"/>
            <p:cNvSpPr/>
            <p:nvPr/>
          </p:nvSpPr>
          <p:spPr>
            <a:xfrm>
              <a:off x="175133" y="316230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25"/>
            <p:cNvSpPr/>
            <p:nvPr/>
          </p:nvSpPr>
          <p:spPr>
            <a:xfrm>
              <a:off x="538226" y="372110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25"/>
            <p:cNvSpPr/>
            <p:nvPr/>
          </p:nvSpPr>
          <p:spPr>
            <a:xfrm>
              <a:off x="538226" y="204597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25"/>
            <p:cNvSpPr/>
            <p:nvPr/>
          </p:nvSpPr>
          <p:spPr>
            <a:xfrm>
              <a:off x="566166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25"/>
            <p:cNvSpPr/>
            <p:nvPr/>
          </p:nvSpPr>
          <p:spPr>
            <a:xfrm>
              <a:off x="370586" y="790956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25"/>
            <p:cNvSpPr/>
            <p:nvPr/>
          </p:nvSpPr>
          <p:spPr>
            <a:xfrm>
              <a:off x="398526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25"/>
            <p:cNvSpPr/>
            <p:nvPr/>
          </p:nvSpPr>
          <p:spPr>
            <a:xfrm>
              <a:off x="258953" y="59550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25"/>
            <p:cNvSpPr/>
            <p:nvPr/>
          </p:nvSpPr>
          <p:spPr>
            <a:xfrm>
              <a:off x="337820" y="254635"/>
              <a:ext cx="72771" cy="71882"/>
            </a:xfrm>
            <a:custGeom>
              <a:rect b="b" l="l" r="r" t="t"/>
              <a:pathLst>
                <a:path extrusionOk="0" h="71882" w="72771">
                  <a:moveTo>
                    <a:pt x="17653" y="71882"/>
                  </a:moveTo>
                  <a:lnTo>
                    <a:pt x="15621" y="71755"/>
                  </a:lnTo>
                  <a:lnTo>
                    <a:pt x="0" y="61341"/>
                  </a:lnTo>
                  <a:cubicBezTo>
                    <a:pt x="5969" y="30734"/>
                    <a:pt x="25781" y="0"/>
                    <a:pt x="56515" y="0"/>
                  </a:cubicBezTo>
                  <a:lnTo>
                    <a:pt x="72771" y="7239"/>
                  </a:lnTo>
                  <a:cubicBezTo>
                    <a:pt x="72771" y="25146"/>
                    <a:pt x="65532" y="32385"/>
                    <a:pt x="56515" y="32385"/>
                  </a:cubicBezTo>
                  <a:cubicBezTo>
                    <a:pt x="45720" y="32385"/>
                    <a:pt x="35560" y="48260"/>
                    <a:pt x="33528" y="58674"/>
                  </a:cubicBezTo>
                  <a:lnTo>
                    <a:pt x="25273" y="7175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25"/>
            <p:cNvSpPr/>
            <p:nvPr/>
          </p:nvSpPr>
          <p:spPr>
            <a:xfrm>
              <a:off x="406940" y="77309"/>
              <a:ext cx="195675" cy="104428"/>
            </a:xfrm>
            <a:custGeom>
              <a:rect b="b" l="l" r="r" t="t"/>
              <a:pathLst>
                <a:path extrusionOk="0" h="104428" w="195675">
                  <a:moveTo>
                    <a:pt x="15208" y="104428"/>
                  </a:moveTo>
                  <a:lnTo>
                    <a:pt x="2127" y="100110"/>
                  </a:lnTo>
                  <a:cubicBezTo>
                    <a:pt x="-2953" y="84870"/>
                    <a:pt x="1619" y="75726"/>
                    <a:pt x="10001" y="72805"/>
                  </a:cubicBezTo>
                  <a:lnTo>
                    <a:pt x="49117" y="57565"/>
                  </a:lnTo>
                  <a:lnTo>
                    <a:pt x="174339" y="1431"/>
                  </a:lnTo>
                  <a:cubicBezTo>
                    <a:pt x="182467" y="-2252"/>
                    <a:pt x="192119" y="1431"/>
                    <a:pt x="195675" y="9559"/>
                  </a:cubicBezTo>
                  <a:lnTo>
                    <a:pt x="195675" y="27339"/>
                  </a:lnTo>
                  <a:lnTo>
                    <a:pt x="62452" y="87029"/>
                  </a:lnTo>
                  <a:cubicBezTo>
                    <a:pt x="48736" y="93125"/>
                    <a:pt x="34512" y="98713"/>
                    <a:pt x="20288" y="103539"/>
                  </a:cubicBezTo>
                  <a:lnTo>
                    <a:pt x="16859" y="10442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25"/>
            <p:cNvSpPr/>
            <p:nvPr/>
          </p:nvSpPr>
          <p:spPr>
            <a:xfrm>
              <a:off x="331397" y="164918"/>
              <a:ext cx="51127" cy="35107"/>
            </a:xfrm>
            <a:custGeom>
              <a:rect b="b" l="l" r="r" t="t"/>
              <a:pathLst>
                <a:path extrusionOk="0" h="35107" w="51127">
                  <a:moveTo>
                    <a:pt x="15313" y="34980"/>
                  </a:moveTo>
                  <a:lnTo>
                    <a:pt x="581" y="29265"/>
                  </a:lnTo>
                  <a:cubicBezTo>
                    <a:pt x="-1959" y="12374"/>
                    <a:pt x="4137" y="4119"/>
                    <a:pt x="12900" y="2849"/>
                  </a:cubicBezTo>
                  <a:lnTo>
                    <a:pt x="25727" y="817"/>
                  </a:lnTo>
                  <a:cubicBezTo>
                    <a:pt x="40840" y="-2231"/>
                    <a:pt x="49476" y="3611"/>
                    <a:pt x="51127" y="12374"/>
                  </a:cubicBezTo>
                  <a:lnTo>
                    <a:pt x="47063" y="29646"/>
                  </a:lnTo>
                  <a:cubicBezTo>
                    <a:pt x="31442" y="32694"/>
                    <a:pt x="24584" y="33837"/>
                    <a:pt x="17726" y="34853"/>
                  </a:cubicBezTo>
                  <a:lnTo>
                    <a:pt x="16075" y="35107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25"/>
            <p:cNvSpPr/>
            <p:nvPr/>
          </p:nvSpPr>
          <p:spPr>
            <a:xfrm>
              <a:off x="264287" y="174137"/>
              <a:ext cx="43688" cy="34016"/>
            </a:xfrm>
            <a:custGeom>
              <a:rect b="b" l="l" r="r" t="t"/>
              <a:pathLst>
                <a:path extrusionOk="0" h="34016" w="43688">
                  <a:moveTo>
                    <a:pt x="15494" y="34016"/>
                  </a:moveTo>
                  <a:lnTo>
                    <a:pt x="381" y="27920"/>
                  </a:lnTo>
                  <a:cubicBezTo>
                    <a:pt x="-1651" y="10775"/>
                    <a:pt x="4699" y="2774"/>
                    <a:pt x="13589" y="1631"/>
                  </a:cubicBezTo>
                  <a:lnTo>
                    <a:pt x="25654" y="107"/>
                  </a:lnTo>
                  <a:cubicBezTo>
                    <a:pt x="34544" y="-909"/>
                    <a:pt x="42545" y="5441"/>
                    <a:pt x="43688" y="14331"/>
                  </a:cubicBezTo>
                  <a:lnTo>
                    <a:pt x="38354" y="31222"/>
                  </a:lnTo>
                  <a:lnTo>
                    <a:pt x="17399" y="33762"/>
                  </a:lnTo>
                  <a:lnTo>
                    <a:pt x="16129" y="3388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25"/>
            <p:cNvSpPr/>
            <p:nvPr/>
          </p:nvSpPr>
          <p:spPr>
            <a:xfrm>
              <a:off x="63500" y="63500"/>
              <a:ext cx="746506" cy="842391"/>
            </a:xfrm>
            <a:custGeom>
              <a:rect b="b" l="l" r="r" t="t"/>
              <a:pathLst>
                <a:path extrusionOk="0" h="842391" w="746506">
                  <a:moveTo>
                    <a:pt x="421132" y="842264"/>
                  </a:moveTo>
                  <a:cubicBezTo>
                    <a:pt x="188976" y="842264"/>
                    <a:pt x="0" y="653415"/>
                    <a:pt x="0" y="421132"/>
                  </a:cubicBezTo>
                  <a:cubicBezTo>
                    <a:pt x="0" y="188849"/>
                    <a:pt x="188976" y="0"/>
                    <a:pt x="421132" y="0"/>
                  </a:cubicBezTo>
                  <a:cubicBezTo>
                    <a:pt x="544449" y="0"/>
                    <a:pt x="661162" y="53975"/>
                    <a:pt x="741553" y="148082"/>
                  </a:cubicBezTo>
                  <a:lnTo>
                    <a:pt x="746506" y="165100"/>
                  </a:lnTo>
                  <a:cubicBezTo>
                    <a:pt x="732917" y="176657"/>
                    <a:pt x="722630" y="175895"/>
                    <a:pt x="716915" y="169164"/>
                  </a:cubicBezTo>
                  <a:cubicBezTo>
                    <a:pt x="642747" y="82169"/>
                    <a:pt x="534924" y="32385"/>
                    <a:pt x="421132" y="32385"/>
                  </a:cubicBezTo>
                  <a:cubicBezTo>
                    <a:pt x="206756" y="32385"/>
                    <a:pt x="32385" y="206756"/>
                    <a:pt x="32385" y="421132"/>
                  </a:cubicBezTo>
                  <a:cubicBezTo>
                    <a:pt x="32385" y="635508"/>
                    <a:pt x="206756" y="809879"/>
                    <a:pt x="421132" y="809879"/>
                  </a:cubicBezTo>
                  <a:cubicBezTo>
                    <a:pt x="531749" y="809879"/>
                    <a:pt x="637540" y="762381"/>
                    <a:pt x="711327" y="679577"/>
                  </a:cubicBezTo>
                  <a:lnTo>
                    <a:pt x="727583" y="672338"/>
                  </a:lnTo>
                  <a:cubicBezTo>
                    <a:pt x="740918" y="684276"/>
                    <a:pt x="741553" y="694436"/>
                    <a:pt x="735584" y="701167"/>
                  </a:cubicBezTo>
                  <a:cubicBezTo>
                    <a:pt x="655574" y="790956"/>
                    <a:pt x="541020" y="842391"/>
                    <a:pt x="421259" y="84239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25"/>
            <p:cNvSpPr/>
            <p:nvPr/>
          </p:nvSpPr>
          <p:spPr>
            <a:xfrm>
              <a:off x="792480" y="63500"/>
              <a:ext cx="259207" cy="971804"/>
            </a:xfrm>
            <a:custGeom>
              <a:rect b="b" l="l" r="r" t="t"/>
              <a:pathLst>
                <a:path extrusionOk="0" h="971804" w="259207">
                  <a:moveTo>
                    <a:pt x="129540" y="32385"/>
                  </a:moveTo>
                  <a:cubicBezTo>
                    <a:pt x="102743" y="32385"/>
                    <a:pt x="80899" y="54229"/>
                    <a:pt x="80899" y="81026"/>
                  </a:cubicBezTo>
                  <a:lnTo>
                    <a:pt x="80899" y="749300"/>
                  </a:lnTo>
                  <a:cubicBezTo>
                    <a:pt x="80899" y="754507"/>
                    <a:pt x="78359" y="759460"/>
                    <a:pt x="74041" y="762508"/>
                  </a:cubicBezTo>
                  <a:cubicBezTo>
                    <a:pt x="47498" y="781177"/>
                    <a:pt x="32385" y="810260"/>
                    <a:pt x="32385" y="842264"/>
                  </a:cubicBezTo>
                  <a:cubicBezTo>
                    <a:pt x="32385" y="895858"/>
                    <a:pt x="75946" y="939419"/>
                    <a:pt x="129540" y="939419"/>
                  </a:cubicBezTo>
                  <a:cubicBezTo>
                    <a:pt x="183134" y="939419"/>
                    <a:pt x="226695" y="895858"/>
                    <a:pt x="226695" y="842264"/>
                  </a:cubicBezTo>
                  <a:cubicBezTo>
                    <a:pt x="226695" y="810260"/>
                    <a:pt x="211455" y="781177"/>
                    <a:pt x="185039" y="762508"/>
                  </a:cubicBezTo>
                  <a:lnTo>
                    <a:pt x="178181" y="754507"/>
                  </a:lnTo>
                  <a:lnTo>
                    <a:pt x="178181" y="81026"/>
                  </a:lnTo>
                  <a:cubicBezTo>
                    <a:pt x="178181" y="54229"/>
                    <a:pt x="156337" y="32385"/>
                    <a:pt x="129540" y="32385"/>
                  </a:cubicBezTo>
                  <a:moveTo>
                    <a:pt x="129540" y="971804"/>
                  </a:moveTo>
                  <a:cubicBezTo>
                    <a:pt x="58039" y="971804"/>
                    <a:pt x="0" y="913638"/>
                    <a:pt x="0" y="842264"/>
                  </a:cubicBezTo>
                  <a:cubicBezTo>
                    <a:pt x="0" y="802386"/>
                    <a:pt x="17653" y="766064"/>
                    <a:pt x="48641" y="741172"/>
                  </a:cubicBezTo>
                  <a:lnTo>
                    <a:pt x="48641" y="81026"/>
                  </a:lnTo>
                  <a:cubicBezTo>
                    <a:pt x="48514" y="36322"/>
                    <a:pt x="84836" y="0"/>
                    <a:pt x="129540" y="0"/>
                  </a:cubicBezTo>
                  <a:cubicBezTo>
                    <a:pt x="174244" y="0"/>
                    <a:pt x="210566" y="36322"/>
                    <a:pt x="210566" y="81026"/>
                  </a:cubicBezTo>
                  <a:lnTo>
                    <a:pt x="210566" y="741172"/>
                  </a:lnTo>
                  <a:cubicBezTo>
                    <a:pt x="241554" y="766064"/>
                    <a:pt x="259207" y="802386"/>
                    <a:pt x="259207" y="842264"/>
                  </a:cubicBezTo>
                  <a:cubicBezTo>
                    <a:pt x="259207" y="913765"/>
                    <a:pt x="201041" y="971804"/>
                    <a:pt x="129667" y="97180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25"/>
            <p:cNvSpPr/>
            <p:nvPr/>
          </p:nvSpPr>
          <p:spPr>
            <a:xfrm>
              <a:off x="938276" y="355092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25"/>
            <p:cNvSpPr/>
            <p:nvPr/>
          </p:nvSpPr>
          <p:spPr>
            <a:xfrm>
              <a:off x="938276" y="257937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25"/>
            <p:cNvSpPr/>
            <p:nvPr/>
          </p:nvSpPr>
          <p:spPr>
            <a:xfrm>
              <a:off x="938276" y="549402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25"/>
            <p:cNvSpPr/>
            <p:nvPr/>
          </p:nvSpPr>
          <p:spPr>
            <a:xfrm>
              <a:off x="938276" y="452247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25"/>
            <p:cNvSpPr/>
            <p:nvPr/>
          </p:nvSpPr>
          <p:spPr>
            <a:xfrm>
              <a:off x="938276" y="743839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25"/>
            <p:cNvSpPr/>
            <p:nvPr/>
          </p:nvSpPr>
          <p:spPr>
            <a:xfrm>
              <a:off x="938276" y="646684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95" name="Google Shape;1595;p25"/>
          <p:cNvSpPr/>
          <p:nvPr/>
        </p:nvSpPr>
        <p:spPr>
          <a:xfrm>
            <a:off x="233877" y="502191"/>
            <a:ext cx="608364" cy="610534"/>
          </a:xfrm>
          <a:custGeom>
            <a:rect b="b" l="l" r="r" t="t"/>
            <a:pathLst>
              <a:path extrusionOk="0" h="939283" w="935944">
                <a:moveTo>
                  <a:pt x="594308" y="304156"/>
                </a:moveTo>
                <a:cubicBezTo>
                  <a:pt x="562304" y="328794"/>
                  <a:pt x="536650" y="358512"/>
                  <a:pt x="515060" y="395850"/>
                </a:cubicBezTo>
                <a:lnTo>
                  <a:pt x="522934" y="395596"/>
                </a:lnTo>
                <a:cubicBezTo>
                  <a:pt x="536523" y="387976"/>
                  <a:pt x="547953" y="381118"/>
                  <a:pt x="559256" y="374387"/>
                </a:cubicBezTo>
                <a:lnTo>
                  <a:pt x="562177" y="372355"/>
                </a:lnTo>
                <a:cubicBezTo>
                  <a:pt x="576147" y="350003"/>
                  <a:pt x="587069" y="328032"/>
                  <a:pt x="594308" y="304156"/>
                </a:cubicBezTo>
                <a:moveTo>
                  <a:pt x="385774" y="620259"/>
                </a:moveTo>
                <a:cubicBezTo>
                  <a:pt x="338784" y="635118"/>
                  <a:pt x="293826" y="676901"/>
                  <a:pt x="284682" y="713477"/>
                </a:cubicBezTo>
                <a:cubicBezTo>
                  <a:pt x="324560" y="689474"/>
                  <a:pt x="357834" y="659121"/>
                  <a:pt x="385774" y="620259"/>
                </a:cubicBezTo>
                <a:moveTo>
                  <a:pt x="626312" y="347209"/>
                </a:moveTo>
                <a:cubicBezTo>
                  <a:pt x="636218" y="344034"/>
                  <a:pt x="646632" y="342891"/>
                  <a:pt x="655522" y="335017"/>
                </a:cubicBezTo>
                <a:cubicBezTo>
                  <a:pt x="675715" y="317110"/>
                  <a:pt x="694257" y="297806"/>
                  <a:pt x="709243" y="275454"/>
                </a:cubicBezTo>
                <a:lnTo>
                  <a:pt x="730452" y="240910"/>
                </a:lnTo>
                <a:cubicBezTo>
                  <a:pt x="729690" y="239894"/>
                  <a:pt x="728928" y="238878"/>
                  <a:pt x="728166" y="237862"/>
                </a:cubicBezTo>
                <a:lnTo>
                  <a:pt x="664031" y="260341"/>
                </a:lnTo>
                <a:cubicBezTo>
                  <a:pt x="654379" y="263643"/>
                  <a:pt x="649934" y="269485"/>
                  <a:pt x="647394" y="279518"/>
                </a:cubicBezTo>
                <a:lnTo>
                  <a:pt x="626312" y="347209"/>
                </a:lnTo>
                <a:moveTo>
                  <a:pt x="325322" y="574666"/>
                </a:moveTo>
                <a:lnTo>
                  <a:pt x="243661" y="575428"/>
                </a:lnTo>
                <a:cubicBezTo>
                  <a:pt x="176605" y="571745"/>
                  <a:pt x="155142" y="570094"/>
                  <a:pt x="98627" y="534026"/>
                </a:cubicBezTo>
                <a:cubicBezTo>
                  <a:pt x="87451" y="526914"/>
                  <a:pt x="84530" y="514341"/>
                  <a:pt x="91007" y="503927"/>
                </a:cubicBezTo>
                <a:cubicBezTo>
                  <a:pt x="97611" y="493386"/>
                  <a:pt x="110311" y="490465"/>
                  <a:pt x="121995" y="497831"/>
                </a:cubicBezTo>
                <a:cubicBezTo>
                  <a:pt x="161238" y="522469"/>
                  <a:pt x="163397" y="519929"/>
                  <a:pt x="209117" y="528057"/>
                </a:cubicBezTo>
                <a:cubicBezTo>
                  <a:pt x="251916" y="535677"/>
                  <a:pt x="294715" y="535042"/>
                  <a:pt x="337387" y="526787"/>
                </a:cubicBezTo>
                <a:lnTo>
                  <a:pt x="340562" y="525771"/>
                </a:lnTo>
                <a:lnTo>
                  <a:pt x="340308" y="518786"/>
                </a:lnTo>
                <a:cubicBezTo>
                  <a:pt x="285444" y="459985"/>
                  <a:pt x="221055" y="423790"/>
                  <a:pt x="144855" y="409820"/>
                </a:cubicBezTo>
                <a:cubicBezTo>
                  <a:pt x="122249" y="405756"/>
                  <a:pt x="45668" y="401819"/>
                  <a:pt x="22681" y="400168"/>
                </a:cubicBezTo>
                <a:lnTo>
                  <a:pt x="5790" y="396485"/>
                </a:lnTo>
                <a:cubicBezTo>
                  <a:pt x="-1957" y="379975"/>
                  <a:pt x="-1195" y="372482"/>
                  <a:pt x="3758" y="365624"/>
                </a:cubicBezTo>
                <a:lnTo>
                  <a:pt x="15569" y="356988"/>
                </a:lnTo>
                <a:cubicBezTo>
                  <a:pt x="86943" y="356353"/>
                  <a:pt x="200354" y="373879"/>
                  <a:pt x="257123" y="402200"/>
                </a:cubicBezTo>
                <a:cubicBezTo>
                  <a:pt x="286968" y="417059"/>
                  <a:pt x="314400" y="435474"/>
                  <a:pt x="339546" y="457445"/>
                </a:cubicBezTo>
                <a:lnTo>
                  <a:pt x="343483" y="460493"/>
                </a:lnTo>
                <a:lnTo>
                  <a:pt x="353135" y="448936"/>
                </a:lnTo>
                <a:cubicBezTo>
                  <a:pt x="331037" y="426203"/>
                  <a:pt x="318083" y="415408"/>
                  <a:pt x="302335" y="407153"/>
                </a:cubicBezTo>
                <a:lnTo>
                  <a:pt x="253440" y="376165"/>
                </a:lnTo>
                <a:cubicBezTo>
                  <a:pt x="234263" y="366513"/>
                  <a:pt x="214070" y="357750"/>
                  <a:pt x="193369" y="353051"/>
                </a:cubicBezTo>
                <a:lnTo>
                  <a:pt x="115518" y="343399"/>
                </a:lnTo>
                <a:cubicBezTo>
                  <a:pt x="101421" y="342002"/>
                  <a:pt x="92150" y="335525"/>
                  <a:pt x="91134" y="323714"/>
                </a:cubicBezTo>
                <a:cubicBezTo>
                  <a:pt x="89864" y="310633"/>
                  <a:pt x="99008" y="299584"/>
                  <a:pt x="112724" y="300219"/>
                </a:cubicBezTo>
                <a:lnTo>
                  <a:pt x="176478" y="304791"/>
                </a:lnTo>
                <a:cubicBezTo>
                  <a:pt x="179018" y="304918"/>
                  <a:pt x="181558" y="305426"/>
                  <a:pt x="185495" y="305807"/>
                </a:cubicBezTo>
                <a:lnTo>
                  <a:pt x="183082" y="301235"/>
                </a:lnTo>
                <a:cubicBezTo>
                  <a:pt x="171144" y="279264"/>
                  <a:pt x="136219" y="207890"/>
                  <a:pt x="125932" y="187316"/>
                </a:cubicBezTo>
                <a:cubicBezTo>
                  <a:pt x="118566" y="172457"/>
                  <a:pt x="123011" y="159630"/>
                  <a:pt x="135584" y="154550"/>
                </a:cubicBezTo>
                <a:cubicBezTo>
                  <a:pt x="147903" y="149597"/>
                  <a:pt x="159079" y="155312"/>
                  <a:pt x="165429" y="170171"/>
                </a:cubicBezTo>
                <a:cubicBezTo>
                  <a:pt x="178383" y="200397"/>
                  <a:pt x="218769" y="279391"/>
                  <a:pt x="240613" y="304029"/>
                </a:cubicBezTo>
                <a:cubicBezTo>
                  <a:pt x="254837" y="320031"/>
                  <a:pt x="269950" y="334509"/>
                  <a:pt x="289762" y="344161"/>
                </a:cubicBezTo>
                <a:lnTo>
                  <a:pt x="331164" y="370704"/>
                </a:lnTo>
                <a:cubicBezTo>
                  <a:pt x="350468" y="385436"/>
                  <a:pt x="373074" y="390897"/>
                  <a:pt x="395680" y="396358"/>
                </a:cubicBezTo>
                <a:lnTo>
                  <a:pt x="406983" y="391786"/>
                </a:lnTo>
                <a:cubicBezTo>
                  <a:pt x="420445" y="388230"/>
                  <a:pt x="421715" y="383277"/>
                  <a:pt x="422985" y="376546"/>
                </a:cubicBezTo>
                <a:cubicBezTo>
                  <a:pt x="425271" y="364608"/>
                  <a:pt x="423620" y="353813"/>
                  <a:pt x="420064" y="342129"/>
                </a:cubicBezTo>
                <a:lnTo>
                  <a:pt x="401522" y="266818"/>
                </a:lnTo>
                <a:cubicBezTo>
                  <a:pt x="400633" y="263008"/>
                  <a:pt x="399490" y="258944"/>
                  <a:pt x="397458" y="255642"/>
                </a:cubicBezTo>
                <a:cubicBezTo>
                  <a:pt x="373709" y="217034"/>
                  <a:pt x="343229" y="184649"/>
                  <a:pt x="306526" y="158233"/>
                </a:cubicBezTo>
                <a:lnTo>
                  <a:pt x="297509" y="150740"/>
                </a:lnTo>
                <a:cubicBezTo>
                  <a:pt x="290143" y="137659"/>
                  <a:pt x="293064" y="127118"/>
                  <a:pt x="300430" y="120895"/>
                </a:cubicBezTo>
                <a:cubicBezTo>
                  <a:pt x="307796" y="114672"/>
                  <a:pt x="318591" y="113402"/>
                  <a:pt x="326846" y="120006"/>
                </a:cubicBezTo>
                <a:lnTo>
                  <a:pt x="387298" y="171568"/>
                </a:lnTo>
                <a:cubicBezTo>
                  <a:pt x="391997" y="175632"/>
                  <a:pt x="395934" y="180712"/>
                  <a:pt x="400887" y="186173"/>
                </a:cubicBezTo>
                <a:lnTo>
                  <a:pt x="408380" y="148200"/>
                </a:lnTo>
                <a:cubicBezTo>
                  <a:pt x="412317" y="133214"/>
                  <a:pt x="446099" y="30217"/>
                  <a:pt x="451306" y="15612"/>
                </a:cubicBezTo>
                <a:cubicBezTo>
                  <a:pt x="455751" y="2658"/>
                  <a:pt x="467562" y="-2803"/>
                  <a:pt x="479373" y="1388"/>
                </a:cubicBezTo>
                <a:cubicBezTo>
                  <a:pt x="490930" y="5579"/>
                  <a:pt x="496264" y="17644"/>
                  <a:pt x="491438" y="30725"/>
                </a:cubicBezTo>
                <a:cubicBezTo>
                  <a:pt x="478484" y="66285"/>
                  <a:pt x="442543" y="190872"/>
                  <a:pt x="442416" y="228845"/>
                </a:cubicBezTo>
                <a:cubicBezTo>
                  <a:pt x="442289" y="243069"/>
                  <a:pt x="445337" y="255515"/>
                  <a:pt x="454354" y="267580"/>
                </a:cubicBezTo>
                <a:lnTo>
                  <a:pt x="457148" y="262119"/>
                </a:lnTo>
                <a:cubicBezTo>
                  <a:pt x="486104" y="203064"/>
                  <a:pt x="491565" y="184903"/>
                  <a:pt x="541730" y="147057"/>
                </a:cubicBezTo>
                <a:lnTo>
                  <a:pt x="557224" y="139437"/>
                </a:lnTo>
                <a:cubicBezTo>
                  <a:pt x="573480" y="147057"/>
                  <a:pt x="577544" y="153153"/>
                  <a:pt x="578179" y="161154"/>
                </a:cubicBezTo>
                <a:lnTo>
                  <a:pt x="574242" y="176902"/>
                </a:lnTo>
                <a:cubicBezTo>
                  <a:pt x="534364" y="206747"/>
                  <a:pt x="540587" y="207255"/>
                  <a:pt x="518362" y="241418"/>
                </a:cubicBezTo>
                <a:cubicBezTo>
                  <a:pt x="502741" y="265421"/>
                  <a:pt x="490422" y="291075"/>
                  <a:pt x="480770" y="318126"/>
                </a:cubicBezTo>
                <a:lnTo>
                  <a:pt x="477214" y="334128"/>
                </a:lnTo>
                <a:cubicBezTo>
                  <a:pt x="481786" y="348352"/>
                  <a:pt x="482802" y="354448"/>
                  <a:pt x="484326" y="361052"/>
                </a:cubicBezTo>
                <a:lnTo>
                  <a:pt x="514679" y="321047"/>
                </a:lnTo>
                <a:cubicBezTo>
                  <a:pt x="540333" y="289805"/>
                  <a:pt x="570686" y="263643"/>
                  <a:pt x="605357" y="242815"/>
                </a:cubicBezTo>
                <a:lnTo>
                  <a:pt x="613104" y="236719"/>
                </a:lnTo>
                <a:cubicBezTo>
                  <a:pt x="613485" y="207128"/>
                  <a:pt x="614247" y="139564"/>
                  <a:pt x="614882" y="116069"/>
                </a:cubicBezTo>
                <a:lnTo>
                  <a:pt x="614501" y="111497"/>
                </a:lnTo>
                <a:cubicBezTo>
                  <a:pt x="614120" y="95622"/>
                  <a:pt x="622756" y="85716"/>
                  <a:pt x="635075" y="85208"/>
                </a:cubicBezTo>
                <a:cubicBezTo>
                  <a:pt x="647013" y="84700"/>
                  <a:pt x="656919" y="93590"/>
                  <a:pt x="657554" y="106671"/>
                </a:cubicBezTo>
                <a:cubicBezTo>
                  <a:pt x="658316" y="126483"/>
                  <a:pt x="658316" y="190237"/>
                  <a:pt x="658570" y="210176"/>
                </a:cubicBezTo>
                <a:lnTo>
                  <a:pt x="658570" y="212970"/>
                </a:lnTo>
                <a:lnTo>
                  <a:pt x="666952" y="212462"/>
                </a:lnTo>
                <a:cubicBezTo>
                  <a:pt x="687780" y="206366"/>
                  <a:pt x="704544" y="201159"/>
                  <a:pt x="721689" y="196968"/>
                </a:cubicBezTo>
                <a:cubicBezTo>
                  <a:pt x="743406" y="191761"/>
                  <a:pt x="755725" y="204842"/>
                  <a:pt x="750391" y="227194"/>
                </a:cubicBezTo>
                <a:lnTo>
                  <a:pt x="754201" y="228210"/>
                </a:lnTo>
                <a:cubicBezTo>
                  <a:pt x="770330" y="233544"/>
                  <a:pt x="776553" y="247133"/>
                  <a:pt x="768679" y="260595"/>
                </a:cubicBezTo>
                <a:lnTo>
                  <a:pt x="730452" y="320158"/>
                </a:lnTo>
                <a:cubicBezTo>
                  <a:pt x="728166" y="323714"/>
                  <a:pt x="725118" y="326889"/>
                  <a:pt x="721308" y="331461"/>
                </a:cubicBezTo>
                <a:lnTo>
                  <a:pt x="727912" y="331842"/>
                </a:lnTo>
                <a:cubicBezTo>
                  <a:pt x="760043" y="331969"/>
                  <a:pt x="757757" y="329810"/>
                  <a:pt x="786586" y="336668"/>
                </a:cubicBezTo>
                <a:cubicBezTo>
                  <a:pt x="800683" y="339970"/>
                  <a:pt x="808049" y="350511"/>
                  <a:pt x="805255" y="362957"/>
                </a:cubicBezTo>
                <a:cubicBezTo>
                  <a:pt x="802461" y="375403"/>
                  <a:pt x="791412" y="382007"/>
                  <a:pt x="777188" y="378832"/>
                </a:cubicBezTo>
                <a:cubicBezTo>
                  <a:pt x="731595" y="368672"/>
                  <a:pt x="717244" y="372101"/>
                  <a:pt x="671270" y="381245"/>
                </a:cubicBezTo>
                <a:lnTo>
                  <a:pt x="663142" y="384039"/>
                </a:lnTo>
                <a:cubicBezTo>
                  <a:pt x="635329" y="403089"/>
                  <a:pt x="609421" y="416678"/>
                  <a:pt x="581735" y="427092"/>
                </a:cubicBezTo>
                <a:lnTo>
                  <a:pt x="572591" y="432807"/>
                </a:lnTo>
                <a:lnTo>
                  <a:pt x="567257" y="442840"/>
                </a:lnTo>
                <a:cubicBezTo>
                  <a:pt x="570051" y="451857"/>
                  <a:pt x="574242" y="457572"/>
                  <a:pt x="575131" y="463922"/>
                </a:cubicBezTo>
                <a:cubicBezTo>
                  <a:pt x="576782" y="474463"/>
                  <a:pt x="583513" y="479416"/>
                  <a:pt x="591895" y="483988"/>
                </a:cubicBezTo>
                <a:cubicBezTo>
                  <a:pt x="670254" y="527549"/>
                  <a:pt x="815161" y="520691"/>
                  <a:pt x="900378" y="493132"/>
                </a:cubicBezTo>
                <a:lnTo>
                  <a:pt x="904696" y="491608"/>
                </a:lnTo>
                <a:cubicBezTo>
                  <a:pt x="919428" y="487290"/>
                  <a:pt x="930985" y="492878"/>
                  <a:pt x="934795" y="504435"/>
                </a:cubicBezTo>
                <a:cubicBezTo>
                  <a:pt x="938478" y="515611"/>
                  <a:pt x="933144" y="527549"/>
                  <a:pt x="921079" y="531359"/>
                </a:cubicBezTo>
                <a:lnTo>
                  <a:pt x="865326" y="546599"/>
                </a:lnTo>
                <a:cubicBezTo>
                  <a:pt x="855293" y="549012"/>
                  <a:pt x="782014" y="564633"/>
                  <a:pt x="770203" y="566411"/>
                </a:cubicBezTo>
                <a:lnTo>
                  <a:pt x="775410" y="570602"/>
                </a:lnTo>
                <a:cubicBezTo>
                  <a:pt x="794206" y="587747"/>
                  <a:pt x="811351" y="602733"/>
                  <a:pt x="827607" y="618735"/>
                </a:cubicBezTo>
                <a:cubicBezTo>
                  <a:pt x="839037" y="630038"/>
                  <a:pt x="838910" y="643246"/>
                  <a:pt x="829131" y="652263"/>
                </a:cubicBezTo>
                <a:cubicBezTo>
                  <a:pt x="819352" y="661280"/>
                  <a:pt x="806525" y="659756"/>
                  <a:pt x="795730" y="647818"/>
                </a:cubicBezTo>
                <a:cubicBezTo>
                  <a:pt x="747470" y="594859"/>
                  <a:pt x="688161" y="561712"/>
                  <a:pt x="617676" y="548631"/>
                </a:cubicBezTo>
                <a:lnTo>
                  <a:pt x="580846" y="544186"/>
                </a:lnTo>
                <a:cubicBezTo>
                  <a:pt x="573988" y="543297"/>
                  <a:pt x="570559" y="545710"/>
                  <a:pt x="569924" y="552949"/>
                </a:cubicBezTo>
                <a:lnTo>
                  <a:pt x="616787" y="563109"/>
                </a:lnTo>
                <a:cubicBezTo>
                  <a:pt x="694003" y="583175"/>
                  <a:pt x="813383" y="677663"/>
                  <a:pt x="866596" y="736972"/>
                </a:cubicBezTo>
                <a:cubicBezTo>
                  <a:pt x="876121" y="747513"/>
                  <a:pt x="875994" y="760848"/>
                  <a:pt x="866596" y="769357"/>
                </a:cubicBezTo>
                <a:cubicBezTo>
                  <a:pt x="857071" y="777993"/>
                  <a:pt x="844371" y="776977"/>
                  <a:pt x="834465" y="765928"/>
                </a:cubicBezTo>
                <a:cubicBezTo>
                  <a:pt x="795984" y="723002"/>
                  <a:pt x="695781" y="637023"/>
                  <a:pt x="641933" y="616449"/>
                </a:cubicBezTo>
                <a:cubicBezTo>
                  <a:pt x="611580" y="604892"/>
                  <a:pt x="580084" y="598034"/>
                  <a:pt x="547826" y="594732"/>
                </a:cubicBezTo>
                <a:lnTo>
                  <a:pt x="533856" y="594732"/>
                </a:lnTo>
                <a:cubicBezTo>
                  <a:pt x="523442" y="603622"/>
                  <a:pt x="518108" y="606035"/>
                  <a:pt x="512901" y="609210"/>
                </a:cubicBezTo>
                <a:cubicBezTo>
                  <a:pt x="533348" y="642865"/>
                  <a:pt x="558494" y="671948"/>
                  <a:pt x="588593" y="696713"/>
                </a:cubicBezTo>
                <a:cubicBezTo>
                  <a:pt x="626820" y="728082"/>
                  <a:pt x="654633" y="741163"/>
                  <a:pt x="702131" y="754752"/>
                </a:cubicBezTo>
                <a:cubicBezTo>
                  <a:pt x="716736" y="758943"/>
                  <a:pt x="723594" y="770246"/>
                  <a:pt x="719657" y="782565"/>
                </a:cubicBezTo>
                <a:cubicBezTo>
                  <a:pt x="715720" y="794884"/>
                  <a:pt x="704417" y="800218"/>
                  <a:pt x="690320" y="796281"/>
                </a:cubicBezTo>
                <a:cubicBezTo>
                  <a:pt x="654887" y="786375"/>
                  <a:pt x="636599" y="780914"/>
                  <a:pt x="605103" y="761610"/>
                </a:cubicBezTo>
                <a:cubicBezTo>
                  <a:pt x="562304" y="735321"/>
                  <a:pt x="525982" y="701920"/>
                  <a:pt x="496010" y="661661"/>
                </a:cubicBezTo>
                <a:lnTo>
                  <a:pt x="493851" y="658994"/>
                </a:lnTo>
                <a:lnTo>
                  <a:pt x="496518" y="672837"/>
                </a:lnTo>
                <a:cubicBezTo>
                  <a:pt x="528141" y="745227"/>
                  <a:pt x="623264" y="846065"/>
                  <a:pt x="684732" y="882006"/>
                </a:cubicBezTo>
                <a:lnTo>
                  <a:pt x="686764" y="883149"/>
                </a:lnTo>
                <a:cubicBezTo>
                  <a:pt x="700353" y="891277"/>
                  <a:pt x="704290" y="903215"/>
                  <a:pt x="697940" y="914391"/>
                </a:cubicBezTo>
                <a:cubicBezTo>
                  <a:pt x="691590" y="925567"/>
                  <a:pt x="678763" y="929123"/>
                  <a:pt x="666444" y="921249"/>
                </a:cubicBezTo>
                <a:lnTo>
                  <a:pt x="611707" y="883403"/>
                </a:lnTo>
                <a:cubicBezTo>
                  <a:pt x="577544" y="856098"/>
                  <a:pt x="500201" y="772405"/>
                  <a:pt x="478357" y="734559"/>
                </a:cubicBezTo>
                <a:lnTo>
                  <a:pt x="476325" y="731384"/>
                </a:lnTo>
                <a:cubicBezTo>
                  <a:pt x="474166" y="742306"/>
                  <a:pt x="474420" y="754498"/>
                  <a:pt x="474039" y="766817"/>
                </a:cubicBezTo>
                <a:cubicBezTo>
                  <a:pt x="472769" y="811394"/>
                  <a:pt x="463752" y="854320"/>
                  <a:pt x="447623" y="895849"/>
                </a:cubicBezTo>
                <a:cubicBezTo>
                  <a:pt x="442670" y="908549"/>
                  <a:pt x="430478" y="913883"/>
                  <a:pt x="418921" y="909311"/>
                </a:cubicBezTo>
                <a:cubicBezTo>
                  <a:pt x="407872" y="904866"/>
                  <a:pt x="403046" y="893055"/>
                  <a:pt x="407237" y="880482"/>
                </a:cubicBezTo>
                <a:lnTo>
                  <a:pt x="410031" y="872862"/>
                </a:lnTo>
                <a:cubicBezTo>
                  <a:pt x="412571" y="865242"/>
                  <a:pt x="413714" y="861432"/>
                  <a:pt x="415746" y="855209"/>
                </a:cubicBezTo>
                <a:cubicBezTo>
                  <a:pt x="404697" y="869179"/>
                  <a:pt x="359485" y="916804"/>
                  <a:pt x="349833" y="928742"/>
                </a:cubicBezTo>
                <a:lnTo>
                  <a:pt x="337514" y="939283"/>
                </a:lnTo>
                <a:cubicBezTo>
                  <a:pt x="311479" y="934965"/>
                  <a:pt x="305256" y="916423"/>
                  <a:pt x="315797" y="901818"/>
                </a:cubicBezTo>
                <a:cubicBezTo>
                  <a:pt x="329894" y="882514"/>
                  <a:pt x="380186" y="827777"/>
                  <a:pt x="392505" y="807457"/>
                </a:cubicBezTo>
                <a:cubicBezTo>
                  <a:pt x="410158" y="777993"/>
                  <a:pt x="421842" y="745735"/>
                  <a:pt x="425906" y="711699"/>
                </a:cubicBezTo>
                <a:cubicBezTo>
                  <a:pt x="427684" y="696586"/>
                  <a:pt x="422096" y="680584"/>
                  <a:pt x="419556" y="664963"/>
                </a:cubicBezTo>
                <a:lnTo>
                  <a:pt x="417397" y="657851"/>
                </a:lnTo>
                <a:lnTo>
                  <a:pt x="412190" y="657343"/>
                </a:lnTo>
                <a:cubicBezTo>
                  <a:pt x="371931" y="708397"/>
                  <a:pt x="323925" y="745989"/>
                  <a:pt x="266648" y="771389"/>
                </a:cubicBezTo>
                <a:lnTo>
                  <a:pt x="257758" y="776596"/>
                </a:lnTo>
                <a:cubicBezTo>
                  <a:pt x="254583" y="797424"/>
                  <a:pt x="251789" y="811902"/>
                  <a:pt x="248868" y="826253"/>
                </a:cubicBezTo>
                <a:cubicBezTo>
                  <a:pt x="246328" y="838699"/>
                  <a:pt x="234898" y="846192"/>
                  <a:pt x="223214" y="843525"/>
                </a:cubicBezTo>
                <a:cubicBezTo>
                  <a:pt x="212546" y="841112"/>
                  <a:pt x="205688" y="831968"/>
                  <a:pt x="206577" y="820411"/>
                </a:cubicBezTo>
                <a:lnTo>
                  <a:pt x="210260" y="791201"/>
                </a:lnTo>
                <a:cubicBezTo>
                  <a:pt x="204926" y="793106"/>
                  <a:pt x="200100" y="794249"/>
                  <a:pt x="195782" y="796535"/>
                </a:cubicBezTo>
                <a:cubicBezTo>
                  <a:pt x="184225" y="802377"/>
                  <a:pt x="172668" y="799583"/>
                  <a:pt x="164667" y="788407"/>
                </a:cubicBezTo>
                <a:cubicBezTo>
                  <a:pt x="157936" y="779136"/>
                  <a:pt x="159206" y="767960"/>
                  <a:pt x="167715" y="759451"/>
                </a:cubicBezTo>
                <a:lnTo>
                  <a:pt x="172160" y="754879"/>
                </a:lnTo>
                <a:cubicBezTo>
                  <a:pt x="196163" y="712334"/>
                  <a:pt x="224357" y="677282"/>
                  <a:pt x="259028" y="647310"/>
                </a:cubicBezTo>
                <a:lnTo>
                  <a:pt x="261695" y="646167"/>
                </a:lnTo>
                <a:lnTo>
                  <a:pt x="261314" y="643373"/>
                </a:lnTo>
                <a:lnTo>
                  <a:pt x="219023" y="648961"/>
                </a:lnTo>
                <a:cubicBezTo>
                  <a:pt x="167207" y="653914"/>
                  <a:pt x="85292" y="648326"/>
                  <a:pt x="35889" y="631435"/>
                </a:cubicBezTo>
                <a:cubicBezTo>
                  <a:pt x="23189" y="627117"/>
                  <a:pt x="17093" y="615941"/>
                  <a:pt x="20649" y="604511"/>
                </a:cubicBezTo>
                <a:cubicBezTo>
                  <a:pt x="24459" y="592192"/>
                  <a:pt x="36270" y="586350"/>
                  <a:pt x="49859" y="590795"/>
                </a:cubicBezTo>
                <a:cubicBezTo>
                  <a:pt x="90118" y="604130"/>
                  <a:pt x="162508" y="609464"/>
                  <a:pt x="204799" y="606924"/>
                </a:cubicBezTo>
                <a:cubicBezTo>
                  <a:pt x="246201" y="604384"/>
                  <a:pt x="285444" y="593970"/>
                  <a:pt x="322909" y="576190"/>
                </a:cubicBezTo>
                <a:lnTo>
                  <a:pt x="325703" y="574412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96" name="Google Shape;1596;p25"/>
          <p:cNvGrpSpPr/>
          <p:nvPr/>
        </p:nvGrpSpPr>
        <p:grpSpPr>
          <a:xfrm>
            <a:off x="178004" y="7762777"/>
            <a:ext cx="720087" cy="727028"/>
            <a:chOff x="63500" y="63500"/>
            <a:chExt cx="1106805" cy="1117473"/>
          </a:xfrm>
        </p:grpSpPr>
        <p:sp>
          <p:nvSpPr>
            <p:cNvPr id="1597" name="Google Shape;1597;p25"/>
            <p:cNvSpPr/>
            <p:nvPr/>
          </p:nvSpPr>
          <p:spPr>
            <a:xfrm>
              <a:off x="452417" y="519747"/>
              <a:ext cx="530803" cy="322500"/>
            </a:xfrm>
            <a:custGeom>
              <a:rect b="b" l="l" r="r" t="t"/>
              <a:pathLst>
                <a:path extrusionOk="0" h="322500" w="530803">
                  <a:moveTo>
                    <a:pt x="300693" y="277051"/>
                  </a:moveTo>
                  <a:cubicBezTo>
                    <a:pt x="338031" y="274765"/>
                    <a:pt x="374099" y="269558"/>
                    <a:pt x="406738" y="250635"/>
                  </a:cubicBezTo>
                  <a:cubicBezTo>
                    <a:pt x="451950" y="224473"/>
                    <a:pt x="478747" y="185357"/>
                    <a:pt x="487637" y="133922"/>
                  </a:cubicBezTo>
                  <a:lnTo>
                    <a:pt x="488653" y="127064"/>
                  </a:lnTo>
                  <a:cubicBezTo>
                    <a:pt x="491828" y="110046"/>
                    <a:pt x="500845" y="103061"/>
                    <a:pt x="513418" y="104839"/>
                  </a:cubicBezTo>
                  <a:cubicBezTo>
                    <a:pt x="526372" y="106617"/>
                    <a:pt x="532087" y="114999"/>
                    <a:pt x="530563" y="129731"/>
                  </a:cubicBezTo>
                  <a:cubicBezTo>
                    <a:pt x="520657" y="223330"/>
                    <a:pt x="456014" y="297117"/>
                    <a:pt x="363304" y="316167"/>
                  </a:cubicBezTo>
                  <a:cubicBezTo>
                    <a:pt x="285961" y="332169"/>
                    <a:pt x="212555" y="317183"/>
                    <a:pt x="144229" y="278702"/>
                  </a:cubicBezTo>
                  <a:cubicBezTo>
                    <a:pt x="94191" y="250508"/>
                    <a:pt x="51138" y="214186"/>
                    <a:pt x="22817" y="162878"/>
                  </a:cubicBezTo>
                  <a:cubicBezTo>
                    <a:pt x="11768" y="142812"/>
                    <a:pt x="1608" y="121984"/>
                    <a:pt x="211" y="98489"/>
                  </a:cubicBezTo>
                  <a:cubicBezTo>
                    <a:pt x="-1948" y="59881"/>
                    <a:pt x="12403" y="29020"/>
                    <a:pt x="47455" y="10732"/>
                  </a:cubicBezTo>
                  <a:cubicBezTo>
                    <a:pt x="82634" y="-7683"/>
                    <a:pt x="115781" y="-1587"/>
                    <a:pt x="146134" y="22797"/>
                  </a:cubicBezTo>
                  <a:lnTo>
                    <a:pt x="170391" y="44260"/>
                  </a:lnTo>
                  <a:cubicBezTo>
                    <a:pt x="180932" y="55055"/>
                    <a:pt x="179789" y="65469"/>
                    <a:pt x="167978" y="76518"/>
                  </a:cubicBezTo>
                  <a:cubicBezTo>
                    <a:pt x="158072" y="85789"/>
                    <a:pt x="149817" y="85281"/>
                    <a:pt x="139149" y="74359"/>
                  </a:cubicBezTo>
                  <a:lnTo>
                    <a:pt x="120734" y="55055"/>
                  </a:lnTo>
                  <a:cubicBezTo>
                    <a:pt x="104097" y="40577"/>
                    <a:pt x="85301" y="37783"/>
                    <a:pt x="69807" y="46673"/>
                  </a:cubicBezTo>
                  <a:cubicBezTo>
                    <a:pt x="50503" y="57722"/>
                    <a:pt x="41232" y="77407"/>
                    <a:pt x="45042" y="99124"/>
                  </a:cubicBezTo>
                  <a:cubicBezTo>
                    <a:pt x="49487" y="123635"/>
                    <a:pt x="61044" y="144717"/>
                    <a:pt x="77046" y="163132"/>
                  </a:cubicBezTo>
                  <a:cubicBezTo>
                    <a:pt x="119972" y="212789"/>
                    <a:pt x="170391" y="251651"/>
                    <a:pt x="235542" y="267145"/>
                  </a:cubicBezTo>
                  <a:lnTo>
                    <a:pt x="300439" y="27705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25"/>
            <p:cNvSpPr/>
            <p:nvPr/>
          </p:nvSpPr>
          <p:spPr>
            <a:xfrm>
              <a:off x="277098" y="401210"/>
              <a:ext cx="478944" cy="315717"/>
            </a:xfrm>
            <a:custGeom>
              <a:rect b="b" l="l" r="r" t="t"/>
              <a:pathLst>
                <a:path extrusionOk="0" h="315717" w="478944">
                  <a:moveTo>
                    <a:pt x="178959" y="42020"/>
                  </a:moveTo>
                  <a:cubicBezTo>
                    <a:pt x="134890" y="42147"/>
                    <a:pt x="93996" y="51418"/>
                    <a:pt x="58817" y="79104"/>
                  </a:cubicBezTo>
                  <a:lnTo>
                    <a:pt x="38370" y="97773"/>
                  </a:lnTo>
                  <a:cubicBezTo>
                    <a:pt x="26813" y="108314"/>
                    <a:pt x="16780" y="108695"/>
                    <a:pt x="7382" y="99297"/>
                  </a:cubicBezTo>
                  <a:cubicBezTo>
                    <a:pt x="-2397" y="89518"/>
                    <a:pt x="-2651" y="79485"/>
                    <a:pt x="7763" y="68182"/>
                  </a:cubicBezTo>
                  <a:cubicBezTo>
                    <a:pt x="43196" y="30082"/>
                    <a:pt x="86757" y="6333"/>
                    <a:pt x="138446" y="1634"/>
                  </a:cubicBezTo>
                  <a:cubicBezTo>
                    <a:pt x="257191" y="-9161"/>
                    <a:pt x="354600" y="33765"/>
                    <a:pt x="431816" y="123554"/>
                  </a:cubicBezTo>
                  <a:cubicBezTo>
                    <a:pt x="452009" y="147049"/>
                    <a:pt x="469281" y="172322"/>
                    <a:pt x="476520" y="203564"/>
                  </a:cubicBezTo>
                  <a:cubicBezTo>
                    <a:pt x="485283" y="241410"/>
                    <a:pt x="469662" y="285352"/>
                    <a:pt x="439690" y="303894"/>
                  </a:cubicBezTo>
                  <a:cubicBezTo>
                    <a:pt x="408702" y="323071"/>
                    <a:pt x="361204" y="318499"/>
                    <a:pt x="331486" y="293226"/>
                  </a:cubicBezTo>
                  <a:lnTo>
                    <a:pt x="310404" y="272652"/>
                  </a:lnTo>
                  <a:cubicBezTo>
                    <a:pt x="299355" y="259444"/>
                    <a:pt x="304308" y="242680"/>
                    <a:pt x="320564" y="236330"/>
                  </a:cubicBezTo>
                  <a:lnTo>
                    <a:pt x="334788" y="236711"/>
                  </a:lnTo>
                  <a:cubicBezTo>
                    <a:pt x="348250" y="249411"/>
                    <a:pt x="355489" y="257539"/>
                    <a:pt x="363998" y="264016"/>
                  </a:cubicBezTo>
                  <a:cubicBezTo>
                    <a:pt x="378349" y="274938"/>
                    <a:pt x="394224" y="278494"/>
                    <a:pt x="411369" y="269985"/>
                  </a:cubicBezTo>
                  <a:cubicBezTo>
                    <a:pt x="428768" y="261349"/>
                    <a:pt x="435245" y="246871"/>
                    <a:pt x="436134" y="228075"/>
                  </a:cubicBezTo>
                  <a:cubicBezTo>
                    <a:pt x="436896" y="212073"/>
                    <a:pt x="433086" y="197595"/>
                    <a:pt x="424577" y="184514"/>
                  </a:cubicBezTo>
                  <a:cubicBezTo>
                    <a:pt x="366538" y="95995"/>
                    <a:pt x="286528" y="45068"/>
                    <a:pt x="179086" y="417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25"/>
            <p:cNvSpPr/>
            <p:nvPr/>
          </p:nvSpPr>
          <p:spPr>
            <a:xfrm>
              <a:off x="325981" y="253551"/>
              <a:ext cx="447026" cy="241876"/>
            </a:xfrm>
            <a:custGeom>
              <a:rect b="b" l="l" r="r" t="t"/>
              <a:pathLst>
                <a:path extrusionOk="0" h="241876" w="447026">
                  <a:moveTo>
                    <a:pt x="98072" y="40962"/>
                  </a:moveTo>
                  <a:lnTo>
                    <a:pt x="39652" y="52138"/>
                  </a:lnTo>
                  <a:cubicBezTo>
                    <a:pt x="34953" y="53027"/>
                    <a:pt x="30508" y="54932"/>
                    <a:pt x="25936" y="55948"/>
                  </a:cubicBezTo>
                  <a:cubicBezTo>
                    <a:pt x="13236" y="58615"/>
                    <a:pt x="5743" y="54551"/>
                    <a:pt x="1806" y="43375"/>
                  </a:cubicBezTo>
                  <a:cubicBezTo>
                    <a:pt x="-2385" y="31564"/>
                    <a:pt x="536" y="21277"/>
                    <a:pt x="12474" y="17594"/>
                  </a:cubicBezTo>
                  <a:lnTo>
                    <a:pt x="77117" y="2227"/>
                  </a:lnTo>
                  <a:cubicBezTo>
                    <a:pt x="140236" y="-6663"/>
                    <a:pt x="198021" y="12133"/>
                    <a:pt x="253647" y="39692"/>
                  </a:cubicBezTo>
                  <a:cubicBezTo>
                    <a:pt x="327053" y="76014"/>
                    <a:pt x="390045" y="125036"/>
                    <a:pt x="436019" y="193870"/>
                  </a:cubicBezTo>
                  <a:lnTo>
                    <a:pt x="443766" y="206316"/>
                  </a:lnTo>
                  <a:cubicBezTo>
                    <a:pt x="449735" y="221683"/>
                    <a:pt x="447068" y="229303"/>
                    <a:pt x="439321" y="234764"/>
                  </a:cubicBezTo>
                  <a:lnTo>
                    <a:pt x="423192" y="241876"/>
                  </a:lnTo>
                  <a:cubicBezTo>
                    <a:pt x="410111" y="230954"/>
                    <a:pt x="405412" y="225112"/>
                    <a:pt x="401348" y="219143"/>
                  </a:cubicBezTo>
                  <a:cubicBezTo>
                    <a:pt x="340769" y="129862"/>
                    <a:pt x="256187" y="75379"/>
                    <a:pt x="152809" y="48963"/>
                  </a:cubicBezTo>
                  <a:lnTo>
                    <a:pt x="98072" y="4096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25"/>
            <p:cNvSpPr/>
            <p:nvPr/>
          </p:nvSpPr>
          <p:spPr>
            <a:xfrm>
              <a:off x="432969" y="743106"/>
              <a:ext cx="446193" cy="239366"/>
            </a:xfrm>
            <a:custGeom>
              <a:rect b="b" l="l" r="r" t="t"/>
              <a:pathLst>
                <a:path extrusionOk="0" h="239366" w="446193">
                  <a:moveTo>
                    <a:pt x="348081" y="239366"/>
                  </a:moveTo>
                  <a:cubicBezTo>
                    <a:pt x="272389" y="237842"/>
                    <a:pt x="205206" y="214601"/>
                    <a:pt x="143738" y="174342"/>
                  </a:cubicBezTo>
                  <a:cubicBezTo>
                    <a:pt x="90525" y="139544"/>
                    <a:pt x="43281" y="98269"/>
                    <a:pt x="9118" y="43659"/>
                  </a:cubicBezTo>
                  <a:lnTo>
                    <a:pt x="3530" y="34261"/>
                  </a:lnTo>
                  <a:cubicBezTo>
                    <a:pt x="-3074" y="17497"/>
                    <a:pt x="-153" y="8988"/>
                    <a:pt x="10134" y="3400"/>
                  </a:cubicBezTo>
                  <a:cubicBezTo>
                    <a:pt x="20675" y="-2442"/>
                    <a:pt x="29057" y="-918"/>
                    <a:pt x="36804" y="9242"/>
                  </a:cubicBezTo>
                  <a:lnTo>
                    <a:pt x="79349" y="65503"/>
                  </a:lnTo>
                  <a:cubicBezTo>
                    <a:pt x="139928" y="131289"/>
                    <a:pt x="213080" y="176755"/>
                    <a:pt x="301472" y="195170"/>
                  </a:cubicBezTo>
                  <a:cubicBezTo>
                    <a:pt x="330301" y="201139"/>
                    <a:pt x="359003" y="198853"/>
                    <a:pt x="387705" y="193392"/>
                  </a:cubicBezTo>
                  <a:lnTo>
                    <a:pt x="422630" y="188820"/>
                  </a:lnTo>
                  <a:cubicBezTo>
                    <a:pt x="436473" y="188312"/>
                    <a:pt x="444474" y="194281"/>
                    <a:pt x="445871" y="203806"/>
                  </a:cubicBezTo>
                  <a:cubicBezTo>
                    <a:pt x="447649" y="214601"/>
                    <a:pt x="442061" y="224888"/>
                    <a:pt x="429107" y="228190"/>
                  </a:cubicBezTo>
                  <a:lnTo>
                    <a:pt x="374751" y="237588"/>
                  </a:lnTo>
                  <a:cubicBezTo>
                    <a:pt x="365353" y="238985"/>
                    <a:pt x="355701" y="238731"/>
                    <a:pt x="347700" y="23923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25"/>
            <p:cNvSpPr/>
            <p:nvPr/>
          </p:nvSpPr>
          <p:spPr>
            <a:xfrm>
              <a:off x="323596" y="590075"/>
              <a:ext cx="131850" cy="329767"/>
            </a:xfrm>
            <a:custGeom>
              <a:rect b="b" l="l" r="r" t="t"/>
              <a:pathLst>
                <a:path extrusionOk="0" h="329767" w="131850">
                  <a:moveTo>
                    <a:pt x="127" y="115156"/>
                  </a:moveTo>
                  <a:cubicBezTo>
                    <a:pt x="4318" y="74643"/>
                    <a:pt x="11938" y="39210"/>
                    <a:pt x="36830" y="10000"/>
                  </a:cubicBezTo>
                  <a:cubicBezTo>
                    <a:pt x="47117" y="-2065"/>
                    <a:pt x="57277" y="-2954"/>
                    <a:pt x="68326" y="5936"/>
                  </a:cubicBezTo>
                  <a:lnTo>
                    <a:pt x="77724" y="19271"/>
                  </a:lnTo>
                  <a:cubicBezTo>
                    <a:pt x="73152" y="30701"/>
                    <a:pt x="71882" y="33368"/>
                    <a:pt x="70104" y="35527"/>
                  </a:cubicBezTo>
                  <a:cubicBezTo>
                    <a:pt x="44958" y="67023"/>
                    <a:pt x="42545" y="102837"/>
                    <a:pt x="50038" y="140556"/>
                  </a:cubicBezTo>
                  <a:cubicBezTo>
                    <a:pt x="60325" y="191737"/>
                    <a:pt x="83820" y="236822"/>
                    <a:pt x="114427" y="278605"/>
                  </a:cubicBezTo>
                  <a:lnTo>
                    <a:pt x="122936" y="288892"/>
                  </a:lnTo>
                  <a:cubicBezTo>
                    <a:pt x="135509" y="306164"/>
                    <a:pt x="134112" y="316451"/>
                    <a:pt x="122936" y="325087"/>
                  </a:cubicBezTo>
                  <a:cubicBezTo>
                    <a:pt x="112776" y="332834"/>
                    <a:pt x="103632" y="330929"/>
                    <a:pt x="94234" y="319626"/>
                  </a:cubicBezTo>
                  <a:cubicBezTo>
                    <a:pt x="56134" y="273906"/>
                    <a:pt x="26289" y="223487"/>
                    <a:pt x="9906" y="166083"/>
                  </a:cubicBezTo>
                  <a:lnTo>
                    <a:pt x="0" y="11515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25"/>
            <p:cNvSpPr/>
            <p:nvPr/>
          </p:nvSpPr>
          <p:spPr>
            <a:xfrm>
              <a:off x="747631" y="315829"/>
              <a:ext cx="131971" cy="331109"/>
            </a:xfrm>
            <a:custGeom>
              <a:rect b="b" l="l" r="r" t="t"/>
              <a:pathLst>
                <a:path extrusionOk="0" h="331109" w="131971">
                  <a:moveTo>
                    <a:pt x="131844" y="224556"/>
                  </a:moveTo>
                  <a:cubicBezTo>
                    <a:pt x="133114" y="259862"/>
                    <a:pt x="121557" y="290596"/>
                    <a:pt x="101745" y="318663"/>
                  </a:cubicBezTo>
                  <a:lnTo>
                    <a:pt x="88918" y="331109"/>
                  </a:lnTo>
                  <a:cubicBezTo>
                    <a:pt x="61867" y="324251"/>
                    <a:pt x="56152" y="310281"/>
                    <a:pt x="65931" y="295930"/>
                  </a:cubicBezTo>
                  <a:cubicBezTo>
                    <a:pt x="87648" y="263926"/>
                    <a:pt x="94252" y="228747"/>
                    <a:pt x="86759" y="191155"/>
                  </a:cubicBezTo>
                  <a:cubicBezTo>
                    <a:pt x="79647" y="155595"/>
                    <a:pt x="66566" y="122067"/>
                    <a:pt x="47135" y="91460"/>
                  </a:cubicBezTo>
                  <a:lnTo>
                    <a:pt x="6749" y="37104"/>
                  </a:lnTo>
                  <a:cubicBezTo>
                    <a:pt x="-2014" y="25547"/>
                    <a:pt x="-2395" y="16276"/>
                    <a:pt x="6495" y="7259"/>
                  </a:cubicBezTo>
                  <a:cubicBezTo>
                    <a:pt x="15766" y="-2012"/>
                    <a:pt x="27069" y="-2774"/>
                    <a:pt x="35832" y="7132"/>
                  </a:cubicBezTo>
                  <a:cubicBezTo>
                    <a:pt x="90823" y="69616"/>
                    <a:pt x="129939" y="139212"/>
                    <a:pt x="131971" y="22455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25"/>
            <p:cNvSpPr/>
            <p:nvPr/>
          </p:nvSpPr>
          <p:spPr>
            <a:xfrm>
              <a:off x="63500" y="289687"/>
              <a:ext cx="167132" cy="166624"/>
            </a:xfrm>
            <a:custGeom>
              <a:rect b="b" l="l" r="r" t="t"/>
              <a:pathLst>
                <a:path extrusionOk="0" h="166624" w="167132">
                  <a:moveTo>
                    <a:pt x="167132" y="98171"/>
                  </a:moveTo>
                  <a:lnTo>
                    <a:pt x="117856" y="115062"/>
                  </a:lnTo>
                  <a:cubicBezTo>
                    <a:pt x="111760" y="117475"/>
                    <a:pt x="105791" y="121793"/>
                    <a:pt x="101346" y="126746"/>
                  </a:cubicBezTo>
                  <a:lnTo>
                    <a:pt x="68961" y="166624"/>
                  </a:lnTo>
                  <a:cubicBezTo>
                    <a:pt x="64135" y="152908"/>
                    <a:pt x="58928" y="140843"/>
                    <a:pt x="55880" y="128270"/>
                  </a:cubicBezTo>
                  <a:cubicBezTo>
                    <a:pt x="52324" y="113538"/>
                    <a:pt x="44577" y="102743"/>
                    <a:pt x="32258" y="94107"/>
                  </a:cubicBezTo>
                  <a:lnTo>
                    <a:pt x="0" y="68707"/>
                  </a:lnTo>
                  <a:cubicBezTo>
                    <a:pt x="16637" y="63119"/>
                    <a:pt x="31369" y="57658"/>
                    <a:pt x="46355" y="53213"/>
                  </a:cubicBezTo>
                  <a:cubicBezTo>
                    <a:pt x="55372" y="50546"/>
                    <a:pt x="62103" y="45974"/>
                    <a:pt x="67564" y="38481"/>
                  </a:cubicBezTo>
                  <a:lnTo>
                    <a:pt x="98171" y="0"/>
                  </a:lnTo>
                  <a:cubicBezTo>
                    <a:pt x="103759" y="16383"/>
                    <a:pt x="109474" y="31242"/>
                    <a:pt x="113792" y="46355"/>
                  </a:cubicBezTo>
                  <a:cubicBezTo>
                    <a:pt x="116459" y="55753"/>
                    <a:pt x="121666" y="62484"/>
                    <a:pt x="129413" y="68199"/>
                  </a:cubicBezTo>
                  <a:lnTo>
                    <a:pt x="167132" y="9817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25"/>
            <p:cNvSpPr/>
            <p:nvPr/>
          </p:nvSpPr>
          <p:spPr>
            <a:xfrm>
              <a:off x="551434" y="1033653"/>
              <a:ext cx="146939" cy="147320"/>
            </a:xfrm>
            <a:custGeom>
              <a:rect b="b" l="l" r="r" t="t"/>
              <a:pathLst>
                <a:path extrusionOk="0" h="147320" w="146939">
                  <a:moveTo>
                    <a:pt x="60452" y="147320"/>
                  </a:moveTo>
                  <a:lnTo>
                    <a:pt x="46990" y="107188"/>
                  </a:lnTo>
                  <a:cubicBezTo>
                    <a:pt x="44450" y="98933"/>
                    <a:pt x="40386" y="92583"/>
                    <a:pt x="33401" y="87376"/>
                  </a:cubicBezTo>
                  <a:lnTo>
                    <a:pt x="0" y="60706"/>
                  </a:lnTo>
                  <a:cubicBezTo>
                    <a:pt x="15875" y="55245"/>
                    <a:pt x="30226" y="50673"/>
                    <a:pt x="44323" y="45212"/>
                  </a:cubicBezTo>
                  <a:lnTo>
                    <a:pt x="53721" y="40132"/>
                  </a:lnTo>
                  <a:cubicBezTo>
                    <a:pt x="66802" y="25019"/>
                    <a:pt x="75819" y="13208"/>
                    <a:pt x="86360" y="0"/>
                  </a:cubicBezTo>
                  <a:lnTo>
                    <a:pt x="101346" y="43180"/>
                  </a:lnTo>
                  <a:cubicBezTo>
                    <a:pt x="103378" y="48514"/>
                    <a:pt x="106934" y="53721"/>
                    <a:pt x="111252" y="57531"/>
                  </a:cubicBezTo>
                  <a:lnTo>
                    <a:pt x="146939" y="86487"/>
                  </a:lnTo>
                  <a:cubicBezTo>
                    <a:pt x="130683" y="92075"/>
                    <a:pt x="115951" y="96901"/>
                    <a:pt x="101346" y="102235"/>
                  </a:cubicBezTo>
                  <a:lnTo>
                    <a:pt x="93472" y="106426"/>
                  </a:lnTo>
                  <a:cubicBezTo>
                    <a:pt x="80772" y="121412"/>
                    <a:pt x="71247" y="133604"/>
                    <a:pt x="60325" y="1470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25"/>
            <p:cNvSpPr/>
            <p:nvPr/>
          </p:nvSpPr>
          <p:spPr>
            <a:xfrm>
              <a:off x="922147" y="305181"/>
              <a:ext cx="122174" cy="121793"/>
            </a:xfrm>
            <a:custGeom>
              <a:rect b="b" l="l" r="r" t="t"/>
              <a:pathLst>
                <a:path extrusionOk="0" h="121793" w="122174">
                  <a:moveTo>
                    <a:pt x="71882" y="0"/>
                  </a:moveTo>
                  <a:cubicBezTo>
                    <a:pt x="77343" y="32258"/>
                    <a:pt x="94361" y="55118"/>
                    <a:pt x="122174" y="71628"/>
                  </a:cubicBezTo>
                  <a:cubicBezTo>
                    <a:pt x="89916" y="77216"/>
                    <a:pt x="66548" y="93345"/>
                    <a:pt x="50546" y="121793"/>
                  </a:cubicBezTo>
                  <a:cubicBezTo>
                    <a:pt x="44704" y="89408"/>
                    <a:pt x="28448" y="66167"/>
                    <a:pt x="0" y="50038"/>
                  </a:cubicBezTo>
                  <a:cubicBezTo>
                    <a:pt x="31877" y="44069"/>
                    <a:pt x="55499" y="28448"/>
                    <a:pt x="7200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25"/>
            <p:cNvSpPr/>
            <p:nvPr/>
          </p:nvSpPr>
          <p:spPr>
            <a:xfrm>
              <a:off x="1059053" y="717042"/>
              <a:ext cx="111252" cy="108712"/>
            </a:xfrm>
            <a:custGeom>
              <a:rect b="b" l="l" r="r" t="t"/>
              <a:pathLst>
                <a:path extrusionOk="0" h="108712" w="111252">
                  <a:moveTo>
                    <a:pt x="111125" y="46482"/>
                  </a:moveTo>
                  <a:lnTo>
                    <a:pt x="85598" y="66802"/>
                  </a:lnTo>
                  <a:cubicBezTo>
                    <a:pt x="83185" y="68961"/>
                    <a:pt x="81280" y="73025"/>
                    <a:pt x="81280" y="76200"/>
                  </a:cubicBezTo>
                  <a:lnTo>
                    <a:pt x="82550" y="108712"/>
                  </a:lnTo>
                  <a:cubicBezTo>
                    <a:pt x="75184" y="103886"/>
                    <a:pt x="68326" y="100457"/>
                    <a:pt x="62992" y="95631"/>
                  </a:cubicBezTo>
                  <a:cubicBezTo>
                    <a:pt x="54483" y="88011"/>
                    <a:pt x="46101" y="87503"/>
                    <a:pt x="36195" y="92710"/>
                  </a:cubicBezTo>
                  <a:lnTo>
                    <a:pt x="22987" y="98044"/>
                  </a:lnTo>
                  <a:cubicBezTo>
                    <a:pt x="17653" y="89789"/>
                    <a:pt x="20955" y="80645"/>
                    <a:pt x="22733" y="71120"/>
                  </a:cubicBezTo>
                  <a:lnTo>
                    <a:pt x="22352" y="61849"/>
                  </a:lnTo>
                  <a:cubicBezTo>
                    <a:pt x="14732" y="50419"/>
                    <a:pt x="8128" y="43180"/>
                    <a:pt x="0" y="33020"/>
                  </a:cubicBezTo>
                  <a:lnTo>
                    <a:pt x="31877" y="32766"/>
                  </a:lnTo>
                  <a:cubicBezTo>
                    <a:pt x="35814" y="32385"/>
                    <a:pt x="40640" y="29591"/>
                    <a:pt x="43180" y="26416"/>
                  </a:cubicBezTo>
                  <a:lnTo>
                    <a:pt x="60579" y="0"/>
                  </a:lnTo>
                  <a:cubicBezTo>
                    <a:pt x="64643" y="11176"/>
                    <a:pt x="68326" y="20066"/>
                    <a:pt x="71120" y="29337"/>
                  </a:cubicBezTo>
                  <a:lnTo>
                    <a:pt x="76073" y="37465"/>
                  </a:lnTo>
                  <a:cubicBezTo>
                    <a:pt x="90805" y="40767"/>
                    <a:pt x="99949" y="43561"/>
                    <a:pt x="111252" y="4660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25"/>
            <p:cNvSpPr/>
            <p:nvPr/>
          </p:nvSpPr>
          <p:spPr>
            <a:xfrm>
              <a:off x="174625" y="738378"/>
              <a:ext cx="111125" cy="109093"/>
            </a:xfrm>
            <a:custGeom>
              <a:rect b="b" l="l" r="r" t="t"/>
              <a:pathLst>
                <a:path extrusionOk="0" h="109093" w="111125">
                  <a:moveTo>
                    <a:pt x="60452" y="0"/>
                  </a:moveTo>
                  <a:lnTo>
                    <a:pt x="70358" y="27686"/>
                  </a:lnTo>
                  <a:cubicBezTo>
                    <a:pt x="72263" y="34163"/>
                    <a:pt x="75565" y="37719"/>
                    <a:pt x="82550" y="38989"/>
                  </a:cubicBezTo>
                  <a:lnTo>
                    <a:pt x="111125" y="46609"/>
                  </a:lnTo>
                  <a:cubicBezTo>
                    <a:pt x="101854" y="53848"/>
                    <a:pt x="93726" y="59309"/>
                    <a:pt x="86741" y="65913"/>
                  </a:cubicBezTo>
                  <a:lnTo>
                    <a:pt x="81534" y="73660"/>
                  </a:lnTo>
                  <a:cubicBezTo>
                    <a:pt x="80899" y="87376"/>
                    <a:pt x="81915" y="97155"/>
                    <a:pt x="82550" y="109093"/>
                  </a:cubicBezTo>
                  <a:lnTo>
                    <a:pt x="56134" y="91567"/>
                  </a:lnTo>
                  <a:cubicBezTo>
                    <a:pt x="52832" y="89662"/>
                    <a:pt x="47752" y="89154"/>
                    <a:pt x="44196" y="90297"/>
                  </a:cubicBezTo>
                  <a:lnTo>
                    <a:pt x="14605" y="101346"/>
                  </a:lnTo>
                  <a:cubicBezTo>
                    <a:pt x="17653" y="90170"/>
                    <a:pt x="20955" y="80772"/>
                    <a:pt x="22733" y="71120"/>
                  </a:cubicBezTo>
                  <a:lnTo>
                    <a:pt x="22479" y="61849"/>
                  </a:lnTo>
                  <a:cubicBezTo>
                    <a:pt x="14859" y="50419"/>
                    <a:pt x="8255" y="43180"/>
                    <a:pt x="0" y="33020"/>
                  </a:cubicBezTo>
                  <a:lnTo>
                    <a:pt x="32004" y="32766"/>
                  </a:lnTo>
                  <a:cubicBezTo>
                    <a:pt x="35941" y="32385"/>
                    <a:pt x="40767" y="29718"/>
                    <a:pt x="43180" y="26543"/>
                  </a:cubicBezTo>
                  <a:lnTo>
                    <a:pt x="60452" y="25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25"/>
            <p:cNvSpPr/>
            <p:nvPr/>
          </p:nvSpPr>
          <p:spPr>
            <a:xfrm>
              <a:off x="456438" y="63500"/>
              <a:ext cx="108331" cy="109093"/>
            </a:xfrm>
            <a:custGeom>
              <a:rect b="b" l="l" r="r" t="t"/>
              <a:pathLst>
                <a:path extrusionOk="0" h="109093" w="108331">
                  <a:moveTo>
                    <a:pt x="11557" y="101092"/>
                  </a:moveTo>
                  <a:lnTo>
                    <a:pt x="20320" y="70358"/>
                  </a:lnTo>
                  <a:cubicBezTo>
                    <a:pt x="21082" y="66675"/>
                    <a:pt x="19939" y="61595"/>
                    <a:pt x="17780" y="58547"/>
                  </a:cubicBezTo>
                  <a:lnTo>
                    <a:pt x="0" y="32893"/>
                  </a:lnTo>
                  <a:cubicBezTo>
                    <a:pt x="9652" y="32893"/>
                    <a:pt x="19304" y="33528"/>
                    <a:pt x="28702" y="32639"/>
                  </a:cubicBezTo>
                  <a:lnTo>
                    <a:pt x="37973" y="29337"/>
                  </a:lnTo>
                  <a:cubicBezTo>
                    <a:pt x="46736" y="18288"/>
                    <a:pt x="51562" y="9779"/>
                    <a:pt x="57912" y="0"/>
                  </a:cubicBezTo>
                  <a:lnTo>
                    <a:pt x="68834" y="29210"/>
                  </a:lnTo>
                  <a:cubicBezTo>
                    <a:pt x="70612" y="32893"/>
                    <a:pt x="74549" y="36576"/>
                    <a:pt x="78232" y="37973"/>
                  </a:cubicBezTo>
                  <a:lnTo>
                    <a:pt x="108331" y="46355"/>
                  </a:lnTo>
                  <a:cubicBezTo>
                    <a:pt x="99314" y="53467"/>
                    <a:pt x="91948" y="59817"/>
                    <a:pt x="84074" y="65405"/>
                  </a:cubicBezTo>
                  <a:lnTo>
                    <a:pt x="77724" y="72517"/>
                  </a:lnTo>
                  <a:cubicBezTo>
                    <a:pt x="79121" y="87630"/>
                    <a:pt x="79375" y="97155"/>
                    <a:pt x="80010" y="109093"/>
                  </a:cubicBezTo>
                  <a:lnTo>
                    <a:pt x="53848" y="91567"/>
                  </a:lnTo>
                  <a:cubicBezTo>
                    <a:pt x="50292" y="89662"/>
                    <a:pt x="44958" y="89027"/>
                    <a:pt x="41021" y="90170"/>
                  </a:cubicBezTo>
                  <a:lnTo>
                    <a:pt x="11684" y="10109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25"/>
            <p:cNvSpPr/>
            <p:nvPr/>
          </p:nvSpPr>
          <p:spPr>
            <a:xfrm>
              <a:off x="901227" y="881375"/>
              <a:ext cx="94960" cy="67696"/>
            </a:xfrm>
            <a:custGeom>
              <a:rect b="b" l="l" r="r" t="t"/>
              <a:pathLst>
                <a:path extrusionOk="0" h="67696" w="94960">
                  <a:moveTo>
                    <a:pt x="23587" y="67696"/>
                  </a:moveTo>
                  <a:cubicBezTo>
                    <a:pt x="11268" y="67442"/>
                    <a:pt x="3267" y="61346"/>
                    <a:pt x="854" y="52456"/>
                  </a:cubicBezTo>
                  <a:cubicBezTo>
                    <a:pt x="-1813" y="43058"/>
                    <a:pt x="1870" y="33279"/>
                    <a:pt x="10506" y="28707"/>
                  </a:cubicBezTo>
                  <a:lnTo>
                    <a:pt x="63338" y="2418"/>
                  </a:lnTo>
                  <a:cubicBezTo>
                    <a:pt x="72863" y="-2154"/>
                    <a:pt x="80356" y="-122"/>
                    <a:pt x="86325" y="7498"/>
                  </a:cubicBezTo>
                  <a:lnTo>
                    <a:pt x="94961" y="25532"/>
                  </a:lnTo>
                  <a:cubicBezTo>
                    <a:pt x="70450" y="51694"/>
                    <a:pt x="45558" y="59949"/>
                    <a:pt x="23587" y="675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25"/>
            <p:cNvSpPr/>
            <p:nvPr/>
          </p:nvSpPr>
          <p:spPr>
            <a:xfrm>
              <a:off x="641537" y="236171"/>
              <a:ext cx="88654" cy="73780"/>
            </a:xfrm>
            <a:custGeom>
              <a:rect b="b" l="l" r="r" t="t"/>
              <a:pathLst>
                <a:path extrusionOk="0" h="73780" w="88654">
                  <a:moveTo>
                    <a:pt x="23943" y="49"/>
                  </a:moveTo>
                  <a:lnTo>
                    <a:pt x="30547" y="1446"/>
                  </a:lnTo>
                  <a:cubicBezTo>
                    <a:pt x="50105" y="14781"/>
                    <a:pt x="66234" y="25449"/>
                    <a:pt x="81347" y="37514"/>
                  </a:cubicBezTo>
                  <a:cubicBezTo>
                    <a:pt x="90745" y="44880"/>
                    <a:pt x="90745" y="58088"/>
                    <a:pt x="83252" y="66597"/>
                  </a:cubicBezTo>
                  <a:cubicBezTo>
                    <a:pt x="75886" y="74979"/>
                    <a:pt x="64329" y="76122"/>
                    <a:pt x="54804" y="69518"/>
                  </a:cubicBezTo>
                  <a:lnTo>
                    <a:pt x="9592" y="37768"/>
                  </a:lnTo>
                  <a:cubicBezTo>
                    <a:pt x="1972" y="32307"/>
                    <a:pt x="-2219" y="25322"/>
                    <a:pt x="1210" y="15543"/>
                  </a:cubicBezTo>
                  <a:cubicBezTo>
                    <a:pt x="4893" y="5002"/>
                    <a:pt x="12005" y="-586"/>
                    <a:pt x="23943" y="4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25"/>
            <p:cNvSpPr/>
            <p:nvPr/>
          </p:nvSpPr>
          <p:spPr>
            <a:xfrm>
              <a:off x="464561" y="919978"/>
              <a:ext cx="45217" cy="45095"/>
            </a:xfrm>
            <a:custGeom>
              <a:rect b="b" l="l" r="r" t="t"/>
              <a:pathLst>
                <a:path extrusionOk="0" h="45095" w="45217">
                  <a:moveTo>
                    <a:pt x="5" y="22870"/>
                  </a:moveTo>
                  <a:cubicBezTo>
                    <a:pt x="-249" y="10551"/>
                    <a:pt x="9657" y="264"/>
                    <a:pt x="21976" y="10"/>
                  </a:cubicBezTo>
                  <a:cubicBezTo>
                    <a:pt x="34803" y="-371"/>
                    <a:pt x="45217" y="9789"/>
                    <a:pt x="45217" y="22616"/>
                  </a:cubicBezTo>
                  <a:cubicBezTo>
                    <a:pt x="45217" y="34808"/>
                    <a:pt x="34930" y="45095"/>
                    <a:pt x="22738" y="45095"/>
                  </a:cubicBezTo>
                  <a:cubicBezTo>
                    <a:pt x="10546" y="45095"/>
                    <a:pt x="259" y="35189"/>
                    <a:pt x="5" y="228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25"/>
            <p:cNvSpPr/>
            <p:nvPr/>
          </p:nvSpPr>
          <p:spPr>
            <a:xfrm>
              <a:off x="231892" y="520055"/>
              <a:ext cx="45224" cy="45097"/>
            </a:xfrm>
            <a:custGeom>
              <a:rect b="b" l="l" r="r" t="t"/>
              <a:pathLst>
                <a:path extrusionOk="0" h="45097" w="45224">
                  <a:moveTo>
                    <a:pt x="45222" y="22997"/>
                  </a:moveTo>
                  <a:cubicBezTo>
                    <a:pt x="44968" y="35570"/>
                    <a:pt x="35189" y="45222"/>
                    <a:pt x="22616" y="45095"/>
                  </a:cubicBezTo>
                  <a:cubicBezTo>
                    <a:pt x="9789" y="44968"/>
                    <a:pt x="-371" y="34554"/>
                    <a:pt x="10" y="21727"/>
                  </a:cubicBezTo>
                  <a:cubicBezTo>
                    <a:pt x="391" y="9662"/>
                    <a:pt x="11059" y="-371"/>
                    <a:pt x="23251" y="10"/>
                  </a:cubicBezTo>
                  <a:cubicBezTo>
                    <a:pt x="35697" y="391"/>
                    <a:pt x="45349" y="10551"/>
                    <a:pt x="45222" y="229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25"/>
            <p:cNvSpPr/>
            <p:nvPr/>
          </p:nvSpPr>
          <p:spPr>
            <a:xfrm>
              <a:off x="943355" y="559180"/>
              <a:ext cx="44959" cy="45224"/>
            </a:xfrm>
            <a:custGeom>
              <a:rect b="b" l="l" r="r" t="t"/>
              <a:pathLst>
                <a:path extrusionOk="0" h="45224" w="44959">
                  <a:moveTo>
                    <a:pt x="1" y="22099"/>
                  </a:moveTo>
                  <a:cubicBezTo>
                    <a:pt x="128" y="9653"/>
                    <a:pt x="10161" y="-126"/>
                    <a:pt x="22607" y="1"/>
                  </a:cubicBezTo>
                  <a:cubicBezTo>
                    <a:pt x="35053" y="128"/>
                    <a:pt x="44959" y="10034"/>
                    <a:pt x="44959" y="22480"/>
                  </a:cubicBezTo>
                  <a:cubicBezTo>
                    <a:pt x="44959" y="35434"/>
                    <a:pt x="34545" y="45594"/>
                    <a:pt x="21845" y="45213"/>
                  </a:cubicBezTo>
                  <a:cubicBezTo>
                    <a:pt x="9526" y="44832"/>
                    <a:pt x="-126" y="34672"/>
                    <a:pt x="1" y="222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25"/>
            <p:cNvSpPr/>
            <p:nvPr/>
          </p:nvSpPr>
          <p:spPr>
            <a:xfrm>
              <a:off x="773684" y="687705"/>
              <a:ext cx="60071" cy="58801"/>
            </a:xfrm>
            <a:custGeom>
              <a:rect b="b" l="l" r="r" t="t"/>
              <a:pathLst>
                <a:path extrusionOk="0" h="58801" w="60071">
                  <a:moveTo>
                    <a:pt x="7366" y="54737"/>
                  </a:moveTo>
                  <a:cubicBezTo>
                    <a:pt x="13589" y="40132"/>
                    <a:pt x="12065" y="28702"/>
                    <a:pt x="0" y="18796"/>
                  </a:cubicBezTo>
                  <a:cubicBezTo>
                    <a:pt x="14224" y="18796"/>
                    <a:pt x="26416" y="16891"/>
                    <a:pt x="30861" y="0"/>
                  </a:cubicBezTo>
                  <a:cubicBezTo>
                    <a:pt x="35052" y="14859"/>
                    <a:pt x="42164" y="24511"/>
                    <a:pt x="60071" y="23622"/>
                  </a:cubicBezTo>
                  <a:lnTo>
                    <a:pt x="46482" y="32893"/>
                  </a:lnTo>
                  <a:cubicBezTo>
                    <a:pt x="41783" y="43180"/>
                    <a:pt x="43688" y="50292"/>
                    <a:pt x="43688" y="58801"/>
                  </a:cubicBezTo>
                  <a:cubicBezTo>
                    <a:pt x="32258" y="49149"/>
                    <a:pt x="20955" y="43815"/>
                    <a:pt x="7366" y="547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25"/>
            <p:cNvSpPr/>
            <p:nvPr/>
          </p:nvSpPr>
          <p:spPr>
            <a:xfrm>
              <a:off x="622681" y="843280"/>
              <a:ext cx="37719" cy="37338"/>
            </a:xfrm>
            <a:custGeom>
              <a:rect b="b" l="l" r="r" t="t"/>
              <a:pathLst>
                <a:path extrusionOk="0" h="37338" w="37719">
                  <a:moveTo>
                    <a:pt x="37719" y="18669"/>
                  </a:moveTo>
                  <a:cubicBezTo>
                    <a:pt x="37719" y="28956"/>
                    <a:pt x="29210" y="37338"/>
                    <a:pt x="18796" y="37338"/>
                  </a:cubicBezTo>
                  <a:cubicBezTo>
                    <a:pt x="8255" y="37338"/>
                    <a:pt x="0" y="29083"/>
                    <a:pt x="0" y="18669"/>
                  </a:cubicBezTo>
                  <a:cubicBezTo>
                    <a:pt x="0" y="8255"/>
                    <a:pt x="8255" y="0"/>
                    <a:pt x="18796" y="0"/>
                  </a:cubicBezTo>
                  <a:cubicBezTo>
                    <a:pt x="29337" y="0"/>
                    <a:pt x="37719" y="8509"/>
                    <a:pt x="37719" y="186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25"/>
            <p:cNvSpPr/>
            <p:nvPr/>
          </p:nvSpPr>
          <p:spPr>
            <a:xfrm>
              <a:off x="449453" y="334264"/>
              <a:ext cx="42291" cy="42164"/>
            </a:xfrm>
            <a:custGeom>
              <a:rect b="b" l="l" r="r" t="t"/>
              <a:pathLst>
                <a:path extrusionOk="0" h="42164" w="42291">
                  <a:moveTo>
                    <a:pt x="24765" y="127"/>
                  </a:moveTo>
                  <a:lnTo>
                    <a:pt x="42291" y="24638"/>
                  </a:lnTo>
                  <a:cubicBezTo>
                    <a:pt x="34290" y="30226"/>
                    <a:pt x="25273" y="36576"/>
                    <a:pt x="17399" y="42164"/>
                  </a:cubicBezTo>
                  <a:lnTo>
                    <a:pt x="0" y="17145"/>
                  </a:lnTo>
                  <a:cubicBezTo>
                    <a:pt x="7620" y="11938"/>
                    <a:pt x="16510" y="5715"/>
                    <a:pt x="2476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17" name="Google Shape;1617;p25"/>
          <p:cNvSpPr/>
          <p:nvPr/>
        </p:nvSpPr>
        <p:spPr>
          <a:xfrm>
            <a:off x="235748" y="1856293"/>
            <a:ext cx="605965" cy="614645"/>
          </a:xfrm>
          <a:custGeom>
            <a:rect b="b" l="l" r="r" t="t"/>
            <a:pathLst>
              <a:path extrusionOk="0" h="945607" w="932254">
                <a:moveTo>
                  <a:pt x="514905" y="852495"/>
                </a:moveTo>
                <a:cubicBezTo>
                  <a:pt x="497125" y="852622"/>
                  <a:pt x="483028" y="866592"/>
                  <a:pt x="483282" y="883991"/>
                </a:cubicBezTo>
                <a:cubicBezTo>
                  <a:pt x="483536" y="901390"/>
                  <a:pt x="498268" y="915614"/>
                  <a:pt x="515540" y="915360"/>
                </a:cubicBezTo>
                <a:cubicBezTo>
                  <a:pt x="532177" y="914979"/>
                  <a:pt x="546528" y="900120"/>
                  <a:pt x="546274" y="883483"/>
                </a:cubicBezTo>
                <a:cubicBezTo>
                  <a:pt x="546020" y="866211"/>
                  <a:pt x="532050" y="852495"/>
                  <a:pt x="514905" y="852622"/>
                </a:cubicBezTo>
                <a:moveTo>
                  <a:pt x="129714" y="852622"/>
                </a:moveTo>
                <a:cubicBezTo>
                  <a:pt x="111934" y="852622"/>
                  <a:pt x="97583" y="866465"/>
                  <a:pt x="97456" y="883737"/>
                </a:cubicBezTo>
                <a:cubicBezTo>
                  <a:pt x="97456" y="900501"/>
                  <a:pt x="112696" y="915614"/>
                  <a:pt x="129587" y="915487"/>
                </a:cubicBezTo>
                <a:cubicBezTo>
                  <a:pt x="146732" y="915360"/>
                  <a:pt x="160321" y="901390"/>
                  <a:pt x="160321" y="883864"/>
                </a:cubicBezTo>
                <a:cubicBezTo>
                  <a:pt x="160321" y="866084"/>
                  <a:pt x="147113" y="852622"/>
                  <a:pt x="129714" y="852622"/>
                </a:cubicBezTo>
                <a:moveTo>
                  <a:pt x="112188" y="562173"/>
                </a:moveTo>
                <a:cubicBezTo>
                  <a:pt x="112315" y="544901"/>
                  <a:pt x="98599" y="530931"/>
                  <a:pt x="81327" y="530677"/>
                </a:cubicBezTo>
                <a:cubicBezTo>
                  <a:pt x="64436" y="530423"/>
                  <a:pt x="49450" y="545282"/>
                  <a:pt x="49323" y="562427"/>
                </a:cubicBezTo>
                <a:cubicBezTo>
                  <a:pt x="49196" y="579191"/>
                  <a:pt x="63547" y="593288"/>
                  <a:pt x="80692" y="593415"/>
                </a:cubicBezTo>
                <a:cubicBezTo>
                  <a:pt x="98853" y="593542"/>
                  <a:pt x="112061" y="580334"/>
                  <a:pt x="112188" y="562046"/>
                </a:cubicBezTo>
                <a:moveTo>
                  <a:pt x="787066" y="95448"/>
                </a:moveTo>
                <a:cubicBezTo>
                  <a:pt x="805354" y="95448"/>
                  <a:pt x="818943" y="82367"/>
                  <a:pt x="819070" y="64460"/>
                </a:cubicBezTo>
                <a:cubicBezTo>
                  <a:pt x="819070" y="47315"/>
                  <a:pt x="805354" y="32837"/>
                  <a:pt x="788463" y="32583"/>
                </a:cubicBezTo>
                <a:cubicBezTo>
                  <a:pt x="771318" y="32329"/>
                  <a:pt x="756332" y="46934"/>
                  <a:pt x="756205" y="64079"/>
                </a:cubicBezTo>
                <a:cubicBezTo>
                  <a:pt x="756078" y="81224"/>
                  <a:pt x="770048" y="95448"/>
                  <a:pt x="787066" y="95448"/>
                </a:cubicBezTo>
                <a:moveTo>
                  <a:pt x="386254" y="95448"/>
                </a:moveTo>
                <a:cubicBezTo>
                  <a:pt x="403653" y="95448"/>
                  <a:pt x="417369" y="81986"/>
                  <a:pt x="417496" y="64714"/>
                </a:cubicBezTo>
                <a:cubicBezTo>
                  <a:pt x="417623" y="47061"/>
                  <a:pt x="403526" y="32710"/>
                  <a:pt x="386254" y="32710"/>
                </a:cubicBezTo>
                <a:cubicBezTo>
                  <a:pt x="369490" y="32710"/>
                  <a:pt x="355012" y="47061"/>
                  <a:pt x="354758" y="63825"/>
                </a:cubicBezTo>
                <a:cubicBezTo>
                  <a:pt x="354504" y="81351"/>
                  <a:pt x="368474" y="95448"/>
                  <a:pt x="386254" y="95448"/>
                </a:cubicBezTo>
                <a:moveTo>
                  <a:pt x="321865" y="691586"/>
                </a:moveTo>
                <a:cubicBezTo>
                  <a:pt x="304593" y="691713"/>
                  <a:pt x="289734" y="706699"/>
                  <a:pt x="290242" y="723590"/>
                </a:cubicBezTo>
                <a:cubicBezTo>
                  <a:pt x="290750" y="740481"/>
                  <a:pt x="305228" y="754578"/>
                  <a:pt x="321992" y="754451"/>
                </a:cubicBezTo>
                <a:cubicBezTo>
                  <a:pt x="339772" y="754324"/>
                  <a:pt x="353361" y="740354"/>
                  <a:pt x="353107" y="722574"/>
                </a:cubicBezTo>
                <a:cubicBezTo>
                  <a:pt x="352853" y="705302"/>
                  <a:pt x="338883" y="691459"/>
                  <a:pt x="321865" y="691713"/>
                </a:cubicBezTo>
                <a:moveTo>
                  <a:pt x="594026" y="545282"/>
                </a:moveTo>
                <a:cubicBezTo>
                  <a:pt x="612314" y="545409"/>
                  <a:pt x="626284" y="532201"/>
                  <a:pt x="626538" y="514675"/>
                </a:cubicBezTo>
                <a:cubicBezTo>
                  <a:pt x="626792" y="497530"/>
                  <a:pt x="612314" y="482671"/>
                  <a:pt x="595169" y="482544"/>
                </a:cubicBezTo>
                <a:cubicBezTo>
                  <a:pt x="578278" y="482290"/>
                  <a:pt x="563927" y="496514"/>
                  <a:pt x="563800" y="513532"/>
                </a:cubicBezTo>
                <a:cubicBezTo>
                  <a:pt x="563546" y="531185"/>
                  <a:pt x="576881" y="545155"/>
                  <a:pt x="594026" y="545282"/>
                </a:cubicBezTo>
                <a:moveTo>
                  <a:pt x="321992" y="402661"/>
                </a:moveTo>
                <a:cubicBezTo>
                  <a:pt x="295068" y="402407"/>
                  <a:pt x="275129" y="421965"/>
                  <a:pt x="274748" y="448635"/>
                </a:cubicBezTo>
                <a:cubicBezTo>
                  <a:pt x="274494" y="476829"/>
                  <a:pt x="293671" y="496768"/>
                  <a:pt x="321484" y="497022"/>
                </a:cubicBezTo>
                <a:cubicBezTo>
                  <a:pt x="348281" y="497276"/>
                  <a:pt x="369109" y="477464"/>
                  <a:pt x="369363" y="451429"/>
                </a:cubicBezTo>
                <a:cubicBezTo>
                  <a:pt x="369617" y="422854"/>
                  <a:pt x="350186" y="402788"/>
                  <a:pt x="321992" y="402534"/>
                </a:cubicBezTo>
                <a:moveTo>
                  <a:pt x="804465" y="674822"/>
                </a:moveTo>
                <a:cubicBezTo>
                  <a:pt x="804338" y="701238"/>
                  <a:pt x="825293" y="722320"/>
                  <a:pt x="851836" y="722574"/>
                </a:cubicBezTo>
                <a:cubicBezTo>
                  <a:pt x="878379" y="722828"/>
                  <a:pt x="899080" y="702254"/>
                  <a:pt x="899588" y="675203"/>
                </a:cubicBezTo>
                <a:cubicBezTo>
                  <a:pt x="900096" y="648914"/>
                  <a:pt x="879141" y="627324"/>
                  <a:pt x="852725" y="626943"/>
                </a:cubicBezTo>
                <a:cubicBezTo>
                  <a:pt x="825928" y="626562"/>
                  <a:pt x="804592" y="647771"/>
                  <a:pt x="804592" y="674822"/>
                </a:cubicBezTo>
                <a:moveTo>
                  <a:pt x="80819" y="240101"/>
                </a:moveTo>
                <a:cubicBezTo>
                  <a:pt x="108251" y="240101"/>
                  <a:pt x="128571" y="219781"/>
                  <a:pt x="128571" y="192222"/>
                </a:cubicBezTo>
                <a:cubicBezTo>
                  <a:pt x="128571" y="166060"/>
                  <a:pt x="107997" y="145486"/>
                  <a:pt x="81581" y="145486"/>
                </a:cubicBezTo>
                <a:cubicBezTo>
                  <a:pt x="53895" y="145359"/>
                  <a:pt x="33702" y="165171"/>
                  <a:pt x="33448" y="192857"/>
                </a:cubicBezTo>
                <a:cubicBezTo>
                  <a:pt x="33194" y="219527"/>
                  <a:pt x="53768" y="240101"/>
                  <a:pt x="80819" y="240101"/>
                </a:cubicBezTo>
                <a:moveTo>
                  <a:pt x="547290" y="224734"/>
                </a:moveTo>
                <a:cubicBezTo>
                  <a:pt x="547163" y="251150"/>
                  <a:pt x="568245" y="272613"/>
                  <a:pt x="594534" y="272613"/>
                </a:cubicBezTo>
                <a:cubicBezTo>
                  <a:pt x="621204" y="272740"/>
                  <a:pt x="643048" y="251023"/>
                  <a:pt x="642794" y="224480"/>
                </a:cubicBezTo>
                <a:cubicBezTo>
                  <a:pt x="642540" y="198572"/>
                  <a:pt x="621585" y="177363"/>
                  <a:pt x="595804" y="176982"/>
                </a:cubicBezTo>
                <a:cubicBezTo>
                  <a:pt x="569134" y="176601"/>
                  <a:pt x="547417" y="197937"/>
                  <a:pt x="547290" y="224607"/>
                </a:cubicBezTo>
                <a:moveTo>
                  <a:pt x="279574" y="772231"/>
                </a:moveTo>
                <a:lnTo>
                  <a:pt x="189785" y="849701"/>
                </a:lnTo>
                <a:cubicBezTo>
                  <a:pt x="188134" y="851098"/>
                  <a:pt x="188261" y="856178"/>
                  <a:pt x="189277" y="858972"/>
                </a:cubicBezTo>
                <a:cubicBezTo>
                  <a:pt x="201469" y="890468"/>
                  <a:pt x="189150" y="924631"/>
                  <a:pt x="160194" y="941014"/>
                </a:cubicBezTo>
                <a:cubicBezTo>
                  <a:pt x="148510" y="947618"/>
                  <a:pt x="136191" y="945078"/>
                  <a:pt x="124126" y="945332"/>
                </a:cubicBezTo>
                <a:cubicBezTo>
                  <a:pt x="95678" y="945713"/>
                  <a:pt x="71802" y="926536"/>
                  <a:pt x="66087" y="898850"/>
                </a:cubicBezTo>
                <a:cubicBezTo>
                  <a:pt x="60753" y="873196"/>
                  <a:pt x="67738" y="850971"/>
                  <a:pt x="88058" y="834207"/>
                </a:cubicBezTo>
                <a:cubicBezTo>
                  <a:pt x="109013" y="816935"/>
                  <a:pt x="132508" y="814776"/>
                  <a:pt x="157273" y="825444"/>
                </a:cubicBezTo>
                <a:lnTo>
                  <a:pt x="160575" y="827095"/>
                </a:lnTo>
                <a:cubicBezTo>
                  <a:pt x="179117" y="814522"/>
                  <a:pt x="195500" y="800679"/>
                  <a:pt x="211756" y="786709"/>
                </a:cubicBezTo>
                <a:lnTo>
                  <a:pt x="255317" y="749371"/>
                </a:lnTo>
                <a:cubicBezTo>
                  <a:pt x="259381" y="745942"/>
                  <a:pt x="260016" y="743021"/>
                  <a:pt x="258873" y="737687"/>
                </a:cubicBezTo>
                <a:cubicBezTo>
                  <a:pt x="252015" y="705556"/>
                  <a:pt x="268144" y="675838"/>
                  <a:pt x="298497" y="662630"/>
                </a:cubicBezTo>
                <a:lnTo>
                  <a:pt x="304847" y="657931"/>
                </a:lnTo>
                <a:cubicBezTo>
                  <a:pt x="305228" y="613862"/>
                  <a:pt x="305101" y="572206"/>
                  <a:pt x="305101" y="531439"/>
                </a:cubicBezTo>
                <a:lnTo>
                  <a:pt x="273732" y="515056"/>
                </a:lnTo>
                <a:cubicBezTo>
                  <a:pt x="264588" y="508198"/>
                  <a:pt x="257476" y="498673"/>
                  <a:pt x="248713" y="489529"/>
                </a:cubicBezTo>
                <a:lnTo>
                  <a:pt x="157146" y="535376"/>
                </a:lnTo>
                <a:cubicBezTo>
                  <a:pt x="154352" y="536773"/>
                  <a:pt x="151812" y="538551"/>
                  <a:pt x="148891" y="539440"/>
                </a:cubicBezTo>
                <a:lnTo>
                  <a:pt x="143176" y="543631"/>
                </a:lnTo>
                <a:cubicBezTo>
                  <a:pt x="151558" y="584398"/>
                  <a:pt x="130857" y="617037"/>
                  <a:pt x="95424" y="625673"/>
                </a:cubicBezTo>
                <a:cubicBezTo>
                  <a:pt x="61769" y="633928"/>
                  <a:pt x="26082" y="612084"/>
                  <a:pt x="17954" y="578175"/>
                </a:cubicBezTo>
                <a:cubicBezTo>
                  <a:pt x="9572" y="542742"/>
                  <a:pt x="32051" y="506547"/>
                  <a:pt x="66976" y="499181"/>
                </a:cubicBezTo>
                <a:cubicBezTo>
                  <a:pt x="86280" y="495117"/>
                  <a:pt x="103425" y="499435"/>
                  <a:pt x="119554" y="510230"/>
                </a:cubicBezTo>
                <a:lnTo>
                  <a:pt x="127047" y="512516"/>
                </a:lnTo>
                <a:cubicBezTo>
                  <a:pt x="165020" y="493974"/>
                  <a:pt x="200072" y="476067"/>
                  <a:pt x="235378" y="458668"/>
                </a:cubicBezTo>
                <a:lnTo>
                  <a:pt x="241601" y="454985"/>
                </a:lnTo>
                <a:cubicBezTo>
                  <a:pt x="240585" y="434157"/>
                  <a:pt x="245538" y="419679"/>
                  <a:pt x="254047" y="405201"/>
                </a:cubicBezTo>
                <a:lnTo>
                  <a:pt x="229282" y="377134"/>
                </a:lnTo>
                <a:cubicBezTo>
                  <a:pt x="196516" y="340685"/>
                  <a:pt x="163623" y="304236"/>
                  <a:pt x="131111" y="267660"/>
                </a:cubicBezTo>
                <a:lnTo>
                  <a:pt x="123364" y="262453"/>
                </a:lnTo>
                <a:cubicBezTo>
                  <a:pt x="87423" y="278836"/>
                  <a:pt x="58467" y="277058"/>
                  <a:pt x="31797" y="257246"/>
                </a:cubicBezTo>
                <a:cubicBezTo>
                  <a:pt x="5127" y="237434"/>
                  <a:pt x="-4017" y="209494"/>
                  <a:pt x="1571" y="177871"/>
                </a:cubicBezTo>
                <a:cubicBezTo>
                  <a:pt x="7286" y="145486"/>
                  <a:pt x="27352" y="124023"/>
                  <a:pt x="59356" y="114752"/>
                </a:cubicBezTo>
                <a:cubicBezTo>
                  <a:pt x="90217" y="105862"/>
                  <a:pt x="124761" y="117038"/>
                  <a:pt x="144192" y="141676"/>
                </a:cubicBezTo>
                <a:cubicBezTo>
                  <a:pt x="164639" y="167584"/>
                  <a:pt x="167814" y="203398"/>
                  <a:pt x="152193" y="231973"/>
                </a:cubicBezTo>
                <a:lnTo>
                  <a:pt x="150034" y="235656"/>
                </a:lnTo>
                <a:cubicBezTo>
                  <a:pt x="191817" y="285694"/>
                  <a:pt x="234743" y="333319"/>
                  <a:pt x="275256" y="378404"/>
                </a:cubicBezTo>
                <a:cubicBezTo>
                  <a:pt x="292782" y="375102"/>
                  <a:pt x="307895" y="370022"/>
                  <a:pt x="323135" y="369641"/>
                </a:cubicBezTo>
                <a:cubicBezTo>
                  <a:pt x="360854" y="368752"/>
                  <a:pt x="391969" y="394152"/>
                  <a:pt x="400605" y="430982"/>
                </a:cubicBezTo>
                <a:lnTo>
                  <a:pt x="403653" y="437459"/>
                </a:lnTo>
                <a:cubicBezTo>
                  <a:pt x="451278" y="450286"/>
                  <a:pt x="494458" y="462351"/>
                  <a:pt x="537765" y="473908"/>
                </a:cubicBezTo>
                <a:lnTo>
                  <a:pt x="543861" y="472892"/>
                </a:lnTo>
                <a:cubicBezTo>
                  <a:pt x="555291" y="465526"/>
                  <a:pt x="564054" y="459557"/>
                  <a:pt x="572690" y="453207"/>
                </a:cubicBezTo>
                <a:lnTo>
                  <a:pt x="578151" y="448127"/>
                </a:lnTo>
                <a:cubicBezTo>
                  <a:pt x="578532" y="400502"/>
                  <a:pt x="578532" y="355417"/>
                  <a:pt x="578151" y="310332"/>
                </a:cubicBezTo>
                <a:lnTo>
                  <a:pt x="574849" y="303728"/>
                </a:lnTo>
                <a:cubicBezTo>
                  <a:pt x="535606" y="293187"/>
                  <a:pt x="507031" y="253944"/>
                  <a:pt x="515540" y="210637"/>
                </a:cubicBezTo>
                <a:lnTo>
                  <a:pt x="515286" y="201112"/>
                </a:lnTo>
                <a:cubicBezTo>
                  <a:pt x="495474" y="184729"/>
                  <a:pt x="480615" y="171902"/>
                  <a:pt x="465629" y="158948"/>
                </a:cubicBezTo>
                <a:lnTo>
                  <a:pt x="420163" y="119959"/>
                </a:lnTo>
                <a:cubicBezTo>
                  <a:pt x="402383" y="129484"/>
                  <a:pt x="383841" y="132151"/>
                  <a:pt x="364410" y="125293"/>
                </a:cubicBezTo>
                <a:cubicBezTo>
                  <a:pt x="349932" y="120086"/>
                  <a:pt x="338756" y="110815"/>
                  <a:pt x="330755" y="97861"/>
                </a:cubicBezTo>
                <a:cubicBezTo>
                  <a:pt x="315134" y="72842"/>
                  <a:pt x="319452" y="40965"/>
                  <a:pt x="339899" y="18740"/>
                </a:cubicBezTo>
                <a:cubicBezTo>
                  <a:pt x="359457" y="-2469"/>
                  <a:pt x="399208" y="-3993"/>
                  <a:pt x="419401" y="8580"/>
                </a:cubicBezTo>
                <a:cubicBezTo>
                  <a:pt x="448865" y="26868"/>
                  <a:pt x="457247" y="55697"/>
                  <a:pt x="443785" y="96210"/>
                </a:cubicBezTo>
                <a:lnTo>
                  <a:pt x="532812" y="172537"/>
                </a:lnTo>
                <a:cubicBezTo>
                  <a:pt x="548179" y="155265"/>
                  <a:pt x="567229" y="145486"/>
                  <a:pt x="589835" y="144216"/>
                </a:cubicBezTo>
                <a:cubicBezTo>
                  <a:pt x="612187" y="142946"/>
                  <a:pt x="632380" y="149677"/>
                  <a:pt x="649906" y="165044"/>
                </a:cubicBezTo>
                <a:lnTo>
                  <a:pt x="715311" y="109545"/>
                </a:lnTo>
                <a:cubicBezTo>
                  <a:pt x="725852" y="101163"/>
                  <a:pt x="729916" y="94686"/>
                  <a:pt x="725344" y="79700"/>
                </a:cubicBezTo>
                <a:cubicBezTo>
                  <a:pt x="715692" y="48077"/>
                  <a:pt x="733218" y="15184"/>
                  <a:pt x="764079" y="4389"/>
                </a:cubicBezTo>
                <a:cubicBezTo>
                  <a:pt x="788336" y="-4120"/>
                  <a:pt x="814752" y="-691"/>
                  <a:pt x="833421" y="18486"/>
                </a:cubicBezTo>
                <a:cubicBezTo>
                  <a:pt x="852090" y="37663"/>
                  <a:pt x="857678" y="64968"/>
                  <a:pt x="847391" y="89225"/>
                </a:cubicBezTo>
                <a:cubicBezTo>
                  <a:pt x="837104" y="113482"/>
                  <a:pt x="813863" y="129738"/>
                  <a:pt x="788209" y="128722"/>
                </a:cubicBezTo>
                <a:lnTo>
                  <a:pt x="758745" y="122626"/>
                </a:lnTo>
                <a:cubicBezTo>
                  <a:pt x="755951" y="122118"/>
                  <a:pt x="751887" y="121991"/>
                  <a:pt x="749982" y="123515"/>
                </a:cubicBezTo>
                <a:lnTo>
                  <a:pt x="669337" y="192222"/>
                </a:lnTo>
                <a:cubicBezTo>
                  <a:pt x="677973" y="215717"/>
                  <a:pt x="678481" y="239212"/>
                  <a:pt x="667051" y="261818"/>
                </a:cubicBezTo>
                <a:cubicBezTo>
                  <a:pt x="655621" y="284678"/>
                  <a:pt x="636444" y="298267"/>
                  <a:pt x="611552" y="304617"/>
                </a:cubicBezTo>
                <a:lnTo>
                  <a:pt x="611298" y="426156"/>
                </a:lnTo>
                <a:cubicBezTo>
                  <a:pt x="611044" y="441396"/>
                  <a:pt x="611806" y="452318"/>
                  <a:pt x="629078" y="460319"/>
                </a:cubicBezTo>
                <a:cubicBezTo>
                  <a:pt x="649906" y="469844"/>
                  <a:pt x="658669" y="490545"/>
                  <a:pt x="659685" y="513659"/>
                </a:cubicBezTo>
                <a:lnTo>
                  <a:pt x="661082" y="521406"/>
                </a:lnTo>
                <a:cubicBezTo>
                  <a:pt x="710485" y="551378"/>
                  <a:pt x="757729" y="579699"/>
                  <a:pt x="804719" y="607893"/>
                </a:cubicBezTo>
                <a:cubicBezTo>
                  <a:pt x="845613" y="582239"/>
                  <a:pt x="891206" y="593796"/>
                  <a:pt x="915463" y="624657"/>
                </a:cubicBezTo>
                <a:cubicBezTo>
                  <a:pt x="939085" y="654629"/>
                  <a:pt x="937561" y="700984"/>
                  <a:pt x="912288" y="728670"/>
                </a:cubicBezTo>
                <a:cubicBezTo>
                  <a:pt x="884348" y="759277"/>
                  <a:pt x="840152" y="764865"/>
                  <a:pt x="805735" y="741878"/>
                </a:cubicBezTo>
                <a:cubicBezTo>
                  <a:pt x="775890" y="721939"/>
                  <a:pt x="757729" y="678251"/>
                  <a:pt x="781478" y="632912"/>
                </a:cubicBezTo>
                <a:lnTo>
                  <a:pt x="648001" y="552648"/>
                </a:lnTo>
                <a:cubicBezTo>
                  <a:pt x="626665" y="576905"/>
                  <a:pt x="600757" y="586430"/>
                  <a:pt x="570277" y="573857"/>
                </a:cubicBezTo>
                <a:cubicBezTo>
                  <a:pt x="541448" y="561919"/>
                  <a:pt x="529256" y="538297"/>
                  <a:pt x="530018" y="506674"/>
                </a:cubicBezTo>
                <a:lnTo>
                  <a:pt x="403399" y="472003"/>
                </a:lnTo>
                <a:cubicBezTo>
                  <a:pt x="394382" y="484957"/>
                  <a:pt x="387524" y="498800"/>
                  <a:pt x="376983" y="508833"/>
                </a:cubicBezTo>
                <a:cubicBezTo>
                  <a:pt x="366696" y="518612"/>
                  <a:pt x="352599" y="524454"/>
                  <a:pt x="338248" y="533217"/>
                </a:cubicBezTo>
                <a:lnTo>
                  <a:pt x="338248" y="619577"/>
                </a:lnTo>
                <a:cubicBezTo>
                  <a:pt x="338248" y="630372"/>
                  <a:pt x="338502" y="641167"/>
                  <a:pt x="338121" y="651962"/>
                </a:cubicBezTo>
                <a:lnTo>
                  <a:pt x="339264" y="660344"/>
                </a:lnTo>
                <a:cubicBezTo>
                  <a:pt x="376602" y="675330"/>
                  <a:pt x="391842" y="705683"/>
                  <a:pt x="384730" y="739084"/>
                </a:cubicBezTo>
                <a:lnTo>
                  <a:pt x="385746" y="746323"/>
                </a:lnTo>
                <a:cubicBezTo>
                  <a:pt x="416480" y="773120"/>
                  <a:pt x="445309" y="797758"/>
                  <a:pt x="474011" y="822523"/>
                </a:cubicBezTo>
                <a:lnTo>
                  <a:pt x="482266" y="827476"/>
                </a:lnTo>
                <a:cubicBezTo>
                  <a:pt x="520874" y="809823"/>
                  <a:pt x="558974" y="824555"/>
                  <a:pt x="573706" y="857067"/>
                </a:cubicBezTo>
                <a:cubicBezTo>
                  <a:pt x="588311" y="889198"/>
                  <a:pt x="574468" y="927298"/>
                  <a:pt x="542083" y="941903"/>
                </a:cubicBezTo>
                <a:lnTo>
                  <a:pt x="525954" y="944443"/>
                </a:lnTo>
                <a:cubicBezTo>
                  <a:pt x="499284" y="946983"/>
                  <a:pt x="482647" y="944189"/>
                  <a:pt x="468804" y="929838"/>
                </a:cubicBezTo>
                <a:cubicBezTo>
                  <a:pt x="452802" y="913201"/>
                  <a:pt x="442261" y="885388"/>
                  <a:pt x="457374" y="852114"/>
                </a:cubicBezTo>
                <a:lnTo>
                  <a:pt x="364537" y="772485"/>
                </a:lnTo>
                <a:cubicBezTo>
                  <a:pt x="351837" y="781375"/>
                  <a:pt x="338248" y="788106"/>
                  <a:pt x="322246" y="787979"/>
                </a:cubicBezTo>
                <a:cubicBezTo>
                  <a:pt x="306244" y="787852"/>
                  <a:pt x="292147" y="782518"/>
                  <a:pt x="279447" y="772231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18" name="Google Shape;1618;p25"/>
          <p:cNvGrpSpPr/>
          <p:nvPr/>
        </p:nvGrpSpPr>
        <p:grpSpPr>
          <a:xfrm>
            <a:off x="138506" y="9307774"/>
            <a:ext cx="801318" cy="443295"/>
            <a:chOff x="63500" y="63500"/>
            <a:chExt cx="1508506" cy="834517"/>
          </a:xfrm>
        </p:grpSpPr>
        <p:sp>
          <p:nvSpPr>
            <p:cNvPr id="1619" name="Google Shape;1619;p25"/>
            <p:cNvSpPr/>
            <p:nvPr/>
          </p:nvSpPr>
          <p:spPr>
            <a:xfrm>
              <a:off x="63500" y="63500"/>
              <a:ext cx="1508506" cy="834517"/>
            </a:xfrm>
            <a:custGeom>
              <a:rect b="b" l="l" r="r" t="t"/>
              <a:pathLst>
                <a:path extrusionOk="0" h="834517" w="1508506">
                  <a:moveTo>
                    <a:pt x="754253" y="30988"/>
                  </a:moveTo>
                  <a:cubicBezTo>
                    <a:pt x="355473" y="30988"/>
                    <a:pt x="30988" y="204216"/>
                    <a:pt x="30988" y="417195"/>
                  </a:cubicBezTo>
                  <a:cubicBezTo>
                    <a:pt x="30988" y="630174"/>
                    <a:pt x="355473" y="803402"/>
                    <a:pt x="754253" y="803402"/>
                  </a:cubicBezTo>
                  <a:cubicBezTo>
                    <a:pt x="1153033" y="803402"/>
                    <a:pt x="1477518" y="630174"/>
                    <a:pt x="1477518" y="417195"/>
                  </a:cubicBezTo>
                  <a:cubicBezTo>
                    <a:pt x="1477518" y="204216"/>
                    <a:pt x="1153033" y="30988"/>
                    <a:pt x="754253" y="30988"/>
                  </a:cubicBezTo>
                  <a:moveTo>
                    <a:pt x="754253" y="834390"/>
                  </a:moveTo>
                  <a:cubicBezTo>
                    <a:pt x="338328" y="834517"/>
                    <a:pt x="0" y="647319"/>
                    <a:pt x="0" y="417195"/>
                  </a:cubicBezTo>
                  <a:cubicBezTo>
                    <a:pt x="0" y="187071"/>
                    <a:pt x="338328" y="0"/>
                    <a:pt x="754253" y="0"/>
                  </a:cubicBezTo>
                  <a:cubicBezTo>
                    <a:pt x="1170178" y="0"/>
                    <a:pt x="1508506" y="187198"/>
                    <a:pt x="1508506" y="417195"/>
                  </a:cubicBezTo>
                  <a:cubicBezTo>
                    <a:pt x="1508506" y="647192"/>
                    <a:pt x="1170178" y="834517"/>
                    <a:pt x="754253" y="8345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25"/>
            <p:cNvSpPr/>
            <p:nvPr/>
          </p:nvSpPr>
          <p:spPr>
            <a:xfrm>
              <a:off x="309372" y="287274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25"/>
            <p:cNvSpPr/>
            <p:nvPr/>
          </p:nvSpPr>
          <p:spPr>
            <a:xfrm>
              <a:off x="515239" y="642112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25"/>
            <p:cNvSpPr/>
            <p:nvPr/>
          </p:nvSpPr>
          <p:spPr>
            <a:xfrm>
              <a:off x="372745" y="561467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25"/>
            <p:cNvSpPr/>
            <p:nvPr/>
          </p:nvSpPr>
          <p:spPr>
            <a:xfrm>
              <a:off x="453390" y="39331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25"/>
            <p:cNvSpPr/>
            <p:nvPr/>
          </p:nvSpPr>
          <p:spPr>
            <a:xfrm>
              <a:off x="957580" y="325755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25"/>
            <p:cNvSpPr/>
            <p:nvPr/>
          </p:nvSpPr>
          <p:spPr>
            <a:xfrm>
              <a:off x="850392" y="727202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25"/>
            <p:cNvSpPr/>
            <p:nvPr/>
          </p:nvSpPr>
          <p:spPr>
            <a:xfrm>
              <a:off x="217170" y="451358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25"/>
            <p:cNvSpPr/>
            <p:nvPr/>
          </p:nvSpPr>
          <p:spPr>
            <a:xfrm>
              <a:off x="618490" y="302006"/>
              <a:ext cx="35052" cy="34798"/>
            </a:xfrm>
            <a:custGeom>
              <a:rect b="b" l="l" r="r" t="t"/>
              <a:pathLst>
                <a:path extrusionOk="0" h="34798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747"/>
                  </a:lnTo>
                  <a:cubicBezTo>
                    <a:pt x="0" y="27051"/>
                    <a:pt x="7874" y="34798"/>
                    <a:pt x="17526" y="34798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25"/>
            <p:cNvSpPr/>
            <p:nvPr/>
          </p:nvSpPr>
          <p:spPr>
            <a:xfrm>
              <a:off x="1103122" y="708914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25"/>
            <p:cNvSpPr/>
            <p:nvPr/>
          </p:nvSpPr>
          <p:spPr>
            <a:xfrm>
              <a:off x="845947" y="435483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127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25"/>
            <p:cNvSpPr/>
            <p:nvPr/>
          </p:nvSpPr>
          <p:spPr>
            <a:xfrm>
              <a:off x="1069594" y="284734"/>
              <a:ext cx="35052" cy="34798"/>
            </a:xfrm>
            <a:custGeom>
              <a:rect b="b" l="l" r="r" t="t"/>
              <a:pathLst>
                <a:path extrusionOk="0" h="34798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747"/>
                  </a:lnTo>
                  <a:cubicBezTo>
                    <a:pt x="0" y="27051"/>
                    <a:pt x="7874" y="34798"/>
                    <a:pt x="17526" y="34798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25"/>
            <p:cNvSpPr/>
            <p:nvPr/>
          </p:nvSpPr>
          <p:spPr>
            <a:xfrm>
              <a:off x="615950" y="758190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25"/>
            <p:cNvSpPr/>
            <p:nvPr/>
          </p:nvSpPr>
          <p:spPr>
            <a:xfrm>
              <a:off x="930148" y="19392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25"/>
            <p:cNvSpPr/>
            <p:nvPr/>
          </p:nvSpPr>
          <p:spPr>
            <a:xfrm>
              <a:off x="1380236" y="346964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25"/>
            <p:cNvSpPr/>
            <p:nvPr/>
          </p:nvSpPr>
          <p:spPr>
            <a:xfrm>
              <a:off x="1293622" y="603377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25"/>
            <p:cNvSpPr/>
            <p:nvPr/>
          </p:nvSpPr>
          <p:spPr>
            <a:xfrm>
              <a:off x="691261" y="174498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25"/>
            <p:cNvSpPr/>
            <p:nvPr/>
          </p:nvSpPr>
          <p:spPr>
            <a:xfrm>
              <a:off x="1224153" y="416433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25"/>
            <p:cNvSpPr/>
            <p:nvPr/>
          </p:nvSpPr>
          <p:spPr>
            <a:xfrm>
              <a:off x="276733" y="615696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25"/>
            <p:cNvSpPr/>
            <p:nvPr/>
          </p:nvSpPr>
          <p:spPr>
            <a:xfrm>
              <a:off x="995299" y="455295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25"/>
            <p:cNvSpPr/>
            <p:nvPr/>
          </p:nvSpPr>
          <p:spPr>
            <a:xfrm>
              <a:off x="701421" y="568579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25"/>
            <p:cNvSpPr/>
            <p:nvPr/>
          </p:nvSpPr>
          <p:spPr>
            <a:xfrm>
              <a:off x="740029" y="366141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25"/>
            <p:cNvSpPr/>
            <p:nvPr/>
          </p:nvSpPr>
          <p:spPr>
            <a:xfrm>
              <a:off x="517525" y="16979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25"/>
            <p:cNvSpPr/>
            <p:nvPr/>
          </p:nvSpPr>
          <p:spPr>
            <a:xfrm>
              <a:off x="600075" y="435991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25"/>
            <p:cNvSpPr/>
            <p:nvPr/>
          </p:nvSpPr>
          <p:spPr>
            <a:xfrm>
              <a:off x="884809" y="609981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25"/>
            <p:cNvSpPr/>
            <p:nvPr/>
          </p:nvSpPr>
          <p:spPr>
            <a:xfrm>
              <a:off x="1108710" y="605028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25"/>
            <p:cNvSpPr/>
            <p:nvPr/>
          </p:nvSpPr>
          <p:spPr>
            <a:xfrm>
              <a:off x="1383157" y="511048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25"/>
            <p:cNvSpPr/>
            <p:nvPr/>
          </p:nvSpPr>
          <p:spPr>
            <a:xfrm>
              <a:off x="1134237" y="508381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25"/>
            <p:cNvSpPr/>
            <p:nvPr/>
          </p:nvSpPr>
          <p:spPr>
            <a:xfrm>
              <a:off x="1224407" y="237744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8" name="Google Shape;1648;p25"/>
          <p:cNvGrpSpPr/>
          <p:nvPr/>
        </p:nvGrpSpPr>
        <p:grpSpPr>
          <a:xfrm>
            <a:off x="198554" y="3255792"/>
            <a:ext cx="678939" cy="675634"/>
            <a:chOff x="63500" y="63500"/>
            <a:chExt cx="1043559" cy="1038479"/>
          </a:xfrm>
        </p:grpSpPr>
        <p:sp>
          <p:nvSpPr>
            <p:cNvPr id="1649" name="Google Shape;1649;p25"/>
            <p:cNvSpPr/>
            <p:nvPr/>
          </p:nvSpPr>
          <p:spPr>
            <a:xfrm>
              <a:off x="66929" y="144399"/>
              <a:ext cx="242316" cy="611378"/>
            </a:xfrm>
            <a:custGeom>
              <a:rect b="b" l="l" r="r" t="t"/>
              <a:pathLst>
                <a:path extrusionOk="0" h="611378" w="242316">
                  <a:moveTo>
                    <a:pt x="225044" y="611378"/>
                  </a:moveTo>
                  <a:lnTo>
                    <a:pt x="178308" y="611378"/>
                  </a:lnTo>
                  <a:cubicBezTo>
                    <a:pt x="78359" y="611378"/>
                    <a:pt x="0" y="535305"/>
                    <a:pt x="0" y="438277"/>
                  </a:cubicBezTo>
                  <a:cubicBezTo>
                    <a:pt x="0" y="350520"/>
                    <a:pt x="63246" y="276733"/>
                    <a:pt x="148717" y="262509"/>
                  </a:cubicBezTo>
                  <a:cubicBezTo>
                    <a:pt x="138049" y="234061"/>
                    <a:pt x="132588" y="203962"/>
                    <a:pt x="132588" y="173101"/>
                  </a:cubicBezTo>
                  <a:cubicBezTo>
                    <a:pt x="132588" y="112649"/>
                    <a:pt x="154305" y="53975"/>
                    <a:pt x="193675" y="8001"/>
                  </a:cubicBezTo>
                  <a:lnTo>
                    <a:pt x="210820" y="0"/>
                  </a:lnTo>
                  <a:cubicBezTo>
                    <a:pt x="225298" y="12446"/>
                    <a:pt x="226187" y="23241"/>
                    <a:pt x="219964" y="30607"/>
                  </a:cubicBezTo>
                  <a:cubicBezTo>
                    <a:pt x="185928" y="70358"/>
                    <a:pt x="167259" y="121031"/>
                    <a:pt x="167259" y="173228"/>
                  </a:cubicBezTo>
                  <a:cubicBezTo>
                    <a:pt x="167259" y="202819"/>
                    <a:pt x="172974" y="231521"/>
                    <a:pt x="184404" y="258572"/>
                  </a:cubicBezTo>
                  <a:lnTo>
                    <a:pt x="189357" y="270256"/>
                  </a:lnTo>
                  <a:cubicBezTo>
                    <a:pt x="191516" y="275336"/>
                    <a:pt x="191135" y="281051"/>
                    <a:pt x="188341" y="285750"/>
                  </a:cubicBezTo>
                  <a:lnTo>
                    <a:pt x="180721" y="293624"/>
                  </a:lnTo>
                  <a:lnTo>
                    <a:pt x="162687" y="295656"/>
                  </a:lnTo>
                  <a:cubicBezTo>
                    <a:pt x="89662" y="303403"/>
                    <a:pt x="34671" y="364871"/>
                    <a:pt x="34671" y="438277"/>
                  </a:cubicBezTo>
                  <a:cubicBezTo>
                    <a:pt x="34671" y="515874"/>
                    <a:pt x="97790" y="576707"/>
                    <a:pt x="178308" y="576707"/>
                  </a:cubicBezTo>
                  <a:lnTo>
                    <a:pt x="225044" y="576707"/>
                  </a:lnTo>
                  <a:cubicBezTo>
                    <a:pt x="234569" y="576707"/>
                    <a:pt x="242316" y="584454"/>
                    <a:pt x="242316" y="593979"/>
                  </a:cubicBezTo>
                  <a:lnTo>
                    <a:pt x="234569" y="611251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25"/>
            <p:cNvSpPr/>
            <p:nvPr/>
          </p:nvSpPr>
          <p:spPr>
            <a:xfrm>
              <a:off x="370797" y="63500"/>
              <a:ext cx="734484" cy="692277"/>
            </a:xfrm>
            <a:custGeom>
              <a:rect b="b" l="l" r="r" t="t"/>
              <a:pathLst>
                <a:path extrusionOk="0" h="692277" w="734484">
                  <a:moveTo>
                    <a:pt x="594149" y="692277"/>
                  </a:moveTo>
                  <a:lnTo>
                    <a:pt x="509567" y="692277"/>
                  </a:lnTo>
                  <a:cubicBezTo>
                    <a:pt x="500042" y="692277"/>
                    <a:pt x="492295" y="684530"/>
                    <a:pt x="492295" y="675005"/>
                  </a:cubicBezTo>
                  <a:lnTo>
                    <a:pt x="500042" y="657733"/>
                  </a:lnTo>
                  <a:lnTo>
                    <a:pt x="594149" y="657733"/>
                  </a:lnTo>
                  <a:cubicBezTo>
                    <a:pt x="654474" y="657733"/>
                    <a:pt x="699940" y="614426"/>
                    <a:pt x="699940" y="557149"/>
                  </a:cubicBezTo>
                  <a:cubicBezTo>
                    <a:pt x="699940" y="499872"/>
                    <a:pt x="654982" y="453517"/>
                    <a:pt x="597705" y="451612"/>
                  </a:cubicBezTo>
                  <a:lnTo>
                    <a:pt x="584370" y="451231"/>
                  </a:lnTo>
                  <a:cubicBezTo>
                    <a:pt x="578782" y="451104"/>
                    <a:pt x="573575" y="448183"/>
                    <a:pt x="570527" y="443484"/>
                  </a:cubicBezTo>
                  <a:lnTo>
                    <a:pt x="566844" y="432816"/>
                  </a:lnTo>
                  <a:lnTo>
                    <a:pt x="573829" y="415036"/>
                  </a:lnTo>
                  <a:cubicBezTo>
                    <a:pt x="582211" y="393700"/>
                    <a:pt x="586402" y="371348"/>
                    <a:pt x="586402" y="348869"/>
                  </a:cubicBezTo>
                  <a:cubicBezTo>
                    <a:pt x="586402" y="248793"/>
                    <a:pt x="504868" y="167259"/>
                    <a:pt x="404792" y="167259"/>
                  </a:cubicBezTo>
                  <a:cubicBezTo>
                    <a:pt x="376471" y="167259"/>
                    <a:pt x="349039" y="173736"/>
                    <a:pt x="323385" y="186690"/>
                  </a:cubicBezTo>
                  <a:lnTo>
                    <a:pt x="314368" y="191262"/>
                  </a:lnTo>
                  <a:lnTo>
                    <a:pt x="304970" y="193675"/>
                  </a:lnTo>
                  <a:cubicBezTo>
                    <a:pt x="295953" y="190246"/>
                    <a:pt x="292270" y="186690"/>
                    <a:pt x="290492" y="182245"/>
                  </a:cubicBezTo>
                  <a:lnTo>
                    <a:pt x="286682" y="172593"/>
                  </a:lnTo>
                  <a:cubicBezTo>
                    <a:pt x="252900" y="88773"/>
                    <a:pt x="172890" y="34671"/>
                    <a:pt x="82720" y="34671"/>
                  </a:cubicBezTo>
                  <a:cubicBezTo>
                    <a:pt x="61638" y="34671"/>
                    <a:pt x="40937" y="37592"/>
                    <a:pt x="20998" y="43434"/>
                  </a:cubicBezTo>
                  <a:lnTo>
                    <a:pt x="2202" y="40894"/>
                  </a:lnTo>
                  <a:cubicBezTo>
                    <a:pt x="-3259" y="22606"/>
                    <a:pt x="2075" y="12954"/>
                    <a:pt x="11219" y="10287"/>
                  </a:cubicBezTo>
                  <a:cubicBezTo>
                    <a:pt x="34333" y="3429"/>
                    <a:pt x="58336" y="0"/>
                    <a:pt x="82720" y="0"/>
                  </a:cubicBezTo>
                  <a:cubicBezTo>
                    <a:pt x="184320" y="0"/>
                    <a:pt x="274744" y="59436"/>
                    <a:pt x="315257" y="152019"/>
                  </a:cubicBezTo>
                  <a:cubicBezTo>
                    <a:pt x="343705" y="139065"/>
                    <a:pt x="373677" y="132461"/>
                    <a:pt x="404665" y="132461"/>
                  </a:cubicBezTo>
                  <a:cubicBezTo>
                    <a:pt x="523918" y="132461"/>
                    <a:pt x="620819" y="229489"/>
                    <a:pt x="620819" y="348615"/>
                  </a:cubicBezTo>
                  <a:cubicBezTo>
                    <a:pt x="620819" y="371983"/>
                    <a:pt x="617009" y="395097"/>
                    <a:pt x="609389" y="417449"/>
                  </a:cubicBezTo>
                  <a:cubicBezTo>
                    <a:pt x="680382" y="425069"/>
                    <a:pt x="734484" y="484378"/>
                    <a:pt x="734484" y="556895"/>
                  </a:cubicBezTo>
                  <a:cubicBezTo>
                    <a:pt x="734484" y="632714"/>
                    <a:pt x="672762" y="692150"/>
                    <a:pt x="594022" y="692150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25"/>
            <p:cNvSpPr/>
            <p:nvPr/>
          </p:nvSpPr>
          <p:spPr>
            <a:xfrm>
              <a:off x="414528" y="998093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25"/>
            <p:cNvSpPr/>
            <p:nvPr/>
          </p:nvSpPr>
          <p:spPr>
            <a:xfrm>
              <a:off x="414528" y="790448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25"/>
            <p:cNvSpPr/>
            <p:nvPr/>
          </p:nvSpPr>
          <p:spPr>
            <a:xfrm>
              <a:off x="414528" y="582803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25"/>
            <p:cNvSpPr/>
            <p:nvPr/>
          </p:nvSpPr>
          <p:spPr>
            <a:xfrm>
              <a:off x="343916" y="928878"/>
              <a:ext cx="484505" cy="173101"/>
            </a:xfrm>
            <a:custGeom>
              <a:rect b="b" l="l" r="r" t="t"/>
              <a:pathLst>
                <a:path extrusionOk="0" h="173101" w="484505">
                  <a:moveTo>
                    <a:pt x="34544" y="138430"/>
                  </a:moveTo>
                  <a:lnTo>
                    <a:pt x="449834" y="138430"/>
                  </a:lnTo>
                  <a:lnTo>
                    <a:pt x="449834" y="34544"/>
                  </a:lnTo>
                  <a:lnTo>
                    <a:pt x="34544" y="34544"/>
                  </a:lnTo>
                  <a:close/>
                  <a:moveTo>
                    <a:pt x="467233" y="173101"/>
                  </a:moveTo>
                  <a:lnTo>
                    <a:pt x="17272" y="173101"/>
                  </a:lnTo>
                  <a:cubicBezTo>
                    <a:pt x="7747" y="173101"/>
                    <a:pt x="0" y="165354"/>
                    <a:pt x="0" y="155829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25"/>
            <p:cNvSpPr/>
            <p:nvPr/>
          </p:nvSpPr>
          <p:spPr>
            <a:xfrm>
              <a:off x="343916" y="721233"/>
              <a:ext cx="484505" cy="172974"/>
            </a:xfrm>
            <a:custGeom>
              <a:rect b="b" l="l" r="r" t="t"/>
              <a:pathLst>
                <a:path extrusionOk="0" h="172974" w="484505">
                  <a:moveTo>
                    <a:pt x="34544" y="138303"/>
                  </a:moveTo>
                  <a:lnTo>
                    <a:pt x="449834" y="138303"/>
                  </a:lnTo>
                  <a:lnTo>
                    <a:pt x="449834" y="34544"/>
                  </a:lnTo>
                  <a:lnTo>
                    <a:pt x="34544" y="34544"/>
                  </a:lnTo>
                  <a:close/>
                  <a:moveTo>
                    <a:pt x="467233" y="172974"/>
                  </a:moveTo>
                  <a:lnTo>
                    <a:pt x="17272" y="172974"/>
                  </a:lnTo>
                  <a:cubicBezTo>
                    <a:pt x="7747" y="172974"/>
                    <a:pt x="0" y="165227"/>
                    <a:pt x="0" y="155702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25"/>
            <p:cNvSpPr/>
            <p:nvPr/>
          </p:nvSpPr>
          <p:spPr>
            <a:xfrm>
              <a:off x="343916" y="513461"/>
              <a:ext cx="484505" cy="173101"/>
            </a:xfrm>
            <a:custGeom>
              <a:rect b="b" l="l" r="r" t="t"/>
              <a:pathLst>
                <a:path extrusionOk="0" h="173101" w="484505">
                  <a:moveTo>
                    <a:pt x="34544" y="138430"/>
                  </a:moveTo>
                  <a:lnTo>
                    <a:pt x="449834" y="138430"/>
                  </a:lnTo>
                  <a:lnTo>
                    <a:pt x="449834" y="34671"/>
                  </a:lnTo>
                  <a:lnTo>
                    <a:pt x="34544" y="34671"/>
                  </a:lnTo>
                  <a:close/>
                  <a:moveTo>
                    <a:pt x="467233" y="173101"/>
                  </a:moveTo>
                  <a:lnTo>
                    <a:pt x="17272" y="173101"/>
                  </a:lnTo>
                  <a:cubicBezTo>
                    <a:pt x="7747" y="173101"/>
                    <a:pt x="0" y="165354"/>
                    <a:pt x="0" y="155829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25"/>
            <p:cNvSpPr/>
            <p:nvPr/>
          </p:nvSpPr>
          <p:spPr>
            <a:xfrm>
              <a:off x="170815" y="824992"/>
              <a:ext cx="138430" cy="207645"/>
            </a:xfrm>
            <a:custGeom>
              <a:rect b="b" l="l" r="r" t="t"/>
              <a:pathLst>
                <a:path extrusionOk="0" h="207645" w="138430">
                  <a:moveTo>
                    <a:pt x="51943" y="207645"/>
                  </a:moveTo>
                  <a:lnTo>
                    <a:pt x="17272" y="207645"/>
                  </a:lnTo>
                  <a:cubicBezTo>
                    <a:pt x="7747" y="207645"/>
                    <a:pt x="0" y="199898"/>
                    <a:pt x="0" y="190373"/>
                  </a:cubicBezTo>
                  <a:lnTo>
                    <a:pt x="7747" y="173101"/>
                  </a:lnTo>
                  <a:lnTo>
                    <a:pt x="51943" y="173101"/>
                  </a:lnTo>
                  <a:cubicBezTo>
                    <a:pt x="80518" y="173101"/>
                    <a:pt x="103886" y="149860"/>
                    <a:pt x="103886" y="121158"/>
                  </a:cubicBezTo>
                  <a:lnTo>
                    <a:pt x="103886" y="17272"/>
                  </a:lnTo>
                  <a:cubicBezTo>
                    <a:pt x="103886" y="7747"/>
                    <a:pt x="111633" y="0"/>
                    <a:pt x="121158" y="0"/>
                  </a:cubicBezTo>
                  <a:lnTo>
                    <a:pt x="138430" y="7747"/>
                  </a:lnTo>
                  <a:lnTo>
                    <a:pt x="138430" y="121158"/>
                  </a:lnTo>
                  <a:cubicBezTo>
                    <a:pt x="138430" y="168910"/>
                    <a:pt x="99568" y="207645"/>
                    <a:pt x="51943" y="207645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25"/>
            <p:cNvSpPr/>
            <p:nvPr/>
          </p:nvSpPr>
          <p:spPr>
            <a:xfrm>
              <a:off x="136271" y="790448"/>
              <a:ext cx="103759" cy="138430"/>
            </a:xfrm>
            <a:custGeom>
              <a:rect b="b" l="l" r="r" t="t"/>
              <a:pathLst>
                <a:path extrusionOk="0" h="138430" w="103759">
                  <a:moveTo>
                    <a:pt x="51816" y="138430"/>
                  </a:moveTo>
                  <a:lnTo>
                    <a:pt x="17272" y="138430"/>
                  </a:lnTo>
                  <a:cubicBezTo>
                    <a:pt x="7747" y="138430"/>
                    <a:pt x="0" y="130683"/>
                    <a:pt x="0" y="121158"/>
                  </a:cubicBezTo>
                  <a:lnTo>
                    <a:pt x="7747" y="103886"/>
                  </a:lnTo>
                  <a:lnTo>
                    <a:pt x="51943" y="103886"/>
                  </a:lnTo>
                  <a:cubicBezTo>
                    <a:pt x="61468" y="103886"/>
                    <a:pt x="69215" y="96139"/>
                    <a:pt x="69215" y="86614"/>
                  </a:cubicBezTo>
                  <a:lnTo>
                    <a:pt x="69215" y="17272"/>
                  </a:lnTo>
                  <a:cubicBezTo>
                    <a:pt x="69215" y="7747"/>
                    <a:pt x="76962" y="0"/>
                    <a:pt x="86487" y="0"/>
                  </a:cubicBezTo>
                  <a:lnTo>
                    <a:pt x="103759" y="7747"/>
                  </a:lnTo>
                  <a:lnTo>
                    <a:pt x="103759" y="86487"/>
                  </a:lnTo>
                  <a:cubicBezTo>
                    <a:pt x="103759" y="115062"/>
                    <a:pt x="80518" y="138430"/>
                    <a:pt x="51816" y="138430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25"/>
            <p:cNvSpPr/>
            <p:nvPr/>
          </p:nvSpPr>
          <p:spPr>
            <a:xfrm>
              <a:off x="863092" y="824992"/>
              <a:ext cx="138430" cy="207645"/>
            </a:xfrm>
            <a:custGeom>
              <a:rect b="b" l="l" r="r" t="t"/>
              <a:pathLst>
                <a:path extrusionOk="0" h="207645" w="138430">
                  <a:moveTo>
                    <a:pt x="121031" y="207645"/>
                  </a:moveTo>
                  <a:lnTo>
                    <a:pt x="86487" y="207645"/>
                  </a:lnTo>
                  <a:cubicBezTo>
                    <a:pt x="38735" y="207645"/>
                    <a:pt x="0" y="168783"/>
                    <a:pt x="0" y="121158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34544" y="7747"/>
                  </a:lnTo>
                  <a:lnTo>
                    <a:pt x="34544" y="121158"/>
                  </a:lnTo>
                  <a:cubicBezTo>
                    <a:pt x="34544" y="149860"/>
                    <a:pt x="57785" y="173101"/>
                    <a:pt x="86487" y="173101"/>
                  </a:cubicBezTo>
                  <a:lnTo>
                    <a:pt x="121158" y="173101"/>
                  </a:lnTo>
                  <a:cubicBezTo>
                    <a:pt x="130683" y="173101"/>
                    <a:pt x="138430" y="180848"/>
                    <a:pt x="138430" y="190373"/>
                  </a:cubicBezTo>
                  <a:lnTo>
                    <a:pt x="130683" y="207645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25"/>
            <p:cNvSpPr/>
            <p:nvPr/>
          </p:nvSpPr>
          <p:spPr>
            <a:xfrm>
              <a:off x="932307" y="790448"/>
              <a:ext cx="103759" cy="138430"/>
            </a:xfrm>
            <a:custGeom>
              <a:rect b="b" l="l" r="r" t="t"/>
              <a:pathLst>
                <a:path extrusionOk="0" h="138430" w="103759">
                  <a:moveTo>
                    <a:pt x="86487" y="138430"/>
                  </a:moveTo>
                  <a:lnTo>
                    <a:pt x="51943" y="138430"/>
                  </a:lnTo>
                  <a:cubicBezTo>
                    <a:pt x="23241" y="138430"/>
                    <a:pt x="0" y="115189"/>
                    <a:pt x="0" y="86487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34544" y="7747"/>
                  </a:lnTo>
                  <a:lnTo>
                    <a:pt x="34544" y="86487"/>
                  </a:lnTo>
                  <a:cubicBezTo>
                    <a:pt x="34544" y="96012"/>
                    <a:pt x="42291" y="103759"/>
                    <a:pt x="51816" y="103759"/>
                  </a:cubicBezTo>
                  <a:lnTo>
                    <a:pt x="86487" y="103759"/>
                  </a:lnTo>
                  <a:cubicBezTo>
                    <a:pt x="96012" y="103759"/>
                    <a:pt x="103759" y="111506"/>
                    <a:pt x="103759" y="121031"/>
                  </a:cubicBezTo>
                  <a:lnTo>
                    <a:pt x="96012" y="138303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25"/>
            <p:cNvSpPr/>
            <p:nvPr/>
          </p:nvSpPr>
          <p:spPr>
            <a:xfrm>
              <a:off x="1070737" y="894334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25"/>
            <p:cNvSpPr/>
            <p:nvPr/>
          </p:nvSpPr>
          <p:spPr>
            <a:xfrm>
              <a:off x="1036193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25"/>
            <p:cNvSpPr/>
            <p:nvPr/>
          </p:nvSpPr>
          <p:spPr>
            <a:xfrm>
              <a:off x="63500" y="894334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25"/>
            <p:cNvSpPr/>
            <p:nvPr/>
          </p:nvSpPr>
          <p:spPr>
            <a:xfrm>
              <a:off x="98171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25"/>
            <p:cNvSpPr/>
            <p:nvPr/>
          </p:nvSpPr>
          <p:spPr>
            <a:xfrm>
              <a:off x="652018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25"/>
            <p:cNvSpPr/>
            <p:nvPr/>
          </p:nvSpPr>
          <p:spPr>
            <a:xfrm>
              <a:off x="721233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25"/>
            <p:cNvSpPr/>
            <p:nvPr/>
          </p:nvSpPr>
          <p:spPr>
            <a:xfrm>
              <a:off x="652018" y="790448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25"/>
            <p:cNvSpPr/>
            <p:nvPr/>
          </p:nvSpPr>
          <p:spPr>
            <a:xfrm>
              <a:off x="721233" y="790448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25"/>
            <p:cNvSpPr/>
            <p:nvPr/>
          </p:nvSpPr>
          <p:spPr>
            <a:xfrm>
              <a:off x="652018" y="58280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25"/>
            <p:cNvSpPr/>
            <p:nvPr/>
          </p:nvSpPr>
          <p:spPr>
            <a:xfrm>
              <a:off x="721233" y="58280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25"/>
            <p:cNvSpPr/>
            <p:nvPr/>
          </p:nvSpPr>
          <p:spPr>
            <a:xfrm>
              <a:off x="306395" y="98065"/>
              <a:ext cx="37902" cy="37063"/>
            </a:xfrm>
            <a:custGeom>
              <a:rect b="b" l="l" r="r" t="t"/>
              <a:pathLst>
                <a:path extrusionOk="0" h="37063" w="37902">
                  <a:moveTo>
                    <a:pt x="16693" y="37063"/>
                  </a:moveTo>
                  <a:lnTo>
                    <a:pt x="5898" y="34523"/>
                  </a:lnTo>
                  <a:cubicBezTo>
                    <a:pt x="-2992" y="21950"/>
                    <a:pt x="-1087" y="11155"/>
                    <a:pt x="6660" y="5567"/>
                  </a:cubicBezTo>
                  <a:lnTo>
                    <a:pt x="10089" y="3154"/>
                  </a:lnTo>
                  <a:cubicBezTo>
                    <a:pt x="17963" y="-2307"/>
                    <a:pt x="28758" y="-529"/>
                    <a:pt x="34219" y="7345"/>
                  </a:cubicBezTo>
                  <a:lnTo>
                    <a:pt x="37902" y="25887"/>
                  </a:lnTo>
                  <a:lnTo>
                    <a:pt x="26599" y="33888"/>
                  </a:lnTo>
                  <a:lnTo>
                    <a:pt x="20122" y="37063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2" name="Google Shape;1672;p25"/>
          <p:cNvSpPr/>
          <p:nvPr/>
        </p:nvSpPr>
        <p:spPr>
          <a:xfrm>
            <a:off x="209864" y="4715635"/>
            <a:ext cx="743213" cy="804997"/>
          </a:xfrm>
          <a:custGeom>
            <a:rect b="b" l="l" r="r" t="t"/>
            <a:pathLst>
              <a:path extrusionOk="0" h="804997" w="743213">
                <a:moveTo>
                  <a:pt x="0" y="0"/>
                </a:moveTo>
                <a:lnTo>
                  <a:pt x="743213" y="0"/>
                </a:lnTo>
                <a:lnTo>
                  <a:pt x="743213" y="804997"/>
                </a:lnTo>
                <a:lnTo>
                  <a:pt x="0" y="804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291" l="-16090" r="-16830" t="-11419"/>
            </a:stretch>
          </a:blipFill>
          <a:ln>
            <a:noFill/>
          </a:ln>
        </p:spPr>
      </p:sp>
      <p:sp>
        <p:nvSpPr>
          <p:cNvPr id="1673" name="Google Shape;1673;p25"/>
          <p:cNvSpPr/>
          <p:nvPr/>
        </p:nvSpPr>
        <p:spPr>
          <a:xfrm>
            <a:off x="6873721" y="9529940"/>
            <a:ext cx="1354895" cy="466995"/>
          </a:xfrm>
          <a:custGeom>
            <a:rect b="b" l="l" r="r" t="t"/>
            <a:pathLst>
              <a:path extrusionOk="0" h="466995" w="1354895">
                <a:moveTo>
                  <a:pt x="0" y="0"/>
                </a:moveTo>
                <a:lnTo>
                  <a:pt x="1354895" y="0"/>
                </a:lnTo>
                <a:lnTo>
                  <a:pt x="1354895" y="466994"/>
                </a:lnTo>
                <a:lnTo>
                  <a:pt x="0" y="4669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4" name="Google Shape;1674;p25"/>
          <p:cNvSpPr/>
          <p:nvPr/>
        </p:nvSpPr>
        <p:spPr>
          <a:xfrm>
            <a:off x="8462186" y="9587767"/>
            <a:ext cx="1694380" cy="415653"/>
          </a:xfrm>
          <a:custGeom>
            <a:rect b="b" l="l" r="r" t="t"/>
            <a:pathLst>
              <a:path extrusionOk="0" h="415653" w="1694380">
                <a:moveTo>
                  <a:pt x="0" y="0"/>
                </a:moveTo>
                <a:lnTo>
                  <a:pt x="1694380" y="0"/>
                </a:lnTo>
                <a:lnTo>
                  <a:pt x="1694380" y="415652"/>
                </a:lnTo>
                <a:lnTo>
                  <a:pt x="0" y="4156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5" name="Google Shape;1675;p25"/>
          <p:cNvSpPr/>
          <p:nvPr/>
        </p:nvSpPr>
        <p:spPr>
          <a:xfrm>
            <a:off x="10317519" y="9477357"/>
            <a:ext cx="2368914" cy="614916"/>
          </a:xfrm>
          <a:custGeom>
            <a:rect b="b" l="l" r="r" t="t"/>
            <a:pathLst>
              <a:path extrusionOk="0" h="614916" w="2368914">
                <a:moveTo>
                  <a:pt x="0" y="0"/>
                </a:moveTo>
                <a:lnTo>
                  <a:pt x="2368913" y="0"/>
                </a:lnTo>
                <a:lnTo>
                  <a:pt x="2368913" y="614917"/>
                </a:lnTo>
                <a:lnTo>
                  <a:pt x="0" y="6149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6" name="Google Shape;1676;p25"/>
          <p:cNvSpPr/>
          <p:nvPr/>
        </p:nvSpPr>
        <p:spPr>
          <a:xfrm>
            <a:off x="5601568" y="9500406"/>
            <a:ext cx="1034028" cy="526062"/>
          </a:xfrm>
          <a:custGeom>
            <a:rect b="b" l="l" r="r" t="t"/>
            <a:pathLst>
              <a:path extrusionOk="0" h="526062" w="1034028">
                <a:moveTo>
                  <a:pt x="0" y="0"/>
                </a:moveTo>
                <a:lnTo>
                  <a:pt x="1034028" y="0"/>
                </a:lnTo>
                <a:lnTo>
                  <a:pt x="1034028" y="526062"/>
                </a:lnTo>
                <a:lnTo>
                  <a:pt x="0" y="526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7" name="Google Shape;1677;p25"/>
          <p:cNvSpPr txBox="1"/>
          <p:nvPr/>
        </p:nvSpPr>
        <p:spPr>
          <a:xfrm>
            <a:off x="1401000" y="2114650"/>
            <a:ext cx="11860500" cy="58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44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Alternatives to </a:t>
            </a:r>
            <a:r>
              <a:rPr i="1" lang="en-US" sz="44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Git:</a:t>
            </a:r>
            <a:r>
              <a:rPr b="1" i="1" lang="en-US" sz="44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Fossil</a:t>
            </a:r>
            <a:endParaRPr i="1" sz="4499">
              <a:solidFill>
                <a:schemeClr val="dk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999">
              <a:solidFill>
                <a:schemeClr val="dk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1750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Condensed"/>
              <a:buChar char="●"/>
            </a:pPr>
            <a:r>
              <a:rPr b="1" i="1" lang="en-US" sz="31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Designed for Different Scales</a:t>
            </a:r>
            <a:r>
              <a:rPr i="1" lang="en-US" sz="31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Git was made for the chaotic Linux Kernel (thousands of developers); </a:t>
            </a:r>
            <a:r>
              <a:rPr b="1"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Fossil for SQLite (smaller, high-trust team)</a:t>
            </a:r>
            <a:endParaRPr b="1"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1750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Condensed"/>
              <a:buChar char="●"/>
            </a:pPr>
            <a:r>
              <a:rPr b="1" i="1" lang="en-US" sz="31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Software Scope: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Git tracks code only (GitHub complements it). </a:t>
            </a:r>
            <a:r>
              <a:rPr b="1"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Fossil is "GitHub-in-a-box"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(includes built-in wiki, tickets, and forum).</a:t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1750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Condensed"/>
              <a:buChar char="●"/>
            </a:pPr>
            <a:r>
              <a:rPr b="1" i="1" lang="en-US" sz="31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Storage &amp; Data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 Git uses a custom key/value store. </a:t>
            </a:r>
            <a:r>
              <a:rPr b="1"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Fossil uses a </a:t>
            </a:r>
            <a:r>
              <a:rPr b="1"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queryable </a:t>
            </a:r>
            <a:r>
              <a:rPr b="1"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SQLite database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.</a:t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1750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Condensed"/>
              <a:buChar char="●"/>
            </a:pPr>
            <a:r>
              <a:rPr b="1" i="1" lang="en-US" sz="31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History of Versions’ </a:t>
            </a:r>
            <a:r>
              <a:rPr b="1" i="1" lang="en-US" sz="31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Philosophy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 Git allows rewriting history (rebase/squash) to look perfect. </a:t>
            </a:r>
            <a:r>
              <a:rPr b="1"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Fossil records history exactly as it happened.</a:t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1750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Condensed"/>
              <a:buChar char="●"/>
            </a:pPr>
            <a:r>
              <a:rPr b="1" i="1" lang="en-US" sz="31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Workflow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 Git relies on manual pushes. </a:t>
            </a:r>
            <a:r>
              <a:rPr b="1"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Fossil uses automatic synchronization 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(autosync) by default</a:t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678" name="Google Shape;1678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624275" y="2662050"/>
            <a:ext cx="4112165" cy="565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7B9CE"/>
        </a:solidFill>
      </p:bgPr>
    </p:bg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83" name="Google Shape;1683;p26"/>
          <p:cNvCxnSpPr/>
          <p:nvPr/>
        </p:nvCxnSpPr>
        <p:spPr>
          <a:xfrm>
            <a:off x="1051792" y="1798524"/>
            <a:ext cx="172593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4" name="Google Shape;1684;p26"/>
          <p:cNvCxnSpPr/>
          <p:nvPr/>
        </p:nvCxnSpPr>
        <p:spPr>
          <a:xfrm rot="-5400000">
            <a:off x="-4105275" y="5119688"/>
            <a:ext cx="102870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5" name="Google Shape;1685;p26"/>
          <p:cNvSpPr txBox="1"/>
          <p:nvPr/>
        </p:nvSpPr>
        <p:spPr>
          <a:xfrm>
            <a:off x="1592775" y="373150"/>
            <a:ext cx="16254600" cy="12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18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VCS IN A NUTSHELL (SUMMARY)</a:t>
            </a:r>
            <a:endParaRPr/>
          </a:p>
        </p:txBody>
      </p:sp>
      <p:grpSp>
        <p:nvGrpSpPr>
          <p:cNvPr id="1686" name="Google Shape;1686;p26"/>
          <p:cNvGrpSpPr/>
          <p:nvPr/>
        </p:nvGrpSpPr>
        <p:grpSpPr>
          <a:xfrm>
            <a:off x="216606" y="6304895"/>
            <a:ext cx="642914" cy="632256"/>
            <a:chOff x="63500" y="63500"/>
            <a:chExt cx="988187" cy="971804"/>
          </a:xfrm>
        </p:grpSpPr>
        <p:sp>
          <p:nvSpPr>
            <p:cNvPr id="1687" name="Google Shape;1687;p26"/>
            <p:cNvSpPr/>
            <p:nvPr/>
          </p:nvSpPr>
          <p:spPr>
            <a:xfrm>
              <a:off x="857250" y="840994"/>
              <a:ext cx="129540" cy="129540"/>
            </a:xfrm>
            <a:custGeom>
              <a:rect b="b" l="l" r="r" t="t"/>
              <a:pathLst>
                <a:path extrusionOk="0" h="129540" w="129540">
                  <a:moveTo>
                    <a:pt x="64770" y="32385"/>
                  </a:moveTo>
                  <a:cubicBezTo>
                    <a:pt x="46863" y="32385"/>
                    <a:pt x="32385" y="46990"/>
                    <a:pt x="32385" y="64770"/>
                  </a:cubicBezTo>
                  <a:cubicBezTo>
                    <a:pt x="32385" y="82550"/>
                    <a:pt x="46990" y="97155"/>
                    <a:pt x="64770" y="97155"/>
                  </a:cubicBezTo>
                  <a:cubicBezTo>
                    <a:pt x="82550" y="97155"/>
                    <a:pt x="97155" y="82550"/>
                    <a:pt x="97155" y="64770"/>
                  </a:cubicBezTo>
                  <a:cubicBezTo>
                    <a:pt x="97155" y="46990"/>
                    <a:pt x="82550" y="32385"/>
                    <a:pt x="64770" y="32385"/>
                  </a:cubicBezTo>
                  <a:moveTo>
                    <a:pt x="64770" y="129540"/>
                  </a:moveTo>
                  <a:cubicBezTo>
                    <a:pt x="29083" y="129540"/>
                    <a:pt x="0" y="100457"/>
                    <a:pt x="0" y="64770"/>
                  </a:cubicBezTo>
                  <a:cubicBezTo>
                    <a:pt x="0" y="29083"/>
                    <a:pt x="29083" y="0"/>
                    <a:pt x="64770" y="0"/>
                  </a:cubicBezTo>
                  <a:cubicBezTo>
                    <a:pt x="100457" y="0"/>
                    <a:pt x="129540" y="29083"/>
                    <a:pt x="129540" y="64770"/>
                  </a:cubicBezTo>
                  <a:cubicBezTo>
                    <a:pt x="129540" y="100457"/>
                    <a:pt x="100457" y="129540"/>
                    <a:pt x="64770" y="1295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26"/>
            <p:cNvSpPr/>
            <p:nvPr/>
          </p:nvSpPr>
          <p:spPr>
            <a:xfrm>
              <a:off x="905764" y="225552"/>
              <a:ext cx="32512" cy="647827"/>
            </a:xfrm>
            <a:custGeom>
              <a:rect b="b" l="l" r="r" t="t"/>
              <a:pathLst>
                <a:path extrusionOk="0" h="647827" w="32512">
                  <a:moveTo>
                    <a:pt x="16256" y="647827"/>
                  </a:moveTo>
                  <a:lnTo>
                    <a:pt x="0" y="640588"/>
                  </a:lnTo>
                  <a:lnTo>
                    <a:pt x="0" y="16129"/>
                  </a:lnTo>
                  <a:cubicBezTo>
                    <a:pt x="0" y="7112"/>
                    <a:pt x="7239" y="0"/>
                    <a:pt x="16256" y="0"/>
                  </a:cubicBezTo>
                  <a:lnTo>
                    <a:pt x="32512" y="7239"/>
                  </a:lnTo>
                  <a:lnTo>
                    <a:pt x="32512" y="631698"/>
                  </a:lnTo>
                  <a:cubicBezTo>
                    <a:pt x="32512" y="640588"/>
                    <a:pt x="25273" y="647827"/>
                    <a:pt x="16256" y="64782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26"/>
            <p:cNvSpPr/>
            <p:nvPr/>
          </p:nvSpPr>
          <p:spPr>
            <a:xfrm>
              <a:off x="121679" y="510286"/>
              <a:ext cx="44042" cy="38989"/>
            </a:xfrm>
            <a:custGeom>
              <a:rect b="b" l="l" r="r" t="t"/>
              <a:pathLst>
                <a:path extrusionOk="0" h="38989" w="44042">
                  <a:moveTo>
                    <a:pt x="27927" y="38989"/>
                  </a:moveTo>
                  <a:lnTo>
                    <a:pt x="23990" y="38608"/>
                  </a:lnTo>
                  <a:lnTo>
                    <a:pt x="10401" y="33401"/>
                  </a:lnTo>
                  <a:cubicBezTo>
                    <a:pt x="2019" y="30226"/>
                    <a:pt x="-2172" y="20828"/>
                    <a:pt x="1130" y="12446"/>
                  </a:cubicBezTo>
                  <a:lnTo>
                    <a:pt x="13703" y="0"/>
                  </a:lnTo>
                  <a:lnTo>
                    <a:pt x="33642" y="7620"/>
                  </a:lnTo>
                  <a:cubicBezTo>
                    <a:pt x="42024" y="10795"/>
                    <a:pt x="46215" y="20193"/>
                    <a:pt x="42913" y="28575"/>
                  </a:cubicBezTo>
                  <a:lnTo>
                    <a:pt x="34277" y="3898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26"/>
            <p:cNvSpPr/>
            <p:nvPr/>
          </p:nvSpPr>
          <p:spPr>
            <a:xfrm>
              <a:off x="180213" y="535721"/>
              <a:ext cx="620903" cy="90770"/>
            </a:xfrm>
            <a:custGeom>
              <a:rect b="b" l="l" r="r" t="t"/>
              <a:pathLst>
                <a:path extrusionOk="0" h="90770" w="620903">
                  <a:moveTo>
                    <a:pt x="476758" y="90770"/>
                  </a:moveTo>
                  <a:lnTo>
                    <a:pt x="300863" y="90770"/>
                  </a:lnTo>
                  <a:cubicBezTo>
                    <a:pt x="291211" y="90770"/>
                    <a:pt x="281813" y="88230"/>
                    <a:pt x="273431" y="83531"/>
                  </a:cubicBezTo>
                  <a:lnTo>
                    <a:pt x="193675" y="37938"/>
                  </a:lnTo>
                  <a:cubicBezTo>
                    <a:pt x="190246" y="36033"/>
                    <a:pt x="186309" y="34890"/>
                    <a:pt x="182245" y="34890"/>
                  </a:cubicBezTo>
                  <a:lnTo>
                    <a:pt x="32385" y="34890"/>
                  </a:lnTo>
                  <a:cubicBezTo>
                    <a:pt x="25527" y="34890"/>
                    <a:pt x="18923" y="33620"/>
                    <a:pt x="12446" y="31207"/>
                  </a:cubicBezTo>
                  <a:lnTo>
                    <a:pt x="0" y="18634"/>
                  </a:lnTo>
                  <a:cubicBezTo>
                    <a:pt x="6477" y="1997"/>
                    <a:pt x="15875" y="-2194"/>
                    <a:pt x="24130" y="981"/>
                  </a:cubicBezTo>
                  <a:lnTo>
                    <a:pt x="29464" y="2505"/>
                  </a:lnTo>
                  <a:lnTo>
                    <a:pt x="182372" y="2505"/>
                  </a:lnTo>
                  <a:cubicBezTo>
                    <a:pt x="192024" y="2505"/>
                    <a:pt x="201549" y="5045"/>
                    <a:pt x="209804" y="9744"/>
                  </a:cubicBezTo>
                  <a:lnTo>
                    <a:pt x="289560" y="55337"/>
                  </a:lnTo>
                  <a:cubicBezTo>
                    <a:pt x="292989" y="57242"/>
                    <a:pt x="296926" y="58385"/>
                    <a:pt x="300863" y="58385"/>
                  </a:cubicBezTo>
                  <a:lnTo>
                    <a:pt x="476758" y="58385"/>
                  </a:lnTo>
                  <a:cubicBezTo>
                    <a:pt x="480314" y="58385"/>
                    <a:pt x="483870" y="57496"/>
                    <a:pt x="486918" y="55972"/>
                  </a:cubicBezTo>
                  <a:lnTo>
                    <a:pt x="526288" y="36287"/>
                  </a:lnTo>
                  <a:cubicBezTo>
                    <a:pt x="533908" y="32477"/>
                    <a:pt x="542417" y="30445"/>
                    <a:pt x="551053" y="30445"/>
                  </a:cubicBezTo>
                  <a:lnTo>
                    <a:pt x="604647" y="30445"/>
                  </a:lnTo>
                  <a:cubicBezTo>
                    <a:pt x="613664" y="30445"/>
                    <a:pt x="620903" y="37684"/>
                    <a:pt x="620903" y="46574"/>
                  </a:cubicBezTo>
                  <a:lnTo>
                    <a:pt x="613664" y="62830"/>
                  </a:lnTo>
                  <a:lnTo>
                    <a:pt x="551053" y="62830"/>
                  </a:lnTo>
                  <a:cubicBezTo>
                    <a:pt x="547497" y="62830"/>
                    <a:pt x="543941" y="63719"/>
                    <a:pt x="540893" y="65243"/>
                  </a:cubicBezTo>
                  <a:lnTo>
                    <a:pt x="501523" y="84928"/>
                  </a:lnTo>
                  <a:cubicBezTo>
                    <a:pt x="493903" y="88738"/>
                    <a:pt x="485394" y="90770"/>
                    <a:pt x="476758" y="907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26"/>
            <p:cNvSpPr/>
            <p:nvPr/>
          </p:nvSpPr>
          <p:spPr>
            <a:xfrm>
              <a:off x="378206" y="705739"/>
              <a:ext cx="120232" cy="139192"/>
            </a:xfrm>
            <a:custGeom>
              <a:rect b="b" l="l" r="r" t="t"/>
              <a:pathLst>
                <a:path extrusionOk="0" h="139192" w="120232">
                  <a:moveTo>
                    <a:pt x="89916" y="139192"/>
                  </a:moveTo>
                  <a:lnTo>
                    <a:pt x="78232" y="135890"/>
                  </a:lnTo>
                  <a:cubicBezTo>
                    <a:pt x="65532" y="110490"/>
                    <a:pt x="68326" y="86995"/>
                    <a:pt x="82423" y="70104"/>
                  </a:cubicBezTo>
                  <a:lnTo>
                    <a:pt x="89408" y="53975"/>
                  </a:lnTo>
                  <a:cubicBezTo>
                    <a:pt x="81661" y="37465"/>
                    <a:pt x="73914" y="32512"/>
                    <a:pt x="64770" y="32512"/>
                  </a:cubicBezTo>
                  <a:lnTo>
                    <a:pt x="16256" y="32512"/>
                  </a:lnTo>
                  <a:cubicBezTo>
                    <a:pt x="7239" y="32512"/>
                    <a:pt x="0" y="25273"/>
                    <a:pt x="0" y="16256"/>
                  </a:cubicBezTo>
                  <a:lnTo>
                    <a:pt x="7239" y="0"/>
                  </a:lnTo>
                  <a:lnTo>
                    <a:pt x="64897" y="0"/>
                  </a:lnTo>
                  <a:cubicBezTo>
                    <a:pt x="86614" y="0"/>
                    <a:pt x="105791" y="12192"/>
                    <a:pt x="114935" y="31877"/>
                  </a:cubicBezTo>
                  <a:cubicBezTo>
                    <a:pt x="124079" y="51562"/>
                    <a:pt x="121285" y="74041"/>
                    <a:pt x="107315" y="90805"/>
                  </a:cubicBezTo>
                  <a:lnTo>
                    <a:pt x="100457" y="107569"/>
                  </a:lnTo>
                  <a:cubicBezTo>
                    <a:pt x="108585" y="123698"/>
                    <a:pt x="105283" y="133477"/>
                    <a:pt x="97282" y="137414"/>
                  </a:cubicBezTo>
                  <a:lnTo>
                    <a:pt x="92456" y="13906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26"/>
            <p:cNvSpPr/>
            <p:nvPr/>
          </p:nvSpPr>
          <p:spPr>
            <a:xfrm>
              <a:off x="322072" y="705866"/>
              <a:ext cx="49657" cy="32385"/>
            </a:xfrm>
            <a:custGeom>
              <a:rect b="b" l="l" r="r" t="t"/>
              <a:pathLst>
                <a:path extrusionOk="0" h="32385" w="49657">
                  <a:moveTo>
                    <a:pt x="33401" y="32385"/>
                  </a:moveTo>
                  <a:lnTo>
                    <a:pt x="16256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33401" y="0"/>
                  </a:lnTo>
                  <a:cubicBezTo>
                    <a:pt x="42418" y="0"/>
                    <a:pt x="49657" y="7239"/>
                    <a:pt x="49657" y="16256"/>
                  </a:cubicBezTo>
                  <a:lnTo>
                    <a:pt x="42418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26"/>
            <p:cNvSpPr/>
            <p:nvPr/>
          </p:nvSpPr>
          <p:spPr>
            <a:xfrm>
              <a:off x="247178" y="717997"/>
              <a:ext cx="67401" cy="46670"/>
            </a:xfrm>
            <a:custGeom>
              <a:rect b="b" l="l" r="r" t="t"/>
              <a:pathLst>
                <a:path extrusionOk="0" h="46670" w="67401">
                  <a:moveTo>
                    <a:pt x="15204" y="46670"/>
                  </a:moveTo>
                  <a:lnTo>
                    <a:pt x="2631" y="42733"/>
                  </a:lnTo>
                  <a:cubicBezTo>
                    <a:pt x="-3084" y="27874"/>
                    <a:pt x="1107" y="18603"/>
                    <a:pt x="9489" y="15301"/>
                  </a:cubicBezTo>
                  <a:lnTo>
                    <a:pt x="46446" y="1077"/>
                  </a:lnTo>
                  <a:cubicBezTo>
                    <a:pt x="54828" y="-2098"/>
                    <a:pt x="64226" y="1966"/>
                    <a:pt x="67401" y="10348"/>
                  </a:cubicBezTo>
                  <a:lnTo>
                    <a:pt x="66385" y="28128"/>
                  </a:lnTo>
                  <a:lnTo>
                    <a:pt x="21046" y="45527"/>
                  </a:lnTo>
                  <a:cubicBezTo>
                    <a:pt x="19141" y="46289"/>
                    <a:pt x="17109" y="46670"/>
                    <a:pt x="15204" y="466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26"/>
            <p:cNvSpPr/>
            <p:nvPr/>
          </p:nvSpPr>
          <p:spPr>
            <a:xfrm>
              <a:off x="719420" y="632964"/>
              <a:ext cx="70253" cy="65409"/>
            </a:xfrm>
            <a:custGeom>
              <a:rect b="b" l="l" r="r" t="t"/>
              <a:pathLst>
                <a:path extrusionOk="0" h="65409" w="70253">
                  <a:moveTo>
                    <a:pt x="20609" y="65409"/>
                  </a:moveTo>
                  <a:lnTo>
                    <a:pt x="11084" y="63377"/>
                  </a:lnTo>
                  <a:cubicBezTo>
                    <a:pt x="2321" y="53852"/>
                    <a:pt x="-346" y="45978"/>
                    <a:pt x="35" y="37596"/>
                  </a:cubicBezTo>
                  <a:cubicBezTo>
                    <a:pt x="543" y="27690"/>
                    <a:pt x="5369" y="17911"/>
                    <a:pt x="13243" y="10672"/>
                  </a:cubicBezTo>
                  <a:cubicBezTo>
                    <a:pt x="20101" y="4449"/>
                    <a:pt x="28483" y="766"/>
                    <a:pt x="36992" y="131"/>
                  </a:cubicBezTo>
                  <a:cubicBezTo>
                    <a:pt x="46898" y="-758"/>
                    <a:pt x="56169" y="2925"/>
                    <a:pt x="62519" y="9783"/>
                  </a:cubicBezTo>
                  <a:cubicBezTo>
                    <a:pt x="71409" y="19562"/>
                    <a:pt x="72806" y="34294"/>
                    <a:pt x="65821" y="47375"/>
                  </a:cubicBezTo>
                  <a:lnTo>
                    <a:pt x="51851" y="58297"/>
                  </a:lnTo>
                  <a:cubicBezTo>
                    <a:pt x="36484" y="50169"/>
                    <a:pt x="33309" y="41025"/>
                    <a:pt x="36611" y="33405"/>
                  </a:cubicBezTo>
                  <a:lnTo>
                    <a:pt x="35595" y="34167"/>
                  </a:lnTo>
                  <a:lnTo>
                    <a:pt x="32420" y="38866"/>
                  </a:lnTo>
                  <a:cubicBezTo>
                    <a:pt x="38516" y="45851"/>
                    <a:pt x="37627" y="55376"/>
                    <a:pt x="31023" y="61472"/>
                  </a:cubicBezTo>
                  <a:lnTo>
                    <a:pt x="24419" y="6540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26"/>
            <p:cNvSpPr/>
            <p:nvPr/>
          </p:nvSpPr>
          <p:spPr>
            <a:xfrm>
              <a:off x="580547" y="726757"/>
              <a:ext cx="87425" cy="82106"/>
            </a:xfrm>
            <a:custGeom>
              <a:rect b="b" l="l" r="r" t="t"/>
              <a:pathLst>
                <a:path extrusionOk="0" h="82106" w="87425">
                  <a:moveTo>
                    <a:pt x="30069" y="54801"/>
                  </a:moveTo>
                  <a:lnTo>
                    <a:pt x="30069" y="54801"/>
                  </a:lnTo>
                  <a:lnTo>
                    <a:pt x="30069" y="54801"/>
                  </a:lnTo>
                  <a:moveTo>
                    <a:pt x="18131" y="81852"/>
                  </a:moveTo>
                  <a:lnTo>
                    <a:pt x="9368" y="80074"/>
                  </a:lnTo>
                  <a:cubicBezTo>
                    <a:pt x="-7015" y="62040"/>
                    <a:pt x="-1046" y="37148"/>
                    <a:pt x="20544" y="17590"/>
                  </a:cubicBezTo>
                  <a:lnTo>
                    <a:pt x="48611" y="1461"/>
                  </a:lnTo>
                  <a:cubicBezTo>
                    <a:pt x="61438" y="-1968"/>
                    <a:pt x="73122" y="699"/>
                    <a:pt x="80488" y="8827"/>
                  </a:cubicBezTo>
                  <a:cubicBezTo>
                    <a:pt x="90521" y="19876"/>
                    <a:pt x="89632" y="37275"/>
                    <a:pt x="78075" y="54293"/>
                  </a:cubicBezTo>
                  <a:lnTo>
                    <a:pt x="62962" y="63564"/>
                  </a:lnTo>
                  <a:cubicBezTo>
                    <a:pt x="48230" y="53531"/>
                    <a:pt x="46325" y="43498"/>
                    <a:pt x="51278" y="36005"/>
                  </a:cubicBezTo>
                  <a:lnTo>
                    <a:pt x="51913" y="35116"/>
                  </a:lnTo>
                  <a:lnTo>
                    <a:pt x="45944" y="38291"/>
                  </a:lnTo>
                  <a:cubicBezTo>
                    <a:pt x="35149" y="48197"/>
                    <a:pt x="32355" y="54420"/>
                    <a:pt x="31720" y="57087"/>
                  </a:cubicBezTo>
                  <a:lnTo>
                    <a:pt x="34895" y="72454"/>
                  </a:lnTo>
                  <a:cubicBezTo>
                    <a:pt x="25878" y="80709"/>
                    <a:pt x="21941" y="82106"/>
                    <a:pt x="18131" y="821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26"/>
            <p:cNvSpPr/>
            <p:nvPr/>
          </p:nvSpPr>
          <p:spPr>
            <a:xfrm>
              <a:off x="584327" y="177351"/>
              <a:ext cx="66294" cy="45407"/>
            </a:xfrm>
            <a:custGeom>
              <a:rect b="b" l="l" r="r" t="t"/>
              <a:pathLst>
                <a:path extrusionOk="0" h="45407" w="66294">
                  <a:moveTo>
                    <a:pt x="49657" y="45280"/>
                  </a:moveTo>
                  <a:lnTo>
                    <a:pt x="39751" y="42994"/>
                  </a:lnTo>
                  <a:cubicBezTo>
                    <a:pt x="32258" y="32834"/>
                    <a:pt x="26543" y="31564"/>
                    <a:pt x="25019" y="32580"/>
                  </a:cubicBezTo>
                  <a:lnTo>
                    <a:pt x="7620" y="36390"/>
                  </a:lnTo>
                  <a:cubicBezTo>
                    <a:pt x="-3048" y="22039"/>
                    <a:pt x="-1397" y="11879"/>
                    <a:pt x="5715" y="6545"/>
                  </a:cubicBezTo>
                  <a:cubicBezTo>
                    <a:pt x="22606" y="-5901"/>
                    <a:pt x="48133" y="-59"/>
                    <a:pt x="62484" y="19499"/>
                  </a:cubicBezTo>
                  <a:lnTo>
                    <a:pt x="66294" y="36898"/>
                  </a:lnTo>
                  <a:cubicBezTo>
                    <a:pt x="56261" y="44264"/>
                    <a:pt x="52832" y="45407"/>
                    <a:pt x="49530" y="4540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26"/>
            <p:cNvSpPr/>
            <p:nvPr/>
          </p:nvSpPr>
          <p:spPr>
            <a:xfrm>
              <a:off x="175133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26"/>
            <p:cNvSpPr/>
            <p:nvPr/>
          </p:nvSpPr>
          <p:spPr>
            <a:xfrm>
              <a:off x="175133" y="316230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26"/>
            <p:cNvSpPr/>
            <p:nvPr/>
          </p:nvSpPr>
          <p:spPr>
            <a:xfrm>
              <a:off x="538226" y="372110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26"/>
            <p:cNvSpPr/>
            <p:nvPr/>
          </p:nvSpPr>
          <p:spPr>
            <a:xfrm>
              <a:off x="538226" y="204597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26"/>
            <p:cNvSpPr/>
            <p:nvPr/>
          </p:nvSpPr>
          <p:spPr>
            <a:xfrm>
              <a:off x="566166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26"/>
            <p:cNvSpPr/>
            <p:nvPr/>
          </p:nvSpPr>
          <p:spPr>
            <a:xfrm>
              <a:off x="370586" y="790956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26"/>
            <p:cNvSpPr/>
            <p:nvPr/>
          </p:nvSpPr>
          <p:spPr>
            <a:xfrm>
              <a:off x="398526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26"/>
            <p:cNvSpPr/>
            <p:nvPr/>
          </p:nvSpPr>
          <p:spPr>
            <a:xfrm>
              <a:off x="258953" y="59550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26"/>
            <p:cNvSpPr/>
            <p:nvPr/>
          </p:nvSpPr>
          <p:spPr>
            <a:xfrm>
              <a:off x="337820" y="254635"/>
              <a:ext cx="72771" cy="71882"/>
            </a:xfrm>
            <a:custGeom>
              <a:rect b="b" l="l" r="r" t="t"/>
              <a:pathLst>
                <a:path extrusionOk="0" h="71882" w="72771">
                  <a:moveTo>
                    <a:pt x="17653" y="71882"/>
                  </a:moveTo>
                  <a:lnTo>
                    <a:pt x="15621" y="71755"/>
                  </a:lnTo>
                  <a:lnTo>
                    <a:pt x="0" y="61341"/>
                  </a:lnTo>
                  <a:cubicBezTo>
                    <a:pt x="5969" y="30734"/>
                    <a:pt x="25781" y="0"/>
                    <a:pt x="56515" y="0"/>
                  </a:cubicBezTo>
                  <a:lnTo>
                    <a:pt x="72771" y="7239"/>
                  </a:lnTo>
                  <a:cubicBezTo>
                    <a:pt x="72771" y="25146"/>
                    <a:pt x="65532" y="32385"/>
                    <a:pt x="56515" y="32385"/>
                  </a:cubicBezTo>
                  <a:cubicBezTo>
                    <a:pt x="45720" y="32385"/>
                    <a:pt x="35560" y="48260"/>
                    <a:pt x="33528" y="58674"/>
                  </a:cubicBezTo>
                  <a:lnTo>
                    <a:pt x="25273" y="7175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26"/>
            <p:cNvSpPr/>
            <p:nvPr/>
          </p:nvSpPr>
          <p:spPr>
            <a:xfrm>
              <a:off x="406940" y="77309"/>
              <a:ext cx="195675" cy="104428"/>
            </a:xfrm>
            <a:custGeom>
              <a:rect b="b" l="l" r="r" t="t"/>
              <a:pathLst>
                <a:path extrusionOk="0" h="104428" w="195675">
                  <a:moveTo>
                    <a:pt x="15208" y="104428"/>
                  </a:moveTo>
                  <a:lnTo>
                    <a:pt x="2127" y="100110"/>
                  </a:lnTo>
                  <a:cubicBezTo>
                    <a:pt x="-2953" y="84870"/>
                    <a:pt x="1619" y="75726"/>
                    <a:pt x="10001" y="72805"/>
                  </a:cubicBezTo>
                  <a:lnTo>
                    <a:pt x="49117" y="57565"/>
                  </a:lnTo>
                  <a:lnTo>
                    <a:pt x="174339" y="1431"/>
                  </a:lnTo>
                  <a:cubicBezTo>
                    <a:pt x="182467" y="-2252"/>
                    <a:pt x="192119" y="1431"/>
                    <a:pt x="195675" y="9559"/>
                  </a:cubicBezTo>
                  <a:lnTo>
                    <a:pt x="195675" y="27339"/>
                  </a:lnTo>
                  <a:lnTo>
                    <a:pt x="62452" y="87029"/>
                  </a:lnTo>
                  <a:cubicBezTo>
                    <a:pt x="48736" y="93125"/>
                    <a:pt x="34512" y="98713"/>
                    <a:pt x="20288" y="103539"/>
                  </a:cubicBezTo>
                  <a:lnTo>
                    <a:pt x="16859" y="10442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26"/>
            <p:cNvSpPr/>
            <p:nvPr/>
          </p:nvSpPr>
          <p:spPr>
            <a:xfrm>
              <a:off x="331397" y="164918"/>
              <a:ext cx="51127" cy="35107"/>
            </a:xfrm>
            <a:custGeom>
              <a:rect b="b" l="l" r="r" t="t"/>
              <a:pathLst>
                <a:path extrusionOk="0" h="35107" w="51127">
                  <a:moveTo>
                    <a:pt x="15313" y="34980"/>
                  </a:moveTo>
                  <a:lnTo>
                    <a:pt x="581" y="29265"/>
                  </a:lnTo>
                  <a:cubicBezTo>
                    <a:pt x="-1959" y="12374"/>
                    <a:pt x="4137" y="4119"/>
                    <a:pt x="12900" y="2849"/>
                  </a:cubicBezTo>
                  <a:lnTo>
                    <a:pt x="25727" y="817"/>
                  </a:lnTo>
                  <a:cubicBezTo>
                    <a:pt x="40840" y="-2231"/>
                    <a:pt x="49476" y="3611"/>
                    <a:pt x="51127" y="12374"/>
                  </a:cubicBezTo>
                  <a:lnTo>
                    <a:pt x="47063" y="29646"/>
                  </a:lnTo>
                  <a:cubicBezTo>
                    <a:pt x="31442" y="32694"/>
                    <a:pt x="24584" y="33837"/>
                    <a:pt x="17726" y="34853"/>
                  </a:cubicBezTo>
                  <a:lnTo>
                    <a:pt x="16075" y="35107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26"/>
            <p:cNvSpPr/>
            <p:nvPr/>
          </p:nvSpPr>
          <p:spPr>
            <a:xfrm>
              <a:off x="264287" y="174137"/>
              <a:ext cx="43688" cy="34016"/>
            </a:xfrm>
            <a:custGeom>
              <a:rect b="b" l="l" r="r" t="t"/>
              <a:pathLst>
                <a:path extrusionOk="0" h="34016" w="43688">
                  <a:moveTo>
                    <a:pt x="15494" y="34016"/>
                  </a:moveTo>
                  <a:lnTo>
                    <a:pt x="381" y="27920"/>
                  </a:lnTo>
                  <a:cubicBezTo>
                    <a:pt x="-1651" y="10775"/>
                    <a:pt x="4699" y="2774"/>
                    <a:pt x="13589" y="1631"/>
                  </a:cubicBezTo>
                  <a:lnTo>
                    <a:pt x="25654" y="107"/>
                  </a:lnTo>
                  <a:cubicBezTo>
                    <a:pt x="34544" y="-909"/>
                    <a:pt x="42545" y="5441"/>
                    <a:pt x="43688" y="14331"/>
                  </a:cubicBezTo>
                  <a:lnTo>
                    <a:pt x="38354" y="31222"/>
                  </a:lnTo>
                  <a:lnTo>
                    <a:pt x="17399" y="33762"/>
                  </a:lnTo>
                  <a:lnTo>
                    <a:pt x="16129" y="3388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26"/>
            <p:cNvSpPr/>
            <p:nvPr/>
          </p:nvSpPr>
          <p:spPr>
            <a:xfrm>
              <a:off x="63500" y="63500"/>
              <a:ext cx="746506" cy="842391"/>
            </a:xfrm>
            <a:custGeom>
              <a:rect b="b" l="l" r="r" t="t"/>
              <a:pathLst>
                <a:path extrusionOk="0" h="842391" w="746506">
                  <a:moveTo>
                    <a:pt x="421132" y="842264"/>
                  </a:moveTo>
                  <a:cubicBezTo>
                    <a:pt x="188976" y="842264"/>
                    <a:pt x="0" y="653415"/>
                    <a:pt x="0" y="421132"/>
                  </a:cubicBezTo>
                  <a:cubicBezTo>
                    <a:pt x="0" y="188849"/>
                    <a:pt x="188976" y="0"/>
                    <a:pt x="421132" y="0"/>
                  </a:cubicBezTo>
                  <a:cubicBezTo>
                    <a:pt x="544449" y="0"/>
                    <a:pt x="661162" y="53975"/>
                    <a:pt x="741553" y="148082"/>
                  </a:cubicBezTo>
                  <a:lnTo>
                    <a:pt x="746506" y="165100"/>
                  </a:lnTo>
                  <a:cubicBezTo>
                    <a:pt x="732917" y="176657"/>
                    <a:pt x="722630" y="175895"/>
                    <a:pt x="716915" y="169164"/>
                  </a:cubicBezTo>
                  <a:cubicBezTo>
                    <a:pt x="642747" y="82169"/>
                    <a:pt x="534924" y="32385"/>
                    <a:pt x="421132" y="32385"/>
                  </a:cubicBezTo>
                  <a:cubicBezTo>
                    <a:pt x="206756" y="32385"/>
                    <a:pt x="32385" y="206756"/>
                    <a:pt x="32385" y="421132"/>
                  </a:cubicBezTo>
                  <a:cubicBezTo>
                    <a:pt x="32385" y="635508"/>
                    <a:pt x="206756" y="809879"/>
                    <a:pt x="421132" y="809879"/>
                  </a:cubicBezTo>
                  <a:cubicBezTo>
                    <a:pt x="531749" y="809879"/>
                    <a:pt x="637540" y="762381"/>
                    <a:pt x="711327" y="679577"/>
                  </a:cubicBezTo>
                  <a:lnTo>
                    <a:pt x="727583" y="672338"/>
                  </a:lnTo>
                  <a:cubicBezTo>
                    <a:pt x="740918" y="684276"/>
                    <a:pt x="741553" y="694436"/>
                    <a:pt x="735584" y="701167"/>
                  </a:cubicBezTo>
                  <a:cubicBezTo>
                    <a:pt x="655574" y="790956"/>
                    <a:pt x="541020" y="842391"/>
                    <a:pt x="421259" y="84239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26"/>
            <p:cNvSpPr/>
            <p:nvPr/>
          </p:nvSpPr>
          <p:spPr>
            <a:xfrm>
              <a:off x="792480" y="63500"/>
              <a:ext cx="259207" cy="971804"/>
            </a:xfrm>
            <a:custGeom>
              <a:rect b="b" l="l" r="r" t="t"/>
              <a:pathLst>
                <a:path extrusionOk="0" h="971804" w="259207">
                  <a:moveTo>
                    <a:pt x="129540" y="32385"/>
                  </a:moveTo>
                  <a:cubicBezTo>
                    <a:pt x="102743" y="32385"/>
                    <a:pt x="80899" y="54229"/>
                    <a:pt x="80899" y="81026"/>
                  </a:cubicBezTo>
                  <a:lnTo>
                    <a:pt x="80899" y="749300"/>
                  </a:lnTo>
                  <a:cubicBezTo>
                    <a:pt x="80899" y="754507"/>
                    <a:pt x="78359" y="759460"/>
                    <a:pt x="74041" y="762508"/>
                  </a:cubicBezTo>
                  <a:cubicBezTo>
                    <a:pt x="47498" y="781177"/>
                    <a:pt x="32385" y="810260"/>
                    <a:pt x="32385" y="842264"/>
                  </a:cubicBezTo>
                  <a:cubicBezTo>
                    <a:pt x="32385" y="895858"/>
                    <a:pt x="75946" y="939419"/>
                    <a:pt x="129540" y="939419"/>
                  </a:cubicBezTo>
                  <a:cubicBezTo>
                    <a:pt x="183134" y="939419"/>
                    <a:pt x="226695" y="895858"/>
                    <a:pt x="226695" y="842264"/>
                  </a:cubicBezTo>
                  <a:cubicBezTo>
                    <a:pt x="226695" y="810260"/>
                    <a:pt x="211455" y="781177"/>
                    <a:pt x="185039" y="762508"/>
                  </a:cubicBezTo>
                  <a:lnTo>
                    <a:pt x="178181" y="754507"/>
                  </a:lnTo>
                  <a:lnTo>
                    <a:pt x="178181" y="81026"/>
                  </a:lnTo>
                  <a:cubicBezTo>
                    <a:pt x="178181" y="54229"/>
                    <a:pt x="156337" y="32385"/>
                    <a:pt x="129540" y="32385"/>
                  </a:cubicBezTo>
                  <a:moveTo>
                    <a:pt x="129540" y="971804"/>
                  </a:moveTo>
                  <a:cubicBezTo>
                    <a:pt x="58039" y="971804"/>
                    <a:pt x="0" y="913638"/>
                    <a:pt x="0" y="842264"/>
                  </a:cubicBezTo>
                  <a:cubicBezTo>
                    <a:pt x="0" y="802386"/>
                    <a:pt x="17653" y="766064"/>
                    <a:pt x="48641" y="741172"/>
                  </a:cubicBezTo>
                  <a:lnTo>
                    <a:pt x="48641" y="81026"/>
                  </a:lnTo>
                  <a:cubicBezTo>
                    <a:pt x="48514" y="36322"/>
                    <a:pt x="84836" y="0"/>
                    <a:pt x="129540" y="0"/>
                  </a:cubicBezTo>
                  <a:cubicBezTo>
                    <a:pt x="174244" y="0"/>
                    <a:pt x="210566" y="36322"/>
                    <a:pt x="210566" y="81026"/>
                  </a:cubicBezTo>
                  <a:lnTo>
                    <a:pt x="210566" y="741172"/>
                  </a:lnTo>
                  <a:cubicBezTo>
                    <a:pt x="241554" y="766064"/>
                    <a:pt x="259207" y="802386"/>
                    <a:pt x="259207" y="842264"/>
                  </a:cubicBezTo>
                  <a:cubicBezTo>
                    <a:pt x="259207" y="913765"/>
                    <a:pt x="201041" y="971804"/>
                    <a:pt x="129667" y="97180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26"/>
            <p:cNvSpPr/>
            <p:nvPr/>
          </p:nvSpPr>
          <p:spPr>
            <a:xfrm>
              <a:off x="938276" y="355092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26"/>
            <p:cNvSpPr/>
            <p:nvPr/>
          </p:nvSpPr>
          <p:spPr>
            <a:xfrm>
              <a:off x="938276" y="257937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26"/>
            <p:cNvSpPr/>
            <p:nvPr/>
          </p:nvSpPr>
          <p:spPr>
            <a:xfrm>
              <a:off x="938276" y="549402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26"/>
            <p:cNvSpPr/>
            <p:nvPr/>
          </p:nvSpPr>
          <p:spPr>
            <a:xfrm>
              <a:off x="938276" y="452247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26"/>
            <p:cNvSpPr/>
            <p:nvPr/>
          </p:nvSpPr>
          <p:spPr>
            <a:xfrm>
              <a:off x="938276" y="743839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26"/>
            <p:cNvSpPr/>
            <p:nvPr/>
          </p:nvSpPr>
          <p:spPr>
            <a:xfrm>
              <a:off x="938276" y="646684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17" name="Google Shape;1717;p26"/>
          <p:cNvSpPr/>
          <p:nvPr/>
        </p:nvSpPr>
        <p:spPr>
          <a:xfrm>
            <a:off x="233877" y="502191"/>
            <a:ext cx="608364" cy="610534"/>
          </a:xfrm>
          <a:custGeom>
            <a:rect b="b" l="l" r="r" t="t"/>
            <a:pathLst>
              <a:path extrusionOk="0" h="939283" w="935944">
                <a:moveTo>
                  <a:pt x="594308" y="304156"/>
                </a:moveTo>
                <a:cubicBezTo>
                  <a:pt x="562304" y="328794"/>
                  <a:pt x="536650" y="358512"/>
                  <a:pt x="515060" y="395850"/>
                </a:cubicBezTo>
                <a:lnTo>
                  <a:pt x="522934" y="395596"/>
                </a:lnTo>
                <a:cubicBezTo>
                  <a:pt x="536523" y="387976"/>
                  <a:pt x="547953" y="381118"/>
                  <a:pt x="559256" y="374387"/>
                </a:cubicBezTo>
                <a:lnTo>
                  <a:pt x="562177" y="372355"/>
                </a:lnTo>
                <a:cubicBezTo>
                  <a:pt x="576147" y="350003"/>
                  <a:pt x="587069" y="328032"/>
                  <a:pt x="594308" y="304156"/>
                </a:cubicBezTo>
                <a:moveTo>
                  <a:pt x="385774" y="620259"/>
                </a:moveTo>
                <a:cubicBezTo>
                  <a:pt x="338784" y="635118"/>
                  <a:pt x="293826" y="676901"/>
                  <a:pt x="284682" y="713477"/>
                </a:cubicBezTo>
                <a:cubicBezTo>
                  <a:pt x="324560" y="689474"/>
                  <a:pt x="357834" y="659121"/>
                  <a:pt x="385774" y="620259"/>
                </a:cubicBezTo>
                <a:moveTo>
                  <a:pt x="626312" y="347209"/>
                </a:moveTo>
                <a:cubicBezTo>
                  <a:pt x="636218" y="344034"/>
                  <a:pt x="646632" y="342891"/>
                  <a:pt x="655522" y="335017"/>
                </a:cubicBezTo>
                <a:cubicBezTo>
                  <a:pt x="675715" y="317110"/>
                  <a:pt x="694257" y="297806"/>
                  <a:pt x="709243" y="275454"/>
                </a:cubicBezTo>
                <a:lnTo>
                  <a:pt x="730452" y="240910"/>
                </a:lnTo>
                <a:cubicBezTo>
                  <a:pt x="729690" y="239894"/>
                  <a:pt x="728928" y="238878"/>
                  <a:pt x="728166" y="237862"/>
                </a:cubicBezTo>
                <a:lnTo>
                  <a:pt x="664031" y="260341"/>
                </a:lnTo>
                <a:cubicBezTo>
                  <a:pt x="654379" y="263643"/>
                  <a:pt x="649934" y="269485"/>
                  <a:pt x="647394" y="279518"/>
                </a:cubicBezTo>
                <a:lnTo>
                  <a:pt x="626312" y="347209"/>
                </a:lnTo>
                <a:moveTo>
                  <a:pt x="325322" y="574666"/>
                </a:moveTo>
                <a:lnTo>
                  <a:pt x="243661" y="575428"/>
                </a:lnTo>
                <a:cubicBezTo>
                  <a:pt x="176605" y="571745"/>
                  <a:pt x="155142" y="570094"/>
                  <a:pt x="98627" y="534026"/>
                </a:cubicBezTo>
                <a:cubicBezTo>
                  <a:pt x="87451" y="526914"/>
                  <a:pt x="84530" y="514341"/>
                  <a:pt x="91007" y="503927"/>
                </a:cubicBezTo>
                <a:cubicBezTo>
                  <a:pt x="97611" y="493386"/>
                  <a:pt x="110311" y="490465"/>
                  <a:pt x="121995" y="497831"/>
                </a:cubicBezTo>
                <a:cubicBezTo>
                  <a:pt x="161238" y="522469"/>
                  <a:pt x="163397" y="519929"/>
                  <a:pt x="209117" y="528057"/>
                </a:cubicBezTo>
                <a:cubicBezTo>
                  <a:pt x="251916" y="535677"/>
                  <a:pt x="294715" y="535042"/>
                  <a:pt x="337387" y="526787"/>
                </a:cubicBezTo>
                <a:lnTo>
                  <a:pt x="340562" y="525771"/>
                </a:lnTo>
                <a:lnTo>
                  <a:pt x="340308" y="518786"/>
                </a:lnTo>
                <a:cubicBezTo>
                  <a:pt x="285444" y="459985"/>
                  <a:pt x="221055" y="423790"/>
                  <a:pt x="144855" y="409820"/>
                </a:cubicBezTo>
                <a:cubicBezTo>
                  <a:pt x="122249" y="405756"/>
                  <a:pt x="45668" y="401819"/>
                  <a:pt x="22681" y="400168"/>
                </a:cubicBezTo>
                <a:lnTo>
                  <a:pt x="5790" y="396485"/>
                </a:lnTo>
                <a:cubicBezTo>
                  <a:pt x="-1957" y="379975"/>
                  <a:pt x="-1195" y="372482"/>
                  <a:pt x="3758" y="365624"/>
                </a:cubicBezTo>
                <a:lnTo>
                  <a:pt x="15569" y="356988"/>
                </a:lnTo>
                <a:cubicBezTo>
                  <a:pt x="86943" y="356353"/>
                  <a:pt x="200354" y="373879"/>
                  <a:pt x="257123" y="402200"/>
                </a:cubicBezTo>
                <a:cubicBezTo>
                  <a:pt x="286968" y="417059"/>
                  <a:pt x="314400" y="435474"/>
                  <a:pt x="339546" y="457445"/>
                </a:cubicBezTo>
                <a:lnTo>
                  <a:pt x="343483" y="460493"/>
                </a:lnTo>
                <a:lnTo>
                  <a:pt x="353135" y="448936"/>
                </a:lnTo>
                <a:cubicBezTo>
                  <a:pt x="331037" y="426203"/>
                  <a:pt x="318083" y="415408"/>
                  <a:pt x="302335" y="407153"/>
                </a:cubicBezTo>
                <a:lnTo>
                  <a:pt x="253440" y="376165"/>
                </a:lnTo>
                <a:cubicBezTo>
                  <a:pt x="234263" y="366513"/>
                  <a:pt x="214070" y="357750"/>
                  <a:pt x="193369" y="353051"/>
                </a:cubicBezTo>
                <a:lnTo>
                  <a:pt x="115518" y="343399"/>
                </a:lnTo>
                <a:cubicBezTo>
                  <a:pt x="101421" y="342002"/>
                  <a:pt x="92150" y="335525"/>
                  <a:pt x="91134" y="323714"/>
                </a:cubicBezTo>
                <a:cubicBezTo>
                  <a:pt x="89864" y="310633"/>
                  <a:pt x="99008" y="299584"/>
                  <a:pt x="112724" y="300219"/>
                </a:cubicBezTo>
                <a:lnTo>
                  <a:pt x="176478" y="304791"/>
                </a:lnTo>
                <a:cubicBezTo>
                  <a:pt x="179018" y="304918"/>
                  <a:pt x="181558" y="305426"/>
                  <a:pt x="185495" y="305807"/>
                </a:cubicBezTo>
                <a:lnTo>
                  <a:pt x="183082" y="301235"/>
                </a:lnTo>
                <a:cubicBezTo>
                  <a:pt x="171144" y="279264"/>
                  <a:pt x="136219" y="207890"/>
                  <a:pt x="125932" y="187316"/>
                </a:cubicBezTo>
                <a:cubicBezTo>
                  <a:pt x="118566" y="172457"/>
                  <a:pt x="123011" y="159630"/>
                  <a:pt x="135584" y="154550"/>
                </a:cubicBezTo>
                <a:cubicBezTo>
                  <a:pt x="147903" y="149597"/>
                  <a:pt x="159079" y="155312"/>
                  <a:pt x="165429" y="170171"/>
                </a:cubicBezTo>
                <a:cubicBezTo>
                  <a:pt x="178383" y="200397"/>
                  <a:pt x="218769" y="279391"/>
                  <a:pt x="240613" y="304029"/>
                </a:cubicBezTo>
                <a:cubicBezTo>
                  <a:pt x="254837" y="320031"/>
                  <a:pt x="269950" y="334509"/>
                  <a:pt x="289762" y="344161"/>
                </a:cubicBezTo>
                <a:lnTo>
                  <a:pt x="331164" y="370704"/>
                </a:lnTo>
                <a:cubicBezTo>
                  <a:pt x="350468" y="385436"/>
                  <a:pt x="373074" y="390897"/>
                  <a:pt x="395680" y="396358"/>
                </a:cubicBezTo>
                <a:lnTo>
                  <a:pt x="406983" y="391786"/>
                </a:lnTo>
                <a:cubicBezTo>
                  <a:pt x="420445" y="388230"/>
                  <a:pt x="421715" y="383277"/>
                  <a:pt x="422985" y="376546"/>
                </a:cubicBezTo>
                <a:cubicBezTo>
                  <a:pt x="425271" y="364608"/>
                  <a:pt x="423620" y="353813"/>
                  <a:pt x="420064" y="342129"/>
                </a:cubicBezTo>
                <a:lnTo>
                  <a:pt x="401522" y="266818"/>
                </a:lnTo>
                <a:cubicBezTo>
                  <a:pt x="400633" y="263008"/>
                  <a:pt x="399490" y="258944"/>
                  <a:pt x="397458" y="255642"/>
                </a:cubicBezTo>
                <a:cubicBezTo>
                  <a:pt x="373709" y="217034"/>
                  <a:pt x="343229" y="184649"/>
                  <a:pt x="306526" y="158233"/>
                </a:cubicBezTo>
                <a:lnTo>
                  <a:pt x="297509" y="150740"/>
                </a:lnTo>
                <a:cubicBezTo>
                  <a:pt x="290143" y="137659"/>
                  <a:pt x="293064" y="127118"/>
                  <a:pt x="300430" y="120895"/>
                </a:cubicBezTo>
                <a:cubicBezTo>
                  <a:pt x="307796" y="114672"/>
                  <a:pt x="318591" y="113402"/>
                  <a:pt x="326846" y="120006"/>
                </a:cubicBezTo>
                <a:lnTo>
                  <a:pt x="387298" y="171568"/>
                </a:lnTo>
                <a:cubicBezTo>
                  <a:pt x="391997" y="175632"/>
                  <a:pt x="395934" y="180712"/>
                  <a:pt x="400887" y="186173"/>
                </a:cubicBezTo>
                <a:lnTo>
                  <a:pt x="408380" y="148200"/>
                </a:lnTo>
                <a:cubicBezTo>
                  <a:pt x="412317" y="133214"/>
                  <a:pt x="446099" y="30217"/>
                  <a:pt x="451306" y="15612"/>
                </a:cubicBezTo>
                <a:cubicBezTo>
                  <a:pt x="455751" y="2658"/>
                  <a:pt x="467562" y="-2803"/>
                  <a:pt x="479373" y="1388"/>
                </a:cubicBezTo>
                <a:cubicBezTo>
                  <a:pt x="490930" y="5579"/>
                  <a:pt x="496264" y="17644"/>
                  <a:pt x="491438" y="30725"/>
                </a:cubicBezTo>
                <a:cubicBezTo>
                  <a:pt x="478484" y="66285"/>
                  <a:pt x="442543" y="190872"/>
                  <a:pt x="442416" y="228845"/>
                </a:cubicBezTo>
                <a:cubicBezTo>
                  <a:pt x="442289" y="243069"/>
                  <a:pt x="445337" y="255515"/>
                  <a:pt x="454354" y="267580"/>
                </a:cubicBezTo>
                <a:lnTo>
                  <a:pt x="457148" y="262119"/>
                </a:lnTo>
                <a:cubicBezTo>
                  <a:pt x="486104" y="203064"/>
                  <a:pt x="491565" y="184903"/>
                  <a:pt x="541730" y="147057"/>
                </a:cubicBezTo>
                <a:lnTo>
                  <a:pt x="557224" y="139437"/>
                </a:lnTo>
                <a:cubicBezTo>
                  <a:pt x="573480" y="147057"/>
                  <a:pt x="577544" y="153153"/>
                  <a:pt x="578179" y="161154"/>
                </a:cubicBezTo>
                <a:lnTo>
                  <a:pt x="574242" y="176902"/>
                </a:lnTo>
                <a:cubicBezTo>
                  <a:pt x="534364" y="206747"/>
                  <a:pt x="540587" y="207255"/>
                  <a:pt x="518362" y="241418"/>
                </a:cubicBezTo>
                <a:cubicBezTo>
                  <a:pt x="502741" y="265421"/>
                  <a:pt x="490422" y="291075"/>
                  <a:pt x="480770" y="318126"/>
                </a:cubicBezTo>
                <a:lnTo>
                  <a:pt x="477214" y="334128"/>
                </a:lnTo>
                <a:cubicBezTo>
                  <a:pt x="481786" y="348352"/>
                  <a:pt x="482802" y="354448"/>
                  <a:pt x="484326" y="361052"/>
                </a:cubicBezTo>
                <a:lnTo>
                  <a:pt x="514679" y="321047"/>
                </a:lnTo>
                <a:cubicBezTo>
                  <a:pt x="540333" y="289805"/>
                  <a:pt x="570686" y="263643"/>
                  <a:pt x="605357" y="242815"/>
                </a:cubicBezTo>
                <a:lnTo>
                  <a:pt x="613104" y="236719"/>
                </a:lnTo>
                <a:cubicBezTo>
                  <a:pt x="613485" y="207128"/>
                  <a:pt x="614247" y="139564"/>
                  <a:pt x="614882" y="116069"/>
                </a:cubicBezTo>
                <a:lnTo>
                  <a:pt x="614501" y="111497"/>
                </a:lnTo>
                <a:cubicBezTo>
                  <a:pt x="614120" y="95622"/>
                  <a:pt x="622756" y="85716"/>
                  <a:pt x="635075" y="85208"/>
                </a:cubicBezTo>
                <a:cubicBezTo>
                  <a:pt x="647013" y="84700"/>
                  <a:pt x="656919" y="93590"/>
                  <a:pt x="657554" y="106671"/>
                </a:cubicBezTo>
                <a:cubicBezTo>
                  <a:pt x="658316" y="126483"/>
                  <a:pt x="658316" y="190237"/>
                  <a:pt x="658570" y="210176"/>
                </a:cubicBezTo>
                <a:lnTo>
                  <a:pt x="658570" y="212970"/>
                </a:lnTo>
                <a:lnTo>
                  <a:pt x="666952" y="212462"/>
                </a:lnTo>
                <a:cubicBezTo>
                  <a:pt x="687780" y="206366"/>
                  <a:pt x="704544" y="201159"/>
                  <a:pt x="721689" y="196968"/>
                </a:cubicBezTo>
                <a:cubicBezTo>
                  <a:pt x="743406" y="191761"/>
                  <a:pt x="755725" y="204842"/>
                  <a:pt x="750391" y="227194"/>
                </a:cubicBezTo>
                <a:lnTo>
                  <a:pt x="754201" y="228210"/>
                </a:lnTo>
                <a:cubicBezTo>
                  <a:pt x="770330" y="233544"/>
                  <a:pt x="776553" y="247133"/>
                  <a:pt x="768679" y="260595"/>
                </a:cubicBezTo>
                <a:lnTo>
                  <a:pt x="730452" y="320158"/>
                </a:lnTo>
                <a:cubicBezTo>
                  <a:pt x="728166" y="323714"/>
                  <a:pt x="725118" y="326889"/>
                  <a:pt x="721308" y="331461"/>
                </a:cubicBezTo>
                <a:lnTo>
                  <a:pt x="727912" y="331842"/>
                </a:lnTo>
                <a:cubicBezTo>
                  <a:pt x="760043" y="331969"/>
                  <a:pt x="757757" y="329810"/>
                  <a:pt x="786586" y="336668"/>
                </a:cubicBezTo>
                <a:cubicBezTo>
                  <a:pt x="800683" y="339970"/>
                  <a:pt x="808049" y="350511"/>
                  <a:pt x="805255" y="362957"/>
                </a:cubicBezTo>
                <a:cubicBezTo>
                  <a:pt x="802461" y="375403"/>
                  <a:pt x="791412" y="382007"/>
                  <a:pt x="777188" y="378832"/>
                </a:cubicBezTo>
                <a:cubicBezTo>
                  <a:pt x="731595" y="368672"/>
                  <a:pt x="717244" y="372101"/>
                  <a:pt x="671270" y="381245"/>
                </a:cubicBezTo>
                <a:lnTo>
                  <a:pt x="663142" y="384039"/>
                </a:lnTo>
                <a:cubicBezTo>
                  <a:pt x="635329" y="403089"/>
                  <a:pt x="609421" y="416678"/>
                  <a:pt x="581735" y="427092"/>
                </a:cubicBezTo>
                <a:lnTo>
                  <a:pt x="572591" y="432807"/>
                </a:lnTo>
                <a:lnTo>
                  <a:pt x="567257" y="442840"/>
                </a:lnTo>
                <a:cubicBezTo>
                  <a:pt x="570051" y="451857"/>
                  <a:pt x="574242" y="457572"/>
                  <a:pt x="575131" y="463922"/>
                </a:cubicBezTo>
                <a:cubicBezTo>
                  <a:pt x="576782" y="474463"/>
                  <a:pt x="583513" y="479416"/>
                  <a:pt x="591895" y="483988"/>
                </a:cubicBezTo>
                <a:cubicBezTo>
                  <a:pt x="670254" y="527549"/>
                  <a:pt x="815161" y="520691"/>
                  <a:pt x="900378" y="493132"/>
                </a:cubicBezTo>
                <a:lnTo>
                  <a:pt x="904696" y="491608"/>
                </a:lnTo>
                <a:cubicBezTo>
                  <a:pt x="919428" y="487290"/>
                  <a:pt x="930985" y="492878"/>
                  <a:pt x="934795" y="504435"/>
                </a:cubicBezTo>
                <a:cubicBezTo>
                  <a:pt x="938478" y="515611"/>
                  <a:pt x="933144" y="527549"/>
                  <a:pt x="921079" y="531359"/>
                </a:cubicBezTo>
                <a:lnTo>
                  <a:pt x="865326" y="546599"/>
                </a:lnTo>
                <a:cubicBezTo>
                  <a:pt x="855293" y="549012"/>
                  <a:pt x="782014" y="564633"/>
                  <a:pt x="770203" y="566411"/>
                </a:cubicBezTo>
                <a:lnTo>
                  <a:pt x="775410" y="570602"/>
                </a:lnTo>
                <a:cubicBezTo>
                  <a:pt x="794206" y="587747"/>
                  <a:pt x="811351" y="602733"/>
                  <a:pt x="827607" y="618735"/>
                </a:cubicBezTo>
                <a:cubicBezTo>
                  <a:pt x="839037" y="630038"/>
                  <a:pt x="838910" y="643246"/>
                  <a:pt x="829131" y="652263"/>
                </a:cubicBezTo>
                <a:cubicBezTo>
                  <a:pt x="819352" y="661280"/>
                  <a:pt x="806525" y="659756"/>
                  <a:pt x="795730" y="647818"/>
                </a:cubicBezTo>
                <a:cubicBezTo>
                  <a:pt x="747470" y="594859"/>
                  <a:pt x="688161" y="561712"/>
                  <a:pt x="617676" y="548631"/>
                </a:cubicBezTo>
                <a:lnTo>
                  <a:pt x="580846" y="544186"/>
                </a:lnTo>
                <a:cubicBezTo>
                  <a:pt x="573988" y="543297"/>
                  <a:pt x="570559" y="545710"/>
                  <a:pt x="569924" y="552949"/>
                </a:cubicBezTo>
                <a:lnTo>
                  <a:pt x="616787" y="563109"/>
                </a:lnTo>
                <a:cubicBezTo>
                  <a:pt x="694003" y="583175"/>
                  <a:pt x="813383" y="677663"/>
                  <a:pt x="866596" y="736972"/>
                </a:cubicBezTo>
                <a:cubicBezTo>
                  <a:pt x="876121" y="747513"/>
                  <a:pt x="875994" y="760848"/>
                  <a:pt x="866596" y="769357"/>
                </a:cubicBezTo>
                <a:cubicBezTo>
                  <a:pt x="857071" y="777993"/>
                  <a:pt x="844371" y="776977"/>
                  <a:pt x="834465" y="765928"/>
                </a:cubicBezTo>
                <a:cubicBezTo>
                  <a:pt x="795984" y="723002"/>
                  <a:pt x="695781" y="637023"/>
                  <a:pt x="641933" y="616449"/>
                </a:cubicBezTo>
                <a:cubicBezTo>
                  <a:pt x="611580" y="604892"/>
                  <a:pt x="580084" y="598034"/>
                  <a:pt x="547826" y="594732"/>
                </a:cubicBezTo>
                <a:lnTo>
                  <a:pt x="533856" y="594732"/>
                </a:lnTo>
                <a:cubicBezTo>
                  <a:pt x="523442" y="603622"/>
                  <a:pt x="518108" y="606035"/>
                  <a:pt x="512901" y="609210"/>
                </a:cubicBezTo>
                <a:cubicBezTo>
                  <a:pt x="533348" y="642865"/>
                  <a:pt x="558494" y="671948"/>
                  <a:pt x="588593" y="696713"/>
                </a:cubicBezTo>
                <a:cubicBezTo>
                  <a:pt x="626820" y="728082"/>
                  <a:pt x="654633" y="741163"/>
                  <a:pt x="702131" y="754752"/>
                </a:cubicBezTo>
                <a:cubicBezTo>
                  <a:pt x="716736" y="758943"/>
                  <a:pt x="723594" y="770246"/>
                  <a:pt x="719657" y="782565"/>
                </a:cubicBezTo>
                <a:cubicBezTo>
                  <a:pt x="715720" y="794884"/>
                  <a:pt x="704417" y="800218"/>
                  <a:pt x="690320" y="796281"/>
                </a:cubicBezTo>
                <a:cubicBezTo>
                  <a:pt x="654887" y="786375"/>
                  <a:pt x="636599" y="780914"/>
                  <a:pt x="605103" y="761610"/>
                </a:cubicBezTo>
                <a:cubicBezTo>
                  <a:pt x="562304" y="735321"/>
                  <a:pt x="525982" y="701920"/>
                  <a:pt x="496010" y="661661"/>
                </a:cubicBezTo>
                <a:lnTo>
                  <a:pt x="493851" y="658994"/>
                </a:lnTo>
                <a:lnTo>
                  <a:pt x="496518" y="672837"/>
                </a:lnTo>
                <a:cubicBezTo>
                  <a:pt x="528141" y="745227"/>
                  <a:pt x="623264" y="846065"/>
                  <a:pt x="684732" y="882006"/>
                </a:cubicBezTo>
                <a:lnTo>
                  <a:pt x="686764" y="883149"/>
                </a:lnTo>
                <a:cubicBezTo>
                  <a:pt x="700353" y="891277"/>
                  <a:pt x="704290" y="903215"/>
                  <a:pt x="697940" y="914391"/>
                </a:cubicBezTo>
                <a:cubicBezTo>
                  <a:pt x="691590" y="925567"/>
                  <a:pt x="678763" y="929123"/>
                  <a:pt x="666444" y="921249"/>
                </a:cubicBezTo>
                <a:lnTo>
                  <a:pt x="611707" y="883403"/>
                </a:lnTo>
                <a:cubicBezTo>
                  <a:pt x="577544" y="856098"/>
                  <a:pt x="500201" y="772405"/>
                  <a:pt x="478357" y="734559"/>
                </a:cubicBezTo>
                <a:lnTo>
                  <a:pt x="476325" y="731384"/>
                </a:lnTo>
                <a:cubicBezTo>
                  <a:pt x="474166" y="742306"/>
                  <a:pt x="474420" y="754498"/>
                  <a:pt x="474039" y="766817"/>
                </a:cubicBezTo>
                <a:cubicBezTo>
                  <a:pt x="472769" y="811394"/>
                  <a:pt x="463752" y="854320"/>
                  <a:pt x="447623" y="895849"/>
                </a:cubicBezTo>
                <a:cubicBezTo>
                  <a:pt x="442670" y="908549"/>
                  <a:pt x="430478" y="913883"/>
                  <a:pt x="418921" y="909311"/>
                </a:cubicBezTo>
                <a:cubicBezTo>
                  <a:pt x="407872" y="904866"/>
                  <a:pt x="403046" y="893055"/>
                  <a:pt x="407237" y="880482"/>
                </a:cubicBezTo>
                <a:lnTo>
                  <a:pt x="410031" y="872862"/>
                </a:lnTo>
                <a:cubicBezTo>
                  <a:pt x="412571" y="865242"/>
                  <a:pt x="413714" y="861432"/>
                  <a:pt x="415746" y="855209"/>
                </a:cubicBezTo>
                <a:cubicBezTo>
                  <a:pt x="404697" y="869179"/>
                  <a:pt x="359485" y="916804"/>
                  <a:pt x="349833" y="928742"/>
                </a:cubicBezTo>
                <a:lnTo>
                  <a:pt x="337514" y="939283"/>
                </a:lnTo>
                <a:cubicBezTo>
                  <a:pt x="311479" y="934965"/>
                  <a:pt x="305256" y="916423"/>
                  <a:pt x="315797" y="901818"/>
                </a:cubicBezTo>
                <a:cubicBezTo>
                  <a:pt x="329894" y="882514"/>
                  <a:pt x="380186" y="827777"/>
                  <a:pt x="392505" y="807457"/>
                </a:cubicBezTo>
                <a:cubicBezTo>
                  <a:pt x="410158" y="777993"/>
                  <a:pt x="421842" y="745735"/>
                  <a:pt x="425906" y="711699"/>
                </a:cubicBezTo>
                <a:cubicBezTo>
                  <a:pt x="427684" y="696586"/>
                  <a:pt x="422096" y="680584"/>
                  <a:pt x="419556" y="664963"/>
                </a:cubicBezTo>
                <a:lnTo>
                  <a:pt x="417397" y="657851"/>
                </a:lnTo>
                <a:lnTo>
                  <a:pt x="412190" y="657343"/>
                </a:lnTo>
                <a:cubicBezTo>
                  <a:pt x="371931" y="708397"/>
                  <a:pt x="323925" y="745989"/>
                  <a:pt x="266648" y="771389"/>
                </a:cubicBezTo>
                <a:lnTo>
                  <a:pt x="257758" y="776596"/>
                </a:lnTo>
                <a:cubicBezTo>
                  <a:pt x="254583" y="797424"/>
                  <a:pt x="251789" y="811902"/>
                  <a:pt x="248868" y="826253"/>
                </a:cubicBezTo>
                <a:cubicBezTo>
                  <a:pt x="246328" y="838699"/>
                  <a:pt x="234898" y="846192"/>
                  <a:pt x="223214" y="843525"/>
                </a:cubicBezTo>
                <a:cubicBezTo>
                  <a:pt x="212546" y="841112"/>
                  <a:pt x="205688" y="831968"/>
                  <a:pt x="206577" y="820411"/>
                </a:cubicBezTo>
                <a:lnTo>
                  <a:pt x="210260" y="791201"/>
                </a:lnTo>
                <a:cubicBezTo>
                  <a:pt x="204926" y="793106"/>
                  <a:pt x="200100" y="794249"/>
                  <a:pt x="195782" y="796535"/>
                </a:cubicBezTo>
                <a:cubicBezTo>
                  <a:pt x="184225" y="802377"/>
                  <a:pt x="172668" y="799583"/>
                  <a:pt x="164667" y="788407"/>
                </a:cubicBezTo>
                <a:cubicBezTo>
                  <a:pt x="157936" y="779136"/>
                  <a:pt x="159206" y="767960"/>
                  <a:pt x="167715" y="759451"/>
                </a:cubicBezTo>
                <a:lnTo>
                  <a:pt x="172160" y="754879"/>
                </a:lnTo>
                <a:cubicBezTo>
                  <a:pt x="196163" y="712334"/>
                  <a:pt x="224357" y="677282"/>
                  <a:pt x="259028" y="647310"/>
                </a:cubicBezTo>
                <a:lnTo>
                  <a:pt x="261695" y="646167"/>
                </a:lnTo>
                <a:lnTo>
                  <a:pt x="261314" y="643373"/>
                </a:lnTo>
                <a:lnTo>
                  <a:pt x="219023" y="648961"/>
                </a:lnTo>
                <a:cubicBezTo>
                  <a:pt x="167207" y="653914"/>
                  <a:pt x="85292" y="648326"/>
                  <a:pt x="35889" y="631435"/>
                </a:cubicBezTo>
                <a:cubicBezTo>
                  <a:pt x="23189" y="627117"/>
                  <a:pt x="17093" y="615941"/>
                  <a:pt x="20649" y="604511"/>
                </a:cubicBezTo>
                <a:cubicBezTo>
                  <a:pt x="24459" y="592192"/>
                  <a:pt x="36270" y="586350"/>
                  <a:pt x="49859" y="590795"/>
                </a:cubicBezTo>
                <a:cubicBezTo>
                  <a:pt x="90118" y="604130"/>
                  <a:pt x="162508" y="609464"/>
                  <a:pt x="204799" y="606924"/>
                </a:cubicBezTo>
                <a:cubicBezTo>
                  <a:pt x="246201" y="604384"/>
                  <a:pt x="285444" y="593970"/>
                  <a:pt x="322909" y="576190"/>
                </a:cubicBezTo>
                <a:lnTo>
                  <a:pt x="325703" y="574412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18" name="Google Shape;1718;p26"/>
          <p:cNvGrpSpPr/>
          <p:nvPr/>
        </p:nvGrpSpPr>
        <p:grpSpPr>
          <a:xfrm>
            <a:off x="178004" y="7762777"/>
            <a:ext cx="720087" cy="727028"/>
            <a:chOff x="63500" y="63500"/>
            <a:chExt cx="1106805" cy="1117473"/>
          </a:xfrm>
        </p:grpSpPr>
        <p:sp>
          <p:nvSpPr>
            <p:cNvPr id="1719" name="Google Shape;1719;p26"/>
            <p:cNvSpPr/>
            <p:nvPr/>
          </p:nvSpPr>
          <p:spPr>
            <a:xfrm>
              <a:off x="452417" y="519747"/>
              <a:ext cx="530803" cy="322500"/>
            </a:xfrm>
            <a:custGeom>
              <a:rect b="b" l="l" r="r" t="t"/>
              <a:pathLst>
                <a:path extrusionOk="0" h="322500" w="530803">
                  <a:moveTo>
                    <a:pt x="300693" y="277051"/>
                  </a:moveTo>
                  <a:cubicBezTo>
                    <a:pt x="338031" y="274765"/>
                    <a:pt x="374099" y="269558"/>
                    <a:pt x="406738" y="250635"/>
                  </a:cubicBezTo>
                  <a:cubicBezTo>
                    <a:pt x="451950" y="224473"/>
                    <a:pt x="478747" y="185357"/>
                    <a:pt x="487637" y="133922"/>
                  </a:cubicBezTo>
                  <a:lnTo>
                    <a:pt x="488653" y="127064"/>
                  </a:lnTo>
                  <a:cubicBezTo>
                    <a:pt x="491828" y="110046"/>
                    <a:pt x="500845" y="103061"/>
                    <a:pt x="513418" y="104839"/>
                  </a:cubicBezTo>
                  <a:cubicBezTo>
                    <a:pt x="526372" y="106617"/>
                    <a:pt x="532087" y="114999"/>
                    <a:pt x="530563" y="129731"/>
                  </a:cubicBezTo>
                  <a:cubicBezTo>
                    <a:pt x="520657" y="223330"/>
                    <a:pt x="456014" y="297117"/>
                    <a:pt x="363304" y="316167"/>
                  </a:cubicBezTo>
                  <a:cubicBezTo>
                    <a:pt x="285961" y="332169"/>
                    <a:pt x="212555" y="317183"/>
                    <a:pt x="144229" y="278702"/>
                  </a:cubicBezTo>
                  <a:cubicBezTo>
                    <a:pt x="94191" y="250508"/>
                    <a:pt x="51138" y="214186"/>
                    <a:pt x="22817" y="162878"/>
                  </a:cubicBezTo>
                  <a:cubicBezTo>
                    <a:pt x="11768" y="142812"/>
                    <a:pt x="1608" y="121984"/>
                    <a:pt x="211" y="98489"/>
                  </a:cubicBezTo>
                  <a:cubicBezTo>
                    <a:pt x="-1948" y="59881"/>
                    <a:pt x="12403" y="29020"/>
                    <a:pt x="47455" y="10732"/>
                  </a:cubicBezTo>
                  <a:cubicBezTo>
                    <a:pt x="82634" y="-7683"/>
                    <a:pt x="115781" y="-1587"/>
                    <a:pt x="146134" y="22797"/>
                  </a:cubicBezTo>
                  <a:lnTo>
                    <a:pt x="170391" y="44260"/>
                  </a:lnTo>
                  <a:cubicBezTo>
                    <a:pt x="180932" y="55055"/>
                    <a:pt x="179789" y="65469"/>
                    <a:pt x="167978" y="76518"/>
                  </a:cubicBezTo>
                  <a:cubicBezTo>
                    <a:pt x="158072" y="85789"/>
                    <a:pt x="149817" y="85281"/>
                    <a:pt x="139149" y="74359"/>
                  </a:cubicBezTo>
                  <a:lnTo>
                    <a:pt x="120734" y="55055"/>
                  </a:lnTo>
                  <a:cubicBezTo>
                    <a:pt x="104097" y="40577"/>
                    <a:pt x="85301" y="37783"/>
                    <a:pt x="69807" y="46673"/>
                  </a:cubicBezTo>
                  <a:cubicBezTo>
                    <a:pt x="50503" y="57722"/>
                    <a:pt x="41232" y="77407"/>
                    <a:pt x="45042" y="99124"/>
                  </a:cubicBezTo>
                  <a:cubicBezTo>
                    <a:pt x="49487" y="123635"/>
                    <a:pt x="61044" y="144717"/>
                    <a:pt x="77046" y="163132"/>
                  </a:cubicBezTo>
                  <a:cubicBezTo>
                    <a:pt x="119972" y="212789"/>
                    <a:pt x="170391" y="251651"/>
                    <a:pt x="235542" y="267145"/>
                  </a:cubicBezTo>
                  <a:lnTo>
                    <a:pt x="300439" y="27705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26"/>
            <p:cNvSpPr/>
            <p:nvPr/>
          </p:nvSpPr>
          <p:spPr>
            <a:xfrm>
              <a:off x="277098" y="401210"/>
              <a:ext cx="478944" cy="315717"/>
            </a:xfrm>
            <a:custGeom>
              <a:rect b="b" l="l" r="r" t="t"/>
              <a:pathLst>
                <a:path extrusionOk="0" h="315717" w="478944">
                  <a:moveTo>
                    <a:pt x="178959" y="42020"/>
                  </a:moveTo>
                  <a:cubicBezTo>
                    <a:pt x="134890" y="42147"/>
                    <a:pt x="93996" y="51418"/>
                    <a:pt x="58817" y="79104"/>
                  </a:cubicBezTo>
                  <a:lnTo>
                    <a:pt x="38370" y="97773"/>
                  </a:lnTo>
                  <a:cubicBezTo>
                    <a:pt x="26813" y="108314"/>
                    <a:pt x="16780" y="108695"/>
                    <a:pt x="7382" y="99297"/>
                  </a:cubicBezTo>
                  <a:cubicBezTo>
                    <a:pt x="-2397" y="89518"/>
                    <a:pt x="-2651" y="79485"/>
                    <a:pt x="7763" y="68182"/>
                  </a:cubicBezTo>
                  <a:cubicBezTo>
                    <a:pt x="43196" y="30082"/>
                    <a:pt x="86757" y="6333"/>
                    <a:pt x="138446" y="1634"/>
                  </a:cubicBezTo>
                  <a:cubicBezTo>
                    <a:pt x="257191" y="-9161"/>
                    <a:pt x="354600" y="33765"/>
                    <a:pt x="431816" y="123554"/>
                  </a:cubicBezTo>
                  <a:cubicBezTo>
                    <a:pt x="452009" y="147049"/>
                    <a:pt x="469281" y="172322"/>
                    <a:pt x="476520" y="203564"/>
                  </a:cubicBezTo>
                  <a:cubicBezTo>
                    <a:pt x="485283" y="241410"/>
                    <a:pt x="469662" y="285352"/>
                    <a:pt x="439690" y="303894"/>
                  </a:cubicBezTo>
                  <a:cubicBezTo>
                    <a:pt x="408702" y="323071"/>
                    <a:pt x="361204" y="318499"/>
                    <a:pt x="331486" y="293226"/>
                  </a:cubicBezTo>
                  <a:lnTo>
                    <a:pt x="310404" y="272652"/>
                  </a:lnTo>
                  <a:cubicBezTo>
                    <a:pt x="299355" y="259444"/>
                    <a:pt x="304308" y="242680"/>
                    <a:pt x="320564" y="236330"/>
                  </a:cubicBezTo>
                  <a:lnTo>
                    <a:pt x="334788" y="236711"/>
                  </a:lnTo>
                  <a:cubicBezTo>
                    <a:pt x="348250" y="249411"/>
                    <a:pt x="355489" y="257539"/>
                    <a:pt x="363998" y="264016"/>
                  </a:cubicBezTo>
                  <a:cubicBezTo>
                    <a:pt x="378349" y="274938"/>
                    <a:pt x="394224" y="278494"/>
                    <a:pt x="411369" y="269985"/>
                  </a:cubicBezTo>
                  <a:cubicBezTo>
                    <a:pt x="428768" y="261349"/>
                    <a:pt x="435245" y="246871"/>
                    <a:pt x="436134" y="228075"/>
                  </a:cubicBezTo>
                  <a:cubicBezTo>
                    <a:pt x="436896" y="212073"/>
                    <a:pt x="433086" y="197595"/>
                    <a:pt x="424577" y="184514"/>
                  </a:cubicBezTo>
                  <a:cubicBezTo>
                    <a:pt x="366538" y="95995"/>
                    <a:pt x="286528" y="45068"/>
                    <a:pt x="179086" y="417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26"/>
            <p:cNvSpPr/>
            <p:nvPr/>
          </p:nvSpPr>
          <p:spPr>
            <a:xfrm>
              <a:off x="325981" y="253551"/>
              <a:ext cx="447026" cy="241876"/>
            </a:xfrm>
            <a:custGeom>
              <a:rect b="b" l="l" r="r" t="t"/>
              <a:pathLst>
                <a:path extrusionOk="0" h="241876" w="447026">
                  <a:moveTo>
                    <a:pt x="98072" y="40962"/>
                  </a:moveTo>
                  <a:lnTo>
                    <a:pt x="39652" y="52138"/>
                  </a:lnTo>
                  <a:cubicBezTo>
                    <a:pt x="34953" y="53027"/>
                    <a:pt x="30508" y="54932"/>
                    <a:pt x="25936" y="55948"/>
                  </a:cubicBezTo>
                  <a:cubicBezTo>
                    <a:pt x="13236" y="58615"/>
                    <a:pt x="5743" y="54551"/>
                    <a:pt x="1806" y="43375"/>
                  </a:cubicBezTo>
                  <a:cubicBezTo>
                    <a:pt x="-2385" y="31564"/>
                    <a:pt x="536" y="21277"/>
                    <a:pt x="12474" y="17594"/>
                  </a:cubicBezTo>
                  <a:lnTo>
                    <a:pt x="77117" y="2227"/>
                  </a:lnTo>
                  <a:cubicBezTo>
                    <a:pt x="140236" y="-6663"/>
                    <a:pt x="198021" y="12133"/>
                    <a:pt x="253647" y="39692"/>
                  </a:cubicBezTo>
                  <a:cubicBezTo>
                    <a:pt x="327053" y="76014"/>
                    <a:pt x="390045" y="125036"/>
                    <a:pt x="436019" y="193870"/>
                  </a:cubicBezTo>
                  <a:lnTo>
                    <a:pt x="443766" y="206316"/>
                  </a:lnTo>
                  <a:cubicBezTo>
                    <a:pt x="449735" y="221683"/>
                    <a:pt x="447068" y="229303"/>
                    <a:pt x="439321" y="234764"/>
                  </a:cubicBezTo>
                  <a:lnTo>
                    <a:pt x="423192" y="241876"/>
                  </a:lnTo>
                  <a:cubicBezTo>
                    <a:pt x="410111" y="230954"/>
                    <a:pt x="405412" y="225112"/>
                    <a:pt x="401348" y="219143"/>
                  </a:cubicBezTo>
                  <a:cubicBezTo>
                    <a:pt x="340769" y="129862"/>
                    <a:pt x="256187" y="75379"/>
                    <a:pt x="152809" y="48963"/>
                  </a:cubicBezTo>
                  <a:lnTo>
                    <a:pt x="98072" y="4096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26"/>
            <p:cNvSpPr/>
            <p:nvPr/>
          </p:nvSpPr>
          <p:spPr>
            <a:xfrm>
              <a:off x="432969" y="743106"/>
              <a:ext cx="446193" cy="239366"/>
            </a:xfrm>
            <a:custGeom>
              <a:rect b="b" l="l" r="r" t="t"/>
              <a:pathLst>
                <a:path extrusionOk="0" h="239366" w="446193">
                  <a:moveTo>
                    <a:pt x="348081" y="239366"/>
                  </a:moveTo>
                  <a:cubicBezTo>
                    <a:pt x="272389" y="237842"/>
                    <a:pt x="205206" y="214601"/>
                    <a:pt x="143738" y="174342"/>
                  </a:cubicBezTo>
                  <a:cubicBezTo>
                    <a:pt x="90525" y="139544"/>
                    <a:pt x="43281" y="98269"/>
                    <a:pt x="9118" y="43659"/>
                  </a:cubicBezTo>
                  <a:lnTo>
                    <a:pt x="3530" y="34261"/>
                  </a:lnTo>
                  <a:cubicBezTo>
                    <a:pt x="-3074" y="17497"/>
                    <a:pt x="-153" y="8988"/>
                    <a:pt x="10134" y="3400"/>
                  </a:cubicBezTo>
                  <a:cubicBezTo>
                    <a:pt x="20675" y="-2442"/>
                    <a:pt x="29057" y="-918"/>
                    <a:pt x="36804" y="9242"/>
                  </a:cubicBezTo>
                  <a:lnTo>
                    <a:pt x="79349" y="65503"/>
                  </a:lnTo>
                  <a:cubicBezTo>
                    <a:pt x="139928" y="131289"/>
                    <a:pt x="213080" y="176755"/>
                    <a:pt x="301472" y="195170"/>
                  </a:cubicBezTo>
                  <a:cubicBezTo>
                    <a:pt x="330301" y="201139"/>
                    <a:pt x="359003" y="198853"/>
                    <a:pt x="387705" y="193392"/>
                  </a:cubicBezTo>
                  <a:lnTo>
                    <a:pt x="422630" y="188820"/>
                  </a:lnTo>
                  <a:cubicBezTo>
                    <a:pt x="436473" y="188312"/>
                    <a:pt x="444474" y="194281"/>
                    <a:pt x="445871" y="203806"/>
                  </a:cubicBezTo>
                  <a:cubicBezTo>
                    <a:pt x="447649" y="214601"/>
                    <a:pt x="442061" y="224888"/>
                    <a:pt x="429107" y="228190"/>
                  </a:cubicBezTo>
                  <a:lnTo>
                    <a:pt x="374751" y="237588"/>
                  </a:lnTo>
                  <a:cubicBezTo>
                    <a:pt x="365353" y="238985"/>
                    <a:pt x="355701" y="238731"/>
                    <a:pt x="347700" y="23923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26"/>
            <p:cNvSpPr/>
            <p:nvPr/>
          </p:nvSpPr>
          <p:spPr>
            <a:xfrm>
              <a:off x="323596" y="590075"/>
              <a:ext cx="131850" cy="329767"/>
            </a:xfrm>
            <a:custGeom>
              <a:rect b="b" l="l" r="r" t="t"/>
              <a:pathLst>
                <a:path extrusionOk="0" h="329767" w="131850">
                  <a:moveTo>
                    <a:pt x="127" y="115156"/>
                  </a:moveTo>
                  <a:cubicBezTo>
                    <a:pt x="4318" y="74643"/>
                    <a:pt x="11938" y="39210"/>
                    <a:pt x="36830" y="10000"/>
                  </a:cubicBezTo>
                  <a:cubicBezTo>
                    <a:pt x="47117" y="-2065"/>
                    <a:pt x="57277" y="-2954"/>
                    <a:pt x="68326" y="5936"/>
                  </a:cubicBezTo>
                  <a:lnTo>
                    <a:pt x="77724" y="19271"/>
                  </a:lnTo>
                  <a:cubicBezTo>
                    <a:pt x="73152" y="30701"/>
                    <a:pt x="71882" y="33368"/>
                    <a:pt x="70104" y="35527"/>
                  </a:cubicBezTo>
                  <a:cubicBezTo>
                    <a:pt x="44958" y="67023"/>
                    <a:pt x="42545" y="102837"/>
                    <a:pt x="50038" y="140556"/>
                  </a:cubicBezTo>
                  <a:cubicBezTo>
                    <a:pt x="60325" y="191737"/>
                    <a:pt x="83820" y="236822"/>
                    <a:pt x="114427" y="278605"/>
                  </a:cubicBezTo>
                  <a:lnTo>
                    <a:pt x="122936" y="288892"/>
                  </a:lnTo>
                  <a:cubicBezTo>
                    <a:pt x="135509" y="306164"/>
                    <a:pt x="134112" y="316451"/>
                    <a:pt x="122936" y="325087"/>
                  </a:cubicBezTo>
                  <a:cubicBezTo>
                    <a:pt x="112776" y="332834"/>
                    <a:pt x="103632" y="330929"/>
                    <a:pt x="94234" y="319626"/>
                  </a:cubicBezTo>
                  <a:cubicBezTo>
                    <a:pt x="56134" y="273906"/>
                    <a:pt x="26289" y="223487"/>
                    <a:pt x="9906" y="166083"/>
                  </a:cubicBezTo>
                  <a:lnTo>
                    <a:pt x="0" y="11515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26"/>
            <p:cNvSpPr/>
            <p:nvPr/>
          </p:nvSpPr>
          <p:spPr>
            <a:xfrm>
              <a:off x="747631" y="315829"/>
              <a:ext cx="131971" cy="331109"/>
            </a:xfrm>
            <a:custGeom>
              <a:rect b="b" l="l" r="r" t="t"/>
              <a:pathLst>
                <a:path extrusionOk="0" h="331109" w="131971">
                  <a:moveTo>
                    <a:pt x="131844" y="224556"/>
                  </a:moveTo>
                  <a:cubicBezTo>
                    <a:pt x="133114" y="259862"/>
                    <a:pt x="121557" y="290596"/>
                    <a:pt x="101745" y="318663"/>
                  </a:cubicBezTo>
                  <a:lnTo>
                    <a:pt x="88918" y="331109"/>
                  </a:lnTo>
                  <a:cubicBezTo>
                    <a:pt x="61867" y="324251"/>
                    <a:pt x="56152" y="310281"/>
                    <a:pt x="65931" y="295930"/>
                  </a:cubicBezTo>
                  <a:cubicBezTo>
                    <a:pt x="87648" y="263926"/>
                    <a:pt x="94252" y="228747"/>
                    <a:pt x="86759" y="191155"/>
                  </a:cubicBezTo>
                  <a:cubicBezTo>
                    <a:pt x="79647" y="155595"/>
                    <a:pt x="66566" y="122067"/>
                    <a:pt x="47135" y="91460"/>
                  </a:cubicBezTo>
                  <a:lnTo>
                    <a:pt x="6749" y="37104"/>
                  </a:lnTo>
                  <a:cubicBezTo>
                    <a:pt x="-2014" y="25547"/>
                    <a:pt x="-2395" y="16276"/>
                    <a:pt x="6495" y="7259"/>
                  </a:cubicBezTo>
                  <a:cubicBezTo>
                    <a:pt x="15766" y="-2012"/>
                    <a:pt x="27069" y="-2774"/>
                    <a:pt x="35832" y="7132"/>
                  </a:cubicBezTo>
                  <a:cubicBezTo>
                    <a:pt x="90823" y="69616"/>
                    <a:pt x="129939" y="139212"/>
                    <a:pt x="131971" y="22455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26"/>
            <p:cNvSpPr/>
            <p:nvPr/>
          </p:nvSpPr>
          <p:spPr>
            <a:xfrm>
              <a:off x="63500" y="289687"/>
              <a:ext cx="167132" cy="166624"/>
            </a:xfrm>
            <a:custGeom>
              <a:rect b="b" l="l" r="r" t="t"/>
              <a:pathLst>
                <a:path extrusionOk="0" h="166624" w="167132">
                  <a:moveTo>
                    <a:pt x="167132" y="98171"/>
                  </a:moveTo>
                  <a:lnTo>
                    <a:pt x="117856" y="115062"/>
                  </a:lnTo>
                  <a:cubicBezTo>
                    <a:pt x="111760" y="117475"/>
                    <a:pt x="105791" y="121793"/>
                    <a:pt x="101346" y="126746"/>
                  </a:cubicBezTo>
                  <a:lnTo>
                    <a:pt x="68961" y="166624"/>
                  </a:lnTo>
                  <a:cubicBezTo>
                    <a:pt x="64135" y="152908"/>
                    <a:pt x="58928" y="140843"/>
                    <a:pt x="55880" y="128270"/>
                  </a:cubicBezTo>
                  <a:cubicBezTo>
                    <a:pt x="52324" y="113538"/>
                    <a:pt x="44577" y="102743"/>
                    <a:pt x="32258" y="94107"/>
                  </a:cubicBezTo>
                  <a:lnTo>
                    <a:pt x="0" y="68707"/>
                  </a:lnTo>
                  <a:cubicBezTo>
                    <a:pt x="16637" y="63119"/>
                    <a:pt x="31369" y="57658"/>
                    <a:pt x="46355" y="53213"/>
                  </a:cubicBezTo>
                  <a:cubicBezTo>
                    <a:pt x="55372" y="50546"/>
                    <a:pt x="62103" y="45974"/>
                    <a:pt x="67564" y="38481"/>
                  </a:cubicBezTo>
                  <a:lnTo>
                    <a:pt x="98171" y="0"/>
                  </a:lnTo>
                  <a:cubicBezTo>
                    <a:pt x="103759" y="16383"/>
                    <a:pt x="109474" y="31242"/>
                    <a:pt x="113792" y="46355"/>
                  </a:cubicBezTo>
                  <a:cubicBezTo>
                    <a:pt x="116459" y="55753"/>
                    <a:pt x="121666" y="62484"/>
                    <a:pt x="129413" y="68199"/>
                  </a:cubicBezTo>
                  <a:lnTo>
                    <a:pt x="167132" y="9817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26"/>
            <p:cNvSpPr/>
            <p:nvPr/>
          </p:nvSpPr>
          <p:spPr>
            <a:xfrm>
              <a:off x="551434" y="1033653"/>
              <a:ext cx="146939" cy="147320"/>
            </a:xfrm>
            <a:custGeom>
              <a:rect b="b" l="l" r="r" t="t"/>
              <a:pathLst>
                <a:path extrusionOk="0" h="147320" w="146939">
                  <a:moveTo>
                    <a:pt x="60452" y="147320"/>
                  </a:moveTo>
                  <a:lnTo>
                    <a:pt x="46990" y="107188"/>
                  </a:lnTo>
                  <a:cubicBezTo>
                    <a:pt x="44450" y="98933"/>
                    <a:pt x="40386" y="92583"/>
                    <a:pt x="33401" y="87376"/>
                  </a:cubicBezTo>
                  <a:lnTo>
                    <a:pt x="0" y="60706"/>
                  </a:lnTo>
                  <a:cubicBezTo>
                    <a:pt x="15875" y="55245"/>
                    <a:pt x="30226" y="50673"/>
                    <a:pt x="44323" y="45212"/>
                  </a:cubicBezTo>
                  <a:lnTo>
                    <a:pt x="53721" y="40132"/>
                  </a:lnTo>
                  <a:cubicBezTo>
                    <a:pt x="66802" y="25019"/>
                    <a:pt x="75819" y="13208"/>
                    <a:pt x="86360" y="0"/>
                  </a:cubicBezTo>
                  <a:lnTo>
                    <a:pt x="101346" y="43180"/>
                  </a:lnTo>
                  <a:cubicBezTo>
                    <a:pt x="103378" y="48514"/>
                    <a:pt x="106934" y="53721"/>
                    <a:pt x="111252" y="57531"/>
                  </a:cubicBezTo>
                  <a:lnTo>
                    <a:pt x="146939" y="86487"/>
                  </a:lnTo>
                  <a:cubicBezTo>
                    <a:pt x="130683" y="92075"/>
                    <a:pt x="115951" y="96901"/>
                    <a:pt x="101346" y="102235"/>
                  </a:cubicBezTo>
                  <a:lnTo>
                    <a:pt x="93472" y="106426"/>
                  </a:lnTo>
                  <a:cubicBezTo>
                    <a:pt x="80772" y="121412"/>
                    <a:pt x="71247" y="133604"/>
                    <a:pt x="60325" y="1470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26"/>
            <p:cNvSpPr/>
            <p:nvPr/>
          </p:nvSpPr>
          <p:spPr>
            <a:xfrm>
              <a:off x="922147" y="305181"/>
              <a:ext cx="122174" cy="121793"/>
            </a:xfrm>
            <a:custGeom>
              <a:rect b="b" l="l" r="r" t="t"/>
              <a:pathLst>
                <a:path extrusionOk="0" h="121793" w="122174">
                  <a:moveTo>
                    <a:pt x="71882" y="0"/>
                  </a:moveTo>
                  <a:cubicBezTo>
                    <a:pt x="77343" y="32258"/>
                    <a:pt x="94361" y="55118"/>
                    <a:pt x="122174" y="71628"/>
                  </a:cubicBezTo>
                  <a:cubicBezTo>
                    <a:pt x="89916" y="77216"/>
                    <a:pt x="66548" y="93345"/>
                    <a:pt x="50546" y="121793"/>
                  </a:cubicBezTo>
                  <a:cubicBezTo>
                    <a:pt x="44704" y="89408"/>
                    <a:pt x="28448" y="66167"/>
                    <a:pt x="0" y="50038"/>
                  </a:cubicBezTo>
                  <a:cubicBezTo>
                    <a:pt x="31877" y="44069"/>
                    <a:pt x="55499" y="28448"/>
                    <a:pt x="7200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26"/>
            <p:cNvSpPr/>
            <p:nvPr/>
          </p:nvSpPr>
          <p:spPr>
            <a:xfrm>
              <a:off x="1059053" y="717042"/>
              <a:ext cx="111252" cy="108712"/>
            </a:xfrm>
            <a:custGeom>
              <a:rect b="b" l="l" r="r" t="t"/>
              <a:pathLst>
                <a:path extrusionOk="0" h="108712" w="111252">
                  <a:moveTo>
                    <a:pt x="111125" y="46482"/>
                  </a:moveTo>
                  <a:lnTo>
                    <a:pt x="85598" y="66802"/>
                  </a:lnTo>
                  <a:cubicBezTo>
                    <a:pt x="83185" y="68961"/>
                    <a:pt x="81280" y="73025"/>
                    <a:pt x="81280" y="76200"/>
                  </a:cubicBezTo>
                  <a:lnTo>
                    <a:pt x="82550" y="108712"/>
                  </a:lnTo>
                  <a:cubicBezTo>
                    <a:pt x="75184" y="103886"/>
                    <a:pt x="68326" y="100457"/>
                    <a:pt x="62992" y="95631"/>
                  </a:cubicBezTo>
                  <a:cubicBezTo>
                    <a:pt x="54483" y="88011"/>
                    <a:pt x="46101" y="87503"/>
                    <a:pt x="36195" y="92710"/>
                  </a:cubicBezTo>
                  <a:lnTo>
                    <a:pt x="22987" y="98044"/>
                  </a:lnTo>
                  <a:cubicBezTo>
                    <a:pt x="17653" y="89789"/>
                    <a:pt x="20955" y="80645"/>
                    <a:pt x="22733" y="71120"/>
                  </a:cubicBezTo>
                  <a:lnTo>
                    <a:pt x="22352" y="61849"/>
                  </a:lnTo>
                  <a:cubicBezTo>
                    <a:pt x="14732" y="50419"/>
                    <a:pt x="8128" y="43180"/>
                    <a:pt x="0" y="33020"/>
                  </a:cubicBezTo>
                  <a:lnTo>
                    <a:pt x="31877" y="32766"/>
                  </a:lnTo>
                  <a:cubicBezTo>
                    <a:pt x="35814" y="32385"/>
                    <a:pt x="40640" y="29591"/>
                    <a:pt x="43180" y="26416"/>
                  </a:cubicBezTo>
                  <a:lnTo>
                    <a:pt x="60579" y="0"/>
                  </a:lnTo>
                  <a:cubicBezTo>
                    <a:pt x="64643" y="11176"/>
                    <a:pt x="68326" y="20066"/>
                    <a:pt x="71120" y="29337"/>
                  </a:cubicBezTo>
                  <a:lnTo>
                    <a:pt x="76073" y="37465"/>
                  </a:lnTo>
                  <a:cubicBezTo>
                    <a:pt x="90805" y="40767"/>
                    <a:pt x="99949" y="43561"/>
                    <a:pt x="111252" y="4660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26"/>
            <p:cNvSpPr/>
            <p:nvPr/>
          </p:nvSpPr>
          <p:spPr>
            <a:xfrm>
              <a:off x="174625" y="738378"/>
              <a:ext cx="111125" cy="109093"/>
            </a:xfrm>
            <a:custGeom>
              <a:rect b="b" l="l" r="r" t="t"/>
              <a:pathLst>
                <a:path extrusionOk="0" h="109093" w="111125">
                  <a:moveTo>
                    <a:pt x="60452" y="0"/>
                  </a:moveTo>
                  <a:lnTo>
                    <a:pt x="70358" y="27686"/>
                  </a:lnTo>
                  <a:cubicBezTo>
                    <a:pt x="72263" y="34163"/>
                    <a:pt x="75565" y="37719"/>
                    <a:pt x="82550" y="38989"/>
                  </a:cubicBezTo>
                  <a:lnTo>
                    <a:pt x="111125" y="46609"/>
                  </a:lnTo>
                  <a:cubicBezTo>
                    <a:pt x="101854" y="53848"/>
                    <a:pt x="93726" y="59309"/>
                    <a:pt x="86741" y="65913"/>
                  </a:cubicBezTo>
                  <a:lnTo>
                    <a:pt x="81534" y="73660"/>
                  </a:lnTo>
                  <a:cubicBezTo>
                    <a:pt x="80899" y="87376"/>
                    <a:pt x="81915" y="97155"/>
                    <a:pt x="82550" y="109093"/>
                  </a:cubicBezTo>
                  <a:lnTo>
                    <a:pt x="56134" y="91567"/>
                  </a:lnTo>
                  <a:cubicBezTo>
                    <a:pt x="52832" y="89662"/>
                    <a:pt x="47752" y="89154"/>
                    <a:pt x="44196" y="90297"/>
                  </a:cubicBezTo>
                  <a:lnTo>
                    <a:pt x="14605" y="101346"/>
                  </a:lnTo>
                  <a:cubicBezTo>
                    <a:pt x="17653" y="90170"/>
                    <a:pt x="20955" y="80772"/>
                    <a:pt x="22733" y="71120"/>
                  </a:cubicBezTo>
                  <a:lnTo>
                    <a:pt x="22479" y="61849"/>
                  </a:lnTo>
                  <a:cubicBezTo>
                    <a:pt x="14859" y="50419"/>
                    <a:pt x="8255" y="43180"/>
                    <a:pt x="0" y="33020"/>
                  </a:cubicBezTo>
                  <a:lnTo>
                    <a:pt x="32004" y="32766"/>
                  </a:lnTo>
                  <a:cubicBezTo>
                    <a:pt x="35941" y="32385"/>
                    <a:pt x="40767" y="29718"/>
                    <a:pt x="43180" y="26543"/>
                  </a:cubicBezTo>
                  <a:lnTo>
                    <a:pt x="60452" y="25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26"/>
            <p:cNvSpPr/>
            <p:nvPr/>
          </p:nvSpPr>
          <p:spPr>
            <a:xfrm>
              <a:off x="456438" y="63500"/>
              <a:ext cx="108331" cy="109093"/>
            </a:xfrm>
            <a:custGeom>
              <a:rect b="b" l="l" r="r" t="t"/>
              <a:pathLst>
                <a:path extrusionOk="0" h="109093" w="108331">
                  <a:moveTo>
                    <a:pt x="11557" y="101092"/>
                  </a:moveTo>
                  <a:lnTo>
                    <a:pt x="20320" y="70358"/>
                  </a:lnTo>
                  <a:cubicBezTo>
                    <a:pt x="21082" y="66675"/>
                    <a:pt x="19939" y="61595"/>
                    <a:pt x="17780" y="58547"/>
                  </a:cubicBezTo>
                  <a:lnTo>
                    <a:pt x="0" y="32893"/>
                  </a:lnTo>
                  <a:cubicBezTo>
                    <a:pt x="9652" y="32893"/>
                    <a:pt x="19304" y="33528"/>
                    <a:pt x="28702" y="32639"/>
                  </a:cubicBezTo>
                  <a:lnTo>
                    <a:pt x="37973" y="29337"/>
                  </a:lnTo>
                  <a:cubicBezTo>
                    <a:pt x="46736" y="18288"/>
                    <a:pt x="51562" y="9779"/>
                    <a:pt x="57912" y="0"/>
                  </a:cubicBezTo>
                  <a:lnTo>
                    <a:pt x="68834" y="29210"/>
                  </a:lnTo>
                  <a:cubicBezTo>
                    <a:pt x="70612" y="32893"/>
                    <a:pt x="74549" y="36576"/>
                    <a:pt x="78232" y="37973"/>
                  </a:cubicBezTo>
                  <a:lnTo>
                    <a:pt x="108331" y="46355"/>
                  </a:lnTo>
                  <a:cubicBezTo>
                    <a:pt x="99314" y="53467"/>
                    <a:pt x="91948" y="59817"/>
                    <a:pt x="84074" y="65405"/>
                  </a:cubicBezTo>
                  <a:lnTo>
                    <a:pt x="77724" y="72517"/>
                  </a:lnTo>
                  <a:cubicBezTo>
                    <a:pt x="79121" y="87630"/>
                    <a:pt x="79375" y="97155"/>
                    <a:pt x="80010" y="109093"/>
                  </a:cubicBezTo>
                  <a:lnTo>
                    <a:pt x="53848" y="91567"/>
                  </a:lnTo>
                  <a:cubicBezTo>
                    <a:pt x="50292" y="89662"/>
                    <a:pt x="44958" y="89027"/>
                    <a:pt x="41021" y="90170"/>
                  </a:cubicBezTo>
                  <a:lnTo>
                    <a:pt x="11684" y="10109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26"/>
            <p:cNvSpPr/>
            <p:nvPr/>
          </p:nvSpPr>
          <p:spPr>
            <a:xfrm>
              <a:off x="901227" y="881375"/>
              <a:ext cx="94960" cy="67696"/>
            </a:xfrm>
            <a:custGeom>
              <a:rect b="b" l="l" r="r" t="t"/>
              <a:pathLst>
                <a:path extrusionOk="0" h="67696" w="94960">
                  <a:moveTo>
                    <a:pt x="23587" y="67696"/>
                  </a:moveTo>
                  <a:cubicBezTo>
                    <a:pt x="11268" y="67442"/>
                    <a:pt x="3267" y="61346"/>
                    <a:pt x="854" y="52456"/>
                  </a:cubicBezTo>
                  <a:cubicBezTo>
                    <a:pt x="-1813" y="43058"/>
                    <a:pt x="1870" y="33279"/>
                    <a:pt x="10506" y="28707"/>
                  </a:cubicBezTo>
                  <a:lnTo>
                    <a:pt x="63338" y="2418"/>
                  </a:lnTo>
                  <a:cubicBezTo>
                    <a:pt x="72863" y="-2154"/>
                    <a:pt x="80356" y="-122"/>
                    <a:pt x="86325" y="7498"/>
                  </a:cubicBezTo>
                  <a:lnTo>
                    <a:pt x="94961" y="25532"/>
                  </a:lnTo>
                  <a:cubicBezTo>
                    <a:pt x="70450" y="51694"/>
                    <a:pt x="45558" y="59949"/>
                    <a:pt x="23587" y="675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26"/>
            <p:cNvSpPr/>
            <p:nvPr/>
          </p:nvSpPr>
          <p:spPr>
            <a:xfrm>
              <a:off x="641537" y="236171"/>
              <a:ext cx="88654" cy="73780"/>
            </a:xfrm>
            <a:custGeom>
              <a:rect b="b" l="l" r="r" t="t"/>
              <a:pathLst>
                <a:path extrusionOk="0" h="73780" w="88654">
                  <a:moveTo>
                    <a:pt x="23943" y="49"/>
                  </a:moveTo>
                  <a:lnTo>
                    <a:pt x="30547" y="1446"/>
                  </a:lnTo>
                  <a:cubicBezTo>
                    <a:pt x="50105" y="14781"/>
                    <a:pt x="66234" y="25449"/>
                    <a:pt x="81347" y="37514"/>
                  </a:cubicBezTo>
                  <a:cubicBezTo>
                    <a:pt x="90745" y="44880"/>
                    <a:pt x="90745" y="58088"/>
                    <a:pt x="83252" y="66597"/>
                  </a:cubicBezTo>
                  <a:cubicBezTo>
                    <a:pt x="75886" y="74979"/>
                    <a:pt x="64329" y="76122"/>
                    <a:pt x="54804" y="69518"/>
                  </a:cubicBezTo>
                  <a:lnTo>
                    <a:pt x="9592" y="37768"/>
                  </a:lnTo>
                  <a:cubicBezTo>
                    <a:pt x="1972" y="32307"/>
                    <a:pt x="-2219" y="25322"/>
                    <a:pt x="1210" y="15543"/>
                  </a:cubicBezTo>
                  <a:cubicBezTo>
                    <a:pt x="4893" y="5002"/>
                    <a:pt x="12005" y="-586"/>
                    <a:pt x="23943" y="4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26"/>
            <p:cNvSpPr/>
            <p:nvPr/>
          </p:nvSpPr>
          <p:spPr>
            <a:xfrm>
              <a:off x="464561" y="919978"/>
              <a:ext cx="45217" cy="45095"/>
            </a:xfrm>
            <a:custGeom>
              <a:rect b="b" l="l" r="r" t="t"/>
              <a:pathLst>
                <a:path extrusionOk="0" h="45095" w="45217">
                  <a:moveTo>
                    <a:pt x="5" y="22870"/>
                  </a:moveTo>
                  <a:cubicBezTo>
                    <a:pt x="-249" y="10551"/>
                    <a:pt x="9657" y="264"/>
                    <a:pt x="21976" y="10"/>
                  </a:cubicBezTo>
                  <a:cubicBezTo>
                    <a:pt x="34803" y="-371"/>
                    <a:pt x="45217" y="9789"/>
                    <a:pt x="45217" y="22616"/>
                  </a:cubicBezTo>
                  <a:cubicBezTo>
                    <a:pt x="45217" y="34808"/>
                    <a:pt x="34930" y="45095"/>
                    <a:pt x="22738" y="45095"/>
                  </a:cubicBezTo>
                  <a:cubicBezTo>
                    <a:pt x="10546" y="45095"/>
                    <a:pt x="259" y="35189"/>
                    <a:pt x="5" y="228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26"/>
            <p:cNvSpPr/>
            <p:nvPr/>
          </p:nvSpPr>
          <p:spPr>
            <a:xfrm>
              <a:off x="231892" y="520055"/>
              <a:ext cx="45224" cy="45097"/>
            </a:xfrm>
            <a:custGeom>
              <a:rect b="b" l="l" r="r" t="t"/>
              <a:pathLst>
                <a:path extrusionOk="0" h="45097" w="45224">
                  <a:moveTo>
                    <a:pt x="45222" y="22997"/>
                  </a:moveTo>
                  <a:cubicBezTo>
                    <a:pt x="44968" y="35570"/>
                    <a:pt x="35189" y="45222"/>
                    <a:pt x="22616" y="45095"/>
                  </a:cubicBezTo>
                  <a:cubicBezTo>
                    <a:pt x="9789" y="44968"/>
                    <a:pt x="-371" y="34554"/>
                    <a:pt x="10" y="21727"/>
                  </a:cubicBezTo>
                  <a:cubicBezTo>
                    <a:pt x="391" y="9662"/>
                    <a:pt x="11059" y="-371"/>
                    <a:pt x="23251" y="10"/>
                  </a:cubicBezTo>
                  <a:cubicBezTo>
                    <a:pt x="35697" y="391"/>
                    <a:pt x="45349" y="10551"/>
                    <a:pt x="45222" y="229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26"/>
            <p:cNvSpPr/>
            <p:nvPr/>
          </p:nvSpPr>
          <p:spPr>
            <a:xfrm>
              <a:off x="943355" y="559180"/>
              <a:ext cx="44959" cy="45224"/>
            </a:xfrm>
            <a:custGeom>
              <a:rect b="b" l="l" r="r" t="t"/>
              <a:pathLst>
                <a:path extrusionOk="0" h="45224" w="44959">
                  <a:moveTo>
                    <a:pt x="1" y="22099"/>
                  </a:moveTo>
                  <a:cubicBezTo>
                    <a:pt x="128" y="9653"/>
                    <a:pt x="10161" y="-126"/>
                    <a:pt x="22607" y="1"/>
                  </a:cubicBezTo>
                  <a:cubicBezTo>
                    <a:pt x="35053" y="128"/>
                    <a:pt x="44959" y="10034"/>
                    <a:pt x="44959" y="22480"/>
                  </a:cubicBezTo>
                  <a:cubicBezTo>
                    <a:pt x="44959" y="35434"/>
                    <a:pt x="34545" y="45594"/>
                    <a:pt x="21845" y="45213"/>
                  </a:cubicBezTo>
                  <a:cubicBezTo>
                    <a:pt x="9526" y="44832"/>
                    <a:pt x="-126" y="34672"/>
                    <a:pt x="1" y="222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26"/>
            <p:cNvSpPr/>
            <p:nvPr/>
          </p:nvSpPr>
          <p:spPr>
            <a:xfrm>
              <a:off x="773684" y="687705"/>
              <a:ext cx="60071" cy="58801"/>
            </a:xfrm>
            <a:custGeom>
              <a:rect b="b" l="l" r="r" t="t"/>
              <a:pathLst>
                <a:path extrusionOk="0" h="58801" w="60071">
                  <a:moveTo>
                    <a:pt x="7366" y="54737"/>
                  </a:moveTo>
                  <a:cubicBezTo>
                    <a:pt x="13589" y="40132"/>
                    <a:pt x="12065" y="28702"/>
                    <a:pt x="0" y="18796"/>
                  </a:cubicBezTo>
                  <a:cubicBezTo>
                    <a:pt x="14224" y="18796"/>
                    <a:pt x="26416" y="16891"/>
                    <a:pt x="30861" y="0"/>
                  </a:cubicBezTo>
                  <a:cubicBezTo>
                    <a:pt x="35052" y="14859"/>
                    <a:pt x="42164" y="24511"/>
                    <a:pt x="60071" y="23622"/>
                  </a:cubicBezTo>
                  <a:lnTo>
                    <a:pt x="46482" y="32893"/>
                  </a:lnTo>
                  <a:cubicBezTo>
                    <a:pt x="41783" y="43180"/>
                    <a:pt x="43688" y="50292"/>
                    <a:pt x="43688" y="58801"/>
                  </a:cubicBezTo>
                  <a:cubicBezTo>
                    <a:pt x="32258" y="49149"/>
                    <a:pt x="20955" y="43815"/>
                    <a:pt x="7366" y="547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26"/>
            <p:cNvSpPr/>
            <p:nvPr/>
          </p:nvSpPr>
          <p:spPr>
            <a:xfrm>
              <a:off x="622681" y="843280"/>
              <a:ext cx="37719" cy="37338"/>
            </a:xfrm>
            <a:custGeom>
              <a:rect b="b" l="l" r="r" t="t"/>
              <a:pathLst>
                <a:path extrusionOk="0" h="37338" w="37719">
                  <a:moveTo>
                    <a:pt x="37719" y="18669"/>
                  </a:moveTo>
                  <a:cubicBezTo>
                    <a:pt x="37719" y="28956"/>
                    <a:pt x="29210" y="37338"/>
                    <a:pt x="18796" y="37338"/>
                  </a:cubicBezTo>
                  <a:cubicBezTo>
                    <a:pt x="8255" y="37338"/>
                    <a:pt x="0" y="29083"/>
                    <a:pt x="0" y="18669"/>
                  </a:cubicBezTo>
                  <a:cubicBezTo>
                    <a:pt x="0" y="8255"/>
                    <a:pt x="8255" y="0"/>
                    <a:pt x="18796" y="0"/>
                  </a:cubicBezTo>
                  <a:cubicBezTo>
                    <a:pt x="29337" y="0"/>
                    <a:pt x="37719" y="8509"/>
                    <a:pt x="37719" y="186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26"/>
            <p:cNvSpPr/>
            <p:nvPr/>
          </p:nvSpPr>
          <p:spPr>
            <a:xfrm>
              <a:off x="449453" y="334264"/>
              <a:ext cx="42291" cy="42164"/>
            </a:xfrm>
            <a:custGeom>
              <a:rect b="b" l="l" r="r" t="t"/>
              <a:pathLst>
                <a:path extrusionOk="0" h="42164" w="42291">
                  <a:moveTo>
                    <a:pt x="24765" y="127"/>
                  </a:moveTo>
                  <a:lnTo>
                    <a:pt x="42291" y="24638"/>
                  </a:lnTo>
                  <a:cubicBezTo>
                    <a:pt x="34290" y="30226"/>
                    <a:pt x="25273" y="36576"/>
                    <a:pt x="17399" y="42164"/>
                  </a:cubicBezTo>
                  <a:lnTo>
                    <a:pt x="0" y="17145"/>
                  </a:lnTo>
                  <a:cubicBezTo>
                    <a:pt x="7620" y="11938"/>
                    <a:pt x="16510" y="5715"/>
                    <a:pt x="2476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39" name="Google Shape;1739;p26"/>
          <p:cNvSpPr/>
          <p:nvPr/>
        </p:nvSpPr>
        <p:spPr>
          <a:xfrm>
            <a:off x="235748" y="1856293"/>
            <a:ext cx="605965" cy="614645"/>
          </a:xfrm>
          <a:custGeom>
            <a:rect b="b" l="l" r="r" t="t"/>
            <a:pathLst>
              <a:path extrusionOk="0" h="945607" w="932254">
                <a:moveTo>
                  <a:pt x="514905" y="852495"/>
                </a:moveTo>
                <a:cubicBezTo>
                  <a:pt x="497125" y="852622"/>
                  <a:pt x="483028" y="866592"/>
                  <a:pt x="483282" y="883991"/>
                </a:cubicBezTo>
                <a:cubicBezTo>
                  <a:pt x="483536" y="901390"/>
                  <a:pt x="498268" y="915614"/>
                  <a:pt x="515540" y="915360"/>
                </a:cubicBezTo>
                <a:cubicBezTo>
                  <a:pt x="532177" y="914979"/>
                  <a:pt x="546528" y="900120"/>
                  <a:pt x="546274" y="883483"/>
                </a:cubicBezTo>
                <a:cubicBezTo>
                  <a:pt x="546020" y="866211"/>
                  <a:pt x="532050" y="852495"/>
                  <a:pt x="514905" y="852622"/>
                </a:cubicBezTo>
                <a:moveTo>
                  <a:pt x="129714" y="852622"/>
                </a:moveTo>
                <a:cubicBezTo>
                  <a:pt x="111934" y="852622"/>
                  <a:pt x="97583" y="866465"/>
                  <a:pt x="97456" y="883737"/>
                </a:cubicBezTo>
                <a:cubicBezTo>
                  <a:pt x="97456" y="900501"/>
                  <a:pt x="112696" y="915614"/>
                  <a:pt x="129587" y="915487"/>
                </a:cubicBezTo>
                <a:cubicBezTo>
                  <a:pt x="146732" y="915360"/>
                  <a:pt x="160321" y="901390"/>
                  <a:pt x="160321" y="883864"/>
                </a:cubicBezTo>
                <a:cubicBezTo>
                  <a:pt x="160321" y="866084"/>
                  <a:pt x="147113" y="852622"/>
                  <a:pt x="129714" y="852622"/>
                </a:cubicBezTo>
                <a:moveTo>
                  <a:pt x="112188" y="562173"/>
                </a:moveTo>
                <a:cubicBezTo>
                  <a:pt x="112315" y="544901"/>
                  <a:pt x="98599" y="530931"/>
                  <a:pt x="81327" y="530677"/>
                </a:cubicBezTo>
                <a:cubicBezTo>
                  <a:pt x="64436" y="530423"/>
                  <a:pt x="49450" y="545282"/>
                  <a:pt x="49323" y="562427"/>
                </a:cubicBezTo>
                <a:cubicBezTo>
                  <a:pt x="49196" y="579191"/>
                  <a:pt x="63547" y="593288"/>
                  <a:pt x="80692" y="593415"/>
                </a:cubicBezTo>
                <a:cubicBezTo>
                  <a:pt x="98853" y="593542"/>
                  <a:pt x="112061" y="580334"/>
                  <a:pt x="112188" y="562046"/>
                </a:cubicBezTo>
                <a:moveTo>
                  <a:pt x="787066" y="95448"/>
                </a:moveTo>
                <a:cubicBezTo>
                  <a:pt x="805354" y="95448"/>
                  <a:pt x="818943" y="82367"/>
                  <a:pt x="819070" y="64460"/>
                </a:cubicBezTo>
                <a:cubicBezTo>
                  <a:pt x="819070" y="47315"/>
                  <a:pt x="805354" y="32837"/>
                  <a:pt x="788463" y="32583"/>
                </a:cubicBezTo>
                <a:cubicBezTo>
                  <a:pt x="771318" y="32329"/>
                  <a:pt x="756332" y="46934"/>
                  <a:pt x="756205" y="64079"/>
                </a:cubicBezTo>
                <a:cubicBezTo>
                  <a:pt x="756078" y="81224"/>
                  <a:pt x="770048" y="95448"/>
                  <a:pt x="787066" y="95448"/>
                </a:cubicBezTo>
                <a:moveTo>
                  <a:pt x="386254" y="95448"/>
                </a:moveTo>
                <a:cubicBezTo>
                  <a:pt x="403653" y="95448"/>
                  <a:pt x="417369" y="81986"/>
                  <a:pt x="417496" y="64714"/>
                </a:cubicBezTo>
                <a:cubicBezTo>
                  <a:pt x="417623" y="47061"/>
                  <a:pt x="403526" y="32710"/>
                  <a:pt x="386254" y="32710"/>
                </a:cubicBezTo>
                <a:cubicBezTo>
                  <a:pt x="369490" y="32710"/>
                  <a:pt x="355012" y="47061"/>
                  <a:pt x="354758" y="63825"/>
                </a:cubicBezTo>
                <a:cubicBezTo>
                  <a:pt x="354504" y="81351"/>
                  <a:pt x="368474" y="95448"/>
                  <a:pt x="386254" y="95448"/>
                </a:cubicBezTo>
                <a:moveTo>
                  <a:pt x="321865" y="691586"/>
                </a:moveTo>
                <a:cubicBezTo>
                  <a:pt x="304593" y="691713"/>
                  <a:pt x="289734" y="706699"/>
                  <a:pt x="290242" y="723590"/>
                </a:cubicBezTo>
                <a:cubicBezTo>
                  <a:pt x="290750" y="740481"/>
                  <a:pt x="305228" y="754578"/>
                  <a:pt x="321992" y="754451"/>
                </a:cubicBezTo>
                <a:cubicBezTo>
                  <a:pt x="339772" y="754324"/>
                  <a:pt x="353361" y="740354"/>
                  <a:pt x="353107" y="722574"/>
                </a:cubicBezTo>
                <a:cubicBezTo>
                  <a:pt x="352853" y="705302"/>
                  <a:pt x="338883" y="691459"/>
                  <a:pt x="321865" y="691713"/>
                </a:cubicBezTo>
                <a:moveTo>
                  <a:pt x="594026" y="545282"/>
                </a:moveTo>
                <a:cubicBezTo>
                  <a:pt x="612314" y="545409"/>
                  <a:pt x="626284" y="532201"/>
                  <a:pt x="626538" y="514675"/>
                </a:cubicBezTo>
                <a:cubicBezTo>
                  <a:pt x="626792" y="497530"/>
                  <a:pt x="612314" y="482671"/>
                  <a:pt x="595169" y="482544"/>
                </a:cubicBezTo>
                <a:cubicBezTo>
                  <a:pt x="578278" y="482290"/>
                  <a:pt x="563927" y="496514"/>
                  <a:pt x="563800" y="513532"/>
                </a:cubicBezTo>
                <a:cubicBezTo>
                  <a:pt x="563546" y="531185"/>
                  <a:pt x="576881" y="545155"/>
                  <a:pt x="594026" y="545282"/>
                </a:cubicBezTo>
                <a:moveTo>
                  <a:pt x="321992" y="402661"/>
                </a:moveTo>
                <a:cubicBezTo>
                  <a:pt x="295068" y="402407"/>
                  <a:pt x="275129" y="421965"/>
                  <a:pt x="274748" y="448635"/>
                </a:cubicBezTo>
                <a:cubicBezTo>
                  <a:pt x="274494" y="476829"/>
                  <a:pt x="293671" y="496768"/>
                  <a:pt x="321484" y="497022"/>
                </a:cubicBezTo>
                <a:cubicBezTo>
                  <a:pt x="348281" y="497276"/>
                  <a:pt x="369109" y="477464"/>
                  <a:pt x="369363" y="451429"/>
                </a:cubicBezTo>
                <a:cubicBezTo>
                  <a:pt x="369617" y="422854"/>
                  <a:pt x="350186" y="402788"/>
                  <a:pt x="321992" y="402534"/>
                </a:cubicBezTo>
                <a:moveTo>
                  <a:pt x="804465" y="674822"/>
                </a:moveTo>
                <a:cubicBezTo>
                  <a:pt x="804338" y="701238"/>
                  <a:pt x="825293" y="722320"/>
                  <a:pt x="851836" y="722574"/>
                </a:cubicBezTo>
                <a:cubicBezTo>
                  <a:pt x="878379" y="722828"/>
                  <a:pt x="899080" y="702254"/>
                  <a:pt x="899588" y="675203"/>
                </a:cubicBezTo>
                <a:cubicBezTo>
                  <a:pt x="900096" y="648914"/>
                  <a:pt x="879141" y="627324"/>
                  <a:pt x="852725" y="626943"/>
                </a:cubicBezTo>
                <a:cubicBezTo>
                  <a:pt x="825928" y="626562"/>
                  <a:pt x="804592" y="647771"/>
                  <a:pt x="804592" y="674822"/>
                </a:cubicBezTo>
                <a:moveTo>
                  <a:pt x="80819" y="240101"/>
                </a:moveTo>
                <a:cubicBezTo>
                  <a:pt x="108251" y="240101"/>
                  <a:pt x="128571" y="219781"/>
                  <a:pt x="128571" y="192222"/>
                </a:cubicBezTo>
                <a:cubicBezTo>
                  <a:pt x="128571" y="166060"/>
                  <a:pt x="107997" y="145486"/>
                  <a:pt x="81581" y="145486"/>
                </a:cubicBezTo>
                <a:cubicBezTo>
                  <a:pt x="53895" y="145359"/>
                  <a:pt x="33702" y="165171"/>
                  <a:pt x="33448" y="192857"/>
                </a:cubicBezTo>
                <a:cubicBezTo>
                  <a:pt x="33194" y="219527"/>
                  <a:pt x="53768" y="240101"/>
                  <a:pt x="80819" y="240101"/>
                </a:cubicBezTo>
                <a:moveTo>
                  <a:pt x="547290" y="224734"/>
                </a:moveTo>
                <a:cubicBezTo>
                  <a:pt x="547163" y="251150"/>
                  <a:pt x="568245" y="272613"/>
                  <a:pt x="594534" y="272613"/>
                </a:cubicBezTo>
                <a:cubicBezTo>
                  <a:pt x="621204" y="272740"/>
                  <a:pt x="643048" y="251023"/>
                  <a:pt x="642794" y="224480"/>
                </a:cubicBezTo>
                <a:cubicBezTo>
                  <a:pt x="642540" y="198572"/>
                  <a:pt x="621585" y="177363"/>
                  <a:pt x="595804" y="176982"/>
                </a:cubicBezTo>
                <a:cubicBezTo>
                  <a:pt x="569134" y="176601"/>
                  <a:pt x="547417" y="197937"/>
                  <a:pt x="547290" y="224607"/>
                </a:cubicBezTo>
                <a:moveTo>
                  <a:pt x="279574" y="772231"/>
                </a:moveTo>
                <a:lnTo>
                  <a:pt x="189785" y="849701"/>
                </a:lnTo>
                <a:cubicBezTo>
                  <a:pt x="188134" y="851098"/>
                  <a:pt x="188261" y="856178"/>
                  <a:pt x="189277" y="858972"/>
                </a:cubicBezTo>
                <a:cubicBezTo>
                  <a:pt x="201469" y="890468"/>
                  <a:pt x="189150" y="924631"/>
                  <a:pt x="160194" y="941014"/>
                </a:cubicBezTo>
                <a:cubicBezTo>
                  <a:pt x="148510" y="947618"/>
                  <a:pt x="136191" y="945078"/>
                  <a:pt x="124126" y="945332"/>
                </a:cubicBezTo>
                <a:cubicBezTo>
                  <a:pt x="95678" y="945713"/>
                  <a:pt x="71802" y="926536"/>
                  <a:pt x="66087" y="898850"/>
                </a:cubicBezTo>
                <a:cubicBezTo>
                  <a:pt x="60753" y="873196"/>
                  <a:pt x="67738" y="850971"/>
                  <a:pt x="88058" y="834207"/>
                </a:cubicBezTo>
                <a:cubicBezTo>
                  <a:pt x="109013" y="816935"/>
                  <a:pt x="132508" y="814776"/>
                  <a:pt x="157273" y="825444"/>
                </a:cubicBezTo>
                <a:lnTo>
                  <a:pt x="160575" y="827095"/>
                </a:lnTo>
                <a:cubicBezTo>
                  <a:pt x="179117" y="814522"/>
                  <a:pt x="195500" y="800679"/>
                  <a:pt x="211756" y="786709"/>
                </a:cubicBezTo>
                <a:lnTo>
                  <a:pt x="255317" y="749371"/>
                </a:lnTo>
                <a:cubicBezTo>
                  <a:pt x="259381" y="745942"/>
                  <a:pt x="260016" y="743021"/>
                  <a:pt x="258873" y="737687"/>
                </a:cubicBezTo>
                <a:cubicBezTo>
                  <a:pt x="252015" y="705556"/>
                  <a:pt x="268144" y="675838"/>
                  <a:pt x="298497" y="662630"/>
                </a:cubicBezTo>
                <a:lnTo>
                  <a:pt x="304847" y="657931"/>
                </a:lnTo>
                <a:cubicBezTo>
                  <a:pt x="305228" y="613862"/>
                  <a:pt x="305101" y="572206"/>
                  <a:pt x="305101" y="531439"/>
                </a:cubicBezTo>
                <a:lnTo>
                  <a:pt x="273732" y="515056"/>
                </a:lnTo>
                <a:cubicBezTo>
                  <a:pt x="264588" y="508198"/>
                  <a:pt x="257476" y="498673"/>
                  <a:pt x="248713" y="489529"/>
                </a:cubicBezTo>
                <a:lnTo>
                  <a:pt x="157146" y="535376"/>
                </a:lnTo>
                <a:cubicBezTo>
                  <a:pt x="154352" y="536773"/>
                  <a:pt x="151812" y="538551"/>
                  <a:pt x="148891" y="539440"/>
                </a:cubicBezTo>
                <a:lnTo>
                  <a:pt x="143176" y="543631"/>
                </a:lnTo>
                <a:cubicBezTo>
                  <a:pt x="151558" y="584398"/>
                  <a:pt x="130857" y="617037"/>
                  <a:pt x="95424" y="625673"/>
                </a:cubicBezTo>
                <a:cubicBezTo>
                  <a:pt x="61769" y="633928"/>
                  <a:pt x="26082" y="612084"/>
                  <a:pt x="17954" y="578175"/>
                </a:cubicBezTo>
                <a:cubicBezTo>
                  <a:pt x="9572" y="542742"/>
                  <a:pt x="32051" y="506547"/>
                  <a:pt x="66976" y="499181"/>
                </a:cubicBezTo>
                <a:cubicBezTo>
                  <a:pt x="86280" y="495117"/>
                  <a:pt x="103425" y="499435"/>
                  <a:pt x="119554" y="510230"/>
                </a:cubicBezTo>
                <a:lnTo>
                  <a:pt x="127047" y="512516"/>
                </a:lnTo>
                <a:cubicBezTo>
                  <a:pt x="165020" y="493974"/>
                  <a:pt x="200072" y="476067"/>
                  <a:pt x="235378" y="458668"/>
                </a:cubicBezTo>
                <a:lnTo>
                  <a:pt x="241601" y="454985"/>
                </a:lnTo>
                <a:cubicBezTo>
                  <a:pt x="240585" y="434157"/>
                  <a:pt x="245538" y="419679"/>
                  <a:pt x="254047" y="405201"/>
                </a:cubicBezTo>
                <a:lnTo>
                  <a:pt x="229282" y="377134"/>
                </a:lnTo>
                <a:cubicBezTo>
                  <a:pt x="196516" y="340685"/>
                  <a:pt x="163623" y="304236"/>
                  <a:pt x="131111" y="267660"/>
                </a:cubicBezTo>
                <a:lnTo>
                  <a:pt x="123364" y="262453"/>
                </a:lnTo>
                <a:cubicBezTo>
                  <a:pt x="87423" y="278836"/>
                  <a:pt x="58467" y="277058"/>
                  <a:pt x="31797" y="257246"/>
                </a:cubicBezTo>
                <a:cubicBezTo>
                  <a:pt x="5127" y="237434"/>
                  <a:pt x="-4017" y="209494"/>
                  <a:pt x="1571" y="177871"/>
                </a:cubicBezTo>
                <a:cubicBezTo>
                  <a:pt x="7286" y="145486"/>
                  <a:pt x="27352" y="124023"/>
                  <a:pt x="59356" y="114752"/>
                </a:cubicBezTo>
                <a:cubicBezTo>
                  <a:pt x="90217" y="105862"/>
                  <a:pt x="124761" y="117038"/>
                  <a:pt x="144192" y="141676"/>
                </a:cubicBezTo>
                <a:cubicBezTo>
                  <a:pt x="164639" y="167584"/>
                  <a:pt x="167814" y="203398"/>
                  <a:pt x="152193" y="231973"/>
                </a:cubicBezTo>
                <a:lnTo>
                  <a:pt x="150034" y="235656"/>
                </a:lnTo>
                <a:cubicBezTo>
                  <a:pt x="191817" y="285694"/>
                  <a:pt x="234743" y="333319"/>
                  <a:pt x="275256" y="378404"/>
                </a:cubicBezTo>
                <a:cubicBezTo>
                  <a:pt x="292782" y="375102"/>
                  <a:pt x="307895" y="370022"/>
                  <a:pt x="323135" y="369641"/>
                </a:cubicBezTo>
                <a:cubicBezTo>
                  <a:pt x="360854" y="368752"/>
                  <a:pt x="391969" y="394152"/>
                  <a:pt x="400605" y="430982"/>
                </a:cubicBezTo>
                <a:lnTo>
                  <a:pt x="403653" y="437459"/>
                </a:lnTo>
                <a:cubicBezTo>
                  <a:pt x="451278" y="450286"/>
                  <a:pt x="494458" y="462351"/>
                  <a:pt x="537765" y="473908"/>
                </a:cubicBezTo>
                <a:lnTo>
                  <a:pt x="543861" y="472892"/>
                </a:lnTo>
                <a:cubicBezTo>
                  <a:pt x="555291" y="465526"/>
                  <a:pt x="564054" y="459557"/>
                  <a:pt x="572690" y="453207"/>
                </a:cubicBezTo>
                <a:lnTo>
                  <a:pt x="578151" y="448127"/>
                </a:lnTo>
                <a:cubicBezTo>
                  <a:pt x="578532" y="400502"/>
                  <a:pt x="578532" y="355417"/>
                  <a:pt x="578151" y="310332"/>
                </a:cubicBezTo>
                <a:lnTo>
                  <a:pt x="574849" y="303728"/>
                </a:lnTo>
                <a:cubicBezTo>
                  <a:pt x="535606" y="293187"/>
                  <a:pt x="507031" y="253944"/>
                  <a:pt x="515540" y="210637"/>
                </a:cubicBezTo>
                <a:lnTo>
                  <a:pt x="515286" y="201112"/>
                </a:lnTo>
                <a:cubicBezTo>
                  <a:pt x="495474" y="184729"/>
                  <a:pt x="480615" y="171902"/>
                  <a:pt x="465629" y="158948"/>
                </a:cubicBezTo>
                <a:lnTo>
                  <a:pt x="420163" y="119959"/>
                </a:lnTo>
                <a:cubicBezTo>
                  <a:pt x="402383" y="129484"/>
                  <a:pt x="383841" y="132151"/>
                  <a:pt x="364410" y="125293"/>
                </a:cubicBezTo>
                <a:cubicBezTo>
                  <a:pt x="349932" y="120086"/>
                  <a:pt x="338756" y="110815"/>
                  <a:pt x="330755" y="97861"/>
                </a:cubicBezTo>
                <a:cubicBezTo>
                  <a:pt x="315134" y="72842"/>
                  <a:pt x="319452" y="40965"/>
                  <a:pt x="339899" y="18740"/>
                </a:cubicBezTo>
                <a:cubicBezTo>
                  <a:pt x="359457" y="-2469"/>
                  <a:pt x="399208" y="-3993"/>
                  <a:pt x="419401" y="8580"/>
                </a:cubicBezTo>
                <a:cubicBezTo>
                  <a:pt x="448865" y="26868"/>
                  <a:pt x="457247" y="55697"/>
                  <a:pt x="443785" y="96210"/>
                </a:cubicBezTo>
                <a:lnTo>
                  <a:pt x="532812" y="172537"/>
                </a:lnTo>
                <a:cubicBezTo>
                  <a:pt x="548179" y="155265"/>
                  <a:pt x="567229" y="145486"/>
                  <a:pt x="589835" y="144216"/>
                </a:cubicBezTo>
                <a:cubicBezTo>
                  <a:pt x="612187" y="142946"/>
                  <a:pt x="632380" y="149677"/>
                  <a:pt x="649906" y="165044"/>
                </a:cubicBezTo>
                <a:lnTo>
                  <a:pt x="715311" y="109545"/>
                </a:lnTo>
                <a:cubicBezTo>
                  <a:pt x="725852" y="101163"/>
                  <a:pt x="729916" y="94686"/>
                  <a:pt x="725344" y="79700"/>
                </a:cubicBezTo>
                <a:cubicBezTo>
                  <a:pt x="715692" y="48077"/>
                  <a:pt x="733218" y="15184"/>
                  <a:pt x="764079" y="4389"/>
                </a:cubicBezTo>
                <a:cubicBezTo>
                  <a:pt x="788336" y="-4120"/>
                  <a:pt x="814752" y="-691"/>
                  <a:pt x="833421" y="18486"/>
                </a:cubicBezTo>
                <a:cubicBezTo>
                  <a:pt x="852090" y="37663"/>
                  <a:pt x="857678" y="64968"/>
                  <a:pt x="847391" y="89225"/>
                </a:cubicBezTo>
                <a:cubicBezTo>
                  <a:pt x="837104" y="113482"/>
                  <a:pt x="813863" y="129738"/>
                  <a:pt x="788209" y="128722"/>
                </a:cubicBezTo>
                <a:lnTo>
                  <a:pt x="758745" y="122626"/>
                </a:lnTo>
                <a:cubicBezTo>
                  <a:pt x="755951" y="122118"/>
                  <a:pt x="751887" y="121991"/>
                  <a:pt x="749982" y="123515"/>
                </a:cubicBezTo>
                <a:lnTo>
                  <a:pt x="669337" y="192222"/>
                </a:lnTo>
                <a:cubicBezTo>
                  <a:pt x="677973" y="215717"/>
                  <a:pt x="678481" y="239212"/>
                  <a:pt x="667051" y="261818"/>
                </a:cubicBezTo>
                <a:cubicBezTo>
                  <a:pt x="655621" y="284678"/>
                  <a:pt x="636444" y="298267"/>
                  <a:pt x="611552" y="304617"/>
                </a:cubicBezTo>
                <a:lnTo>
                  <a:pt x="611298" y="426156"/>
                </a:lnTo>
                <a:cubicBezTo>
                  <a:pt x="611044" y="441396"/>
                  <a:pt x="611806" y="452318"/>
                  <a:pt x="629078" y="460319"/>
                </a:cubicBezTo>
                <a:cubicBezTo>
                  <a:pt x="649906" y="469844"/>
                  <a:pt x="658669" y="490545"/>
                  <a:pt x="659685" y="513659"/>
                </a:cubicBezTo>
                <a:lnTo>
                  <a:pt x="661082" y="521406"/>
                </a:lnTo>
                <a:cubicBezTo>
                  <a:pt x="710485" y="551378"/>
                  <a:pt x="757729" y="579699"/>
                  <a:pt x="804719" y="607893"/>
                </a:cubicBezTo>
                <a:cubicBezTo>
                  <a:pt x="845613" y="582239"/>
                  <a:pt x="891206" y="593796"/>
                  <a:pt x="915463" y="624657"/>
                </a:cubicBezTo>
                <a:cubicBezTo>
                  <a:pt x="939085" y="654629"/>
                  <a:pt x="937561" y="700984"/>
                  <a:pt x="912288" y="728670"/>
                </a:cubicBezTo>
                <a:cubicBezTo>
                  <a:pt x="884348" y="759277"/>
                  <a:pt x="840152" y="764865"/>
                  <a:pt x="805735" y="741878"/>
                </a:cubicBezTo>
                <a:cubicBezTo>
                  <a:pt x="775890" y="721939"/>
                  <a:pt x="757729" y="678251"/>
                  <a:pt x="781478" y="632912"/>
                </a:cubicBezTo>
                <a:lnTo>
                  <a:pt x="648001" y="552648"/>
                </a:lnTo>
                <a:cubicBezTo>
                  <a:pt x="626665" y="576905"/>
                  <a:pt x="600757" y="586430"/>
                  <a:pt x="570277" y="573857"/>
                </a:cubicBezTo>
                <a:cubicBezTo>
                  <a:pt x="541448" y="561919"/>
                  <a:pt x="529256" y="538297"/>
                  <a:pt x="530018" y="506674"/>
                </a:cubicBezTo>
                <a:lnTo>
                  <a:pt x="403399" y="472003"/>
                </a:lnTo>
                <a:cubicBezTo>
                  <a:pt x="394382" y="484957"/>
                  <a:pt x="387524" y="498800"/>
                  <a:pt x="376983" y="508833"/>
                </a:cubicBezTo>
                <a:cubicBezTo>
                  <a:pt x="366696" y="518612"/>
                  <a:pt x="352599" y="524454"/>
                  <a:pt x="338248" y="533217"/>
                </a:cubicBezTo>
                <a:lnTo>
                  <a:pt x="338248" y="619577"/>
                </a:lnTo>
                <a:cubicBezTo>
                  <a:pt x="338248" y="630372"/>
                  <a:pt x="338502" y="641167"/>
                  <a:pt x="338121" y="651962"/>
                </a:cubicBezTo>
                <a:lnTo>
                  <a:pt x="339264" y="660344"/>
                </a:lnTo>
                <a:cubicBezTo>
                  <a:pt x="376602" y="675330"/>
                  <a:pt x="391842" y="705683"/>
                  <a:pt x="384730" y="739084"/>
                </a:cubicBezTo>
                <a:lnTo>
                  <a:pt x="385746" y="746323"/>
                </a:lnTo>
                <a:cubicBezTo>
                  <a:pt x="416480" y="773120"/>
                  <a:pt x="445309" y="797758"/>
                  <a:pt x="474011" y="822523"/>
                </a:cubicBezTo>
                <a:lnTo>
                  <a:pt x="482266" y="827476"/>
                </a:lnTo>
                <a:cubicBezTo>
                  <a:pt x="520874" y="809823"/>
                  <a:pt x="558974" y="824555"/>
                  <a:pt x="573706" y="857067"/>
                </a:cubicBezTo>
                <a:cubicBezTo>
                  <a:pt x="588311" y="889198"/>
                  <a:pt x="574468" y="927298"/>
                  <a:pt x="542083" y="941903"/>
                </a:cubicBezTo>
                <a:lnTo>
                  <a:pt x="525954" y="944443"/>
                </a:lnTo>
                <a:cubicBezTo>
                  <a:pt x="499284" y="946983"/>
                  <a:pt x="482647" y="944189"/>
                  <a:pt x="468804" y="929838"/>
                </a:cubicBezTo>
                <a:cubicBezTo>
                  <a:pt x="452802" y="913201"/>
                  <a:pt x="442261" y="885388"/>
                  <a:pt x="457374" y="852114"/>
                </a:cubicBezTo>
                <a:lnTo>
                  <a:pt x="364537" y="772485"/>
                </a:lnTo>
                <a:cubicBezTo>
                  <a:pt x="351837" y="781375"/>
                  <a:pt x="338248" y="788106"/>
                  <a:pt x="322246" y="787979"/>
                </a:cubicBezTo>
                <a:cubicBezTo>
                  <a:pt x="306244" y="787852"/>
                  <a:pt x="292147" y="782518"/>
                  <a:pt x="279447" y="772231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40" name="Google Shape;1740;p26"/>
          <p:cNvGrpSpPr/>
          <p:nvPr/>
        </p:nvGrpSpPr>
        <p:grpSpPr>
          <a:xfrm>
            <a:off x="138506" y="9307774"/>
            <a:ext cx="801318" cy="443295"/>
            <a:chOff x="63500" y="63500"/>
            <a:chExt cx="1508506" cy="834517"/>
          </a:xfrm>
        </p:grpSpPr>
        <p:sp>
          <p:nvSpPr>
            <p:cNvPr id="1741" name="Google Shape;1741;p26"/>
            <p:cNvSpPr/>
            <p:nvPr/>
          </p:nvSpPr>
          <p:spPr>
            <a:xfrm>
              <a:off x="63500" y="63500"/>
              <a:ext cx="1508506" cy="834517"/>
            </a:xfrm>
            <a:custGeom>
              <a:rect b="b" l="l" r="r" t="t"/>
              <a:pathLst>
                <a:path extrusionOk="0" h="834517" w="1508506">
                  <a:moveTo>
                    <a:pt x="754253" y="30988"/>
                  </a:moveTo>
                  <a:cubicBezTo>
                    <a:pt x="355473" y="30988"/>
                    <a:pt x="30988" y="204216"/>
                    <a:pt x="30988" y="417195"/>
                  </a:cubicBezTo>
                  <a:cubicBezTo>
                    <a:pt x="30988" y="630174"/>
                    <a:pt x="355473" y="803402"/>
                    <a:pt x="754253" y="803402"/>
                  </a:cubicBezTo>
                  <a:cubicBezTo>
                    <a:pt x="1153033" y="803402"/>
                    <a:pt x="1477518" y="630174"/>
                    <a:pt x="1477518" y="417195"/>
                  </a:cubicBezTo>
                  <a:cubicBezTo>
                    <a:pt x="1477518" y="204216"/>
                    <a:pt x="1153033" y="30988"/>
                    <a:pt x="754253" y="30988"/>
                  </a:cubicBezTo>
                  <a:moveTo>
                    <a:pt x="754253" y="834390"/>
                  </a:moveTo>
                  <a:cubicBezTo>
                    <a:pt x="338328" y="834517"/>
                    <a:pt x="0" y="647319"/>
                    <a:pt x="0" y="417195"/>
                  </a:cubicBezTo>
                  <a:cubicBezTo>
                    <a:pt x="0" y="187071"/>
                    <a:pt x="338328" y="0"/>
                    <a:pt x="754253" y="0"/>
                  </a:cubicBezTo>
                  <a:cubicBezTo>
                    <a:pt x="1170178" y="0"/>
                    <a:pt x="1508506" y="187198"/>
                    <a:pt x="1508506" y="417195"/>
                  </a:cubicBezTo>
                  <a:cubicBezTo>
                    <a:pt x="1508506" y="647192"/>
                    <a:pt x="1170178" y="834517"/>
                    <a:pt x="754253" y="8345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26"/>
            <p:cNvSpPr/>
            <p:nvPr/>
          </p:nvSpPr>
          <p:spPr>
            <a:xfrm>
              <a:off x="309372" y="287274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26"/>
            <p:cNvSpPr/>
            <p:nvPr/>
          </p:nvSpPr>
          <p:spPr>
            <a:xfrm>
              <a:off x="515239" y="642112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26"/>
            <p:cNvSpPr/>
            <p:nvPr/>
          </p:nvSpPr>
          <p:spPr>
            <a:xfrm>
              <a:off x="372745" y="561467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26"/>
            <p:cNvSpPr/>
            <p:nvPr/>
          </p:nvSpPr>
          <p:spPr>
            <a:xfrm>
              <a:off x="453390" y="39331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26"/>
            <p:cNvSpPr/>
            <p:nvPr/>
          </p:nvSpPr>
          <p:spPr>
            <a:xfrm>
              <a:off x="957580" y="325755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26"/>
            <p:cNvSpPr/>
            <p:nvPr/>
          </p:nvSpPr>
          <p:spPr>
            <a:xfrm>
              <a:off x="850392" y="727202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26"/>
            <p:cNvSpPr/>
            <p:nvPr/>
          </p:nvSpPr>
          <p:spPr>
            <a:xfrm>
              <a:off x="217170" y="451358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26"/>
            <p:cNvSpPr/>
            <p:nvPr/>
          </p:nvSpPr>
          <p:spPr>
            <a:xfrm>
              <a:off x="618490" y="302006"/>
              <a:ext cx="35052" cy="34798"/>
            </a:xfrm>
            <a:custGeom>
              <a:rect b="b" l="l" r="r" t="t"/>
              <a:pathLst>
                <a:path extrusionOk="0" h="34798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747"/>
                  </a:lnTo>
                  <a:cubicBezTo>
                    <a:pt x="0" y="27051"/>
                    <a:pt x="7874" y="34798"/>
                    <a:pt x="17526" y="34798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26"/>
            <p:cNvSpPr/>
            <p:nvPr/>
          </p:nvSpPr>
          <p:spPr>
            <a:xfrm>
              <a:off x="1103122" y="708914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26"/>
            <p:cNvSpPr/>
            <p:nvPr/>
          </p:nvSpPr>
          <p:spPr>
            <a:xfrm>
              <a:off x="845947" y="435483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127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26"/>
            <p:cNvSpPr/>
            <p:nvPr/>
          </p:nvSpPr>
          <p:spPr>
            <a:xfrm>
              <a:off x="1069594" y="284734"/>
              <a:ext cx="35052" cy="34798"/>
            </a:xfrm>
            <a:custGeom>
              <a:rect b="b" l="l" r="r" t="t"/>
              <a:pathLst>
                <a:path extrusionOk="0" h="34798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747"/>
                  </a:lnTo>
                  <a:cubicBezTo>
                    <a:pt x="0" y="27051"/>
                    <a:pt x="7874" y="34798"/>
                    <a:pt x="17526" y="34798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26"/>
            <p:cNvSpPr/>
            <p:nvPr/>
          </p:nvSpPr>
          <p:spPr>
            <a:xfrm>
              <a:off x="615950" y="758190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26"/>
            <p:cNvSpPr/>
            <p:nvPr/>
          </p:nvSpPr>
          <p:spPr>
            <a:xfrm>
              <a:off x="930148" y="19392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26"/>
            <p:cNvSpPr/>
            <p:nvPr/>
          </p:nvSpPr>
          <p:spPr>
            <a:xfrm>
              <a:off x="1380236" y="346964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26"/>
            <p:cNvSpPr/>
            <p:nvPr/>
          </p:nvSpPr>
          <p:spPr>
            <a:xfrm>
              <a:off x="1293622" y="603377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26"/>
            <p:cNvSpPr/>
            <p:nvPr/>
          </p:nvSpPr>
          <p:spPr>
            <a:xfrm>
              <a:off x="691261" y="174498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26"/>
            <p:cNvSpPr/>
            <p:nvPr/>
          </p:nvSpPr>
          <p:spPr>
            <a:xfrm>
              <a:off x="1224153" y="416433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26"/>
            <p:cNvSpPr/>
            <p:nvPr/>
          </p:nvSpPr>
          <p:spPr>
            <a:xfrm>
              <a:off x="276733" y="615696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26"/>
            <p:cNvSpPr/>
            <p:nvPr/>
          </p:nvSpPr>
          <p:spPr>
            <a:xfrm>
              <a:off x="995299" y="455295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26"/>
            <p:cNvSpPr/>
            <p:nvPr/>
          </p:nvSpPr>
          <p:spPr>
            <a:xfrm>
              <a:off x="701421" y="568579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26"/>
            <p:cNvSpPr/>
            <p:nvPr/>
          </p:nvSpPr>
          <p:spPr>
            <a:xfrm>
              <a:off x="740029" y="366141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26"/>
            <p:cNvSpPr/>
            <p:nvPr/>
          </p:nvSpPr>
          <p:spPr>
            <a:xfrm>
              <a:off x="517525" y="16979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26"/>
            <p:cNvSpPr/>
            <p:nvPr/>
          </p:nvSpPr>
          <p:spPr>
            <a:xfrm>
              <a:off x="600075" y="435991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26"/>
            <p:cNvSpPr/>
            <p:nvPr/>
          </p:nvSpPr>
          <p:spPr>
            <a:xfrm>
              <a:off x="884809" y="609981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26"/>
            <p:cNvSpPr/>
            <p:nvPr/>
          </p:nvSpPr>
          <p:spPr>
            <a:xfrm>
              <a:off x="1108710" y="605028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26"/>
            <p:cNvSpPr/>
            <p:nvPr/>
          </p:nvSpPr>
          <p:spPr>
            <a:xfrm>
              <a:off x="1383157" y="511048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26"/>
            <p:cNvSpPr/>
            <p:nvPr/>
          </p:nvSpPr>
          <p:spPr>
            <a:xfrm>
              <a:off x="1134237" y="508381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26"/>
            <p:cNvSpPr/>
            <p:nvPr/>
          </p:nvSpPr>
          <p:spPr>
            <a:xfrm>
              <a:off x="1224407" y="237744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70" name="Google Shape;1770;p26"/>
          <p:cNvGrpSpPr/>
          <p:nvPr/>
        </p:nvGrpSpPr>
        <p:grpSpPr>
          <a:xfrm>
            <a:off x="198554" y="3255792"/>
            <a:ext cx="678939" cy="675634"/>
            <a:chOff x="63500" y="63500"/>
            <a:chExt cx="1043559" cy="1038479"/>
          </a:xfrm>
        </p:grpSpPr>
        <p:sp>
          <p:nvSpPr>
            <p:cNvPr id="1771" name="Google Shape;1771;p26"/>
            <p:cNvSpPr/>
            <p:nvPr/>
          </p:nvSpPr>
          <p:spPr>
            <a:xfrm>
              <a:off x="66929" y="144399"/>
              <a:ext cx="242316" cy="611378"/>
            </a:xfrm>
            <a:custGeom>
              <a:rect b="b" l="l" r="r" t="t"/>
              <a:pathLst>
                <a:path extrusionOk="0" h="611378" w="242316">
                  <a:moveTo>
                    <a:pt x="225044" y="611378"/>
                  </a:moveTo>
                  <a:lnTo>
                    <a:pt x="178308" y="611378"/>
                  </a:lnTo>
                  <a:cubicBezTo>
                    <a:pt x="78359" y="611378"/>
                    <a:pt x="0" y="535305"/>
                    <a:pt x="0" y="438277"/>
                  </a:cubicBezTo>
                  <a:cubicBezTo>
                    <a:pt x="0" y="350520"/>
                    <a:pt x="63246" y="276733"/>
                    <a:pt x="148717" y="262509"/>
                  </a:cubicBezTo>
                  <a:cubicBezTo>
                    <a:pt x="138049" y="234061"/>
                    <a:pt x="132588" y="203962"/>
                    <a:pt x="132588" y="173101"/>
                  </a:cubicBezTo>
                  <a:cubicBezTo>
                    <a:pt x="132588" y="112649"/>
                    <a:pt x="154305" y="53975"/>
                    <a:pt x="193675" y="8001"/>
                  </a:cubicBezTo>
                  <a:lnTo>
                    <a:pt x="210820" y="0"/>
                  </a:lnTo>
                  <a:cubicBezTo>
                    <a:pt x="225298" y="12446"/>
                    <a:pt x="226187" y="23241"/>
                    <a:pt x="219964" y="30607"/>
                  </a:cubicBezTo>
                  <a:cubicBezTo>
                    <a:pt x="185928" y="70358"/>
                    <a:pt x="167259" y="121031"/>
                    <a:pt x="167259" y="173228"/>
                  </a:cubicBezTo>
                  <a:cubicBezTo>
                    <a:pt x="167259" y="202819"/>
                    <a:pt x="172974" y="231521"/>
                    <a:pt x="184404" y="258572"/>
                  </a:cubicBezTo>
                  <a:lnTo>
                    <a:pt x="189357" y="270256"/>
                  </a:lnTo>
                  <a:cubicBezTo>
                    <a:pt x="191516" y="275336"/>
                    <a:pt x="191135" y="281051"/>
                    <a:pt x="188341" y="285750"/>
                  </a:cubicBezTo>
                  <a:lnTo>
                    <a:pt x="180721" y="293624"/>
                  </a:lnTo>
                  <a:lnTo>
                    <a:pt x="162687" y="295656"/>
                  </a:lnTo>
                  <a:cubicBezTo>
                    <a:pt x="89662" y="303403"/>
                    <a:pt x="34671" y="364871"/>
                    <a:pt x="34671" y="438277"/>
                  </a:cubicBezTo>
                  <a:cubicBezTo>
                    <a:pt x="34671" y="515874"/>
                    <a:pt x="97790" y="576707"/>
                    <a:pt x="178308" y="576707"/>
                  </a:cubicBezTo>
                  <a:lnTo>
                    <a:pt x="225044" y="576707"/>
                  </a:lnTo>
                  <a:cubicBezTo>
                    <a:pt x="234569" y="576707"/>
                    <a:pt x="242316" y="584454"/>
                    <a:pt x="242316" y="593979"/>
                  </a:cubicBezTo>
                  <a:lnTo>
                    <a:pt x="234569" y="611251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26"/>
            <p:cNvSpPr/>
            <p:nvPr/>
          </p:nvSpPr>
          <p:spPr>
            <a:xfrm>
              <a:off x="370797" y="63500"/>
              <a:ext cx="734484" cy="692277"/>
            </a:xfrm>
            <a:custGeom>
              <a:rect b="b" l="l" r="r" t="t"/>
              <a:pathLst>
                <a:path extrusionOk="0" h="692277" w="734484">
                  <a:moveTo>
                    <a:pt x="594149" y="692277"/>
                  </a:moveTo>
                  <a:lnTo>
                    <a:pt x="509567" y="692277"/>
                  </a:lnTo>
                  <a:cubicBezTo>
                    <a:pt x="500042" y="692277"/>
                    <a:pt x="492295" y="684530"/>
                    <a:pt x="492295" y="675005"/>
                  </a:cubicBezTo>
                  <a:lnTo>
                    <a:pt x="500042" y="657733"/>
                  </a:lnTo>
                  <a:lnTo>
                    <a:pt x="594149" y="657733"/>
                  </a:lnTo>
                  <a:cubicBezTo>
                    <a:pt x="654474" y="657733"/>
                    <a:pt x="699940" y="614426"/>
                    <a:pt x="699940" y="557149"/>
                  </a:cubicBezTo>
                  <a:cubicBezTo>
                    <a:pt x="699940" y="499872"/>
                    <a:pt x="654982" y="453517"/>
                    <a:pt x="597705" y="451612"/>
                  </a:cubicBezTo>
                  <a:lnTo>
                    <a:pt x="584370" y="451231"/>
                  </a:lnTo>
                  <a:cubicBezTo>
                    <a:pt x="578782" y="451104"/>
                    <a:pt x="573575" y="448183"/>
                    <a:pt x="570527" y="443484"/>
                  </a:cubicBezTo>
                  <a:lnTo>
                    <a:pt x="566844" y="432816"/>
                  </a:lnTo>
                  <a:lnTo>
                    <a:pt x="573829" y="415036"/>
                  </a:lnTo>
                  <a:cubicBezTo>
                    <a:pt x="582211" y="393700"/>
                    <a:pt x="586402" y="371348"/>
                    <a:pt x="586402" y="348869"/>
                  </a:cubicBezTo>
                  <a:cubicBezTo>
                    <a:pt x="586402" y="248793"/>
                    <a:pt x="504868" y="167259"/>
                    <a:pt x="404792" y="167259"/>
                  </a:cubicBezTo>
                  <a:cubicBezTo>
                    <a:pt x="376471" y="167259"/>
                    <a:pt x="349039" y="173736"/>
                    <a:pt x="323385" y="186690"/>
                  </a:cubicBezTo>
                  <a:lnTo>
                    <a:pt x="314368" y="191262"/>
                  </a:lnTo>
                  <a:lnTo>
                    <a:pt x="304970" y="193675"/>
                  </a:lnTo>
                  <a:cubicBezTo>
                    <a:pt x="295953" y="190246"/>
                    <a:pt x="292270" y="186690"/>
                    <a:pt x="290492" y="182245"/>
                  </a:cubicBezTo>
                  <a:lnTo>
                    <a:pt x="286682" y="172593"/>
                  </a:lnTo>
                  <a:cubicBezTo>
                    <a:pt x="252900" y="88773"/>
                    <a:pt x="172890" y="34671"/>
                    <a:pt x="82720" y="34671"/>
                  </a:cubicBezTo>
                  <a:cubicBezTo>
                    <a:pt x="61638" y="34671"/>
                    <a:pt x="40937" y="37592"/>
                    <a:pt x="20998" y="43434"/>
                  </a:cubicBezTo>
                  <a:lnTo>
                    <a:pt x="2202" y="40894"/>
                  </a:lnTo>
                  <a:cubicBezTo>
                    <a:pt x="-3259" y="22606"/>
                    <a:pt x="2075" y="12954"/>
                    <a:pt x="11219" y="10287"/>
                  </a:cubicBezTo>
                  <a:cubicBezTo>
                    <a:pt x="34333" y="3429"/>
                    <a:pt x="58336" y="0"/>
                    <a:pt x="82720" y="0"/>
                  </a:cubicBezTo>
                  <a:cubicBezTo>
                    <a:pt x="184320" y="0"/>
                    <a:pt x="274744" y="59436"/>
                    <a:pt x="315257" y="152019"/>
                  </a:cubicBezTo>
                  <a:cubicBezTo>
                    <a:pt x="343705" y="139065"/>
                    <a:pt x="373677" y="132461"/>
                    <a:pt x="404665" y="132461"/>
                  </a:cubicBezTo>
                  <a:cubicBezTo>
                    <a:pt x="523918" y="132461"/>
                    <a:pt x="620819" y="229489"/>
                    <a:pt x="620819" y="348615"/>
                  </a:cubicBezTo>
                  <a:cubicBezTo>
                    <a:pt x="620819" y="371983"/>
                    <a:pt x="617009" y="395097"/>
                    <a:pt x="609389" y="417449"/>
                  </a:cubicBezTo>
                  <a:cubicBezTo>
                    <a:pt x="680382" y="425069"/>
                    <a:pt x="734484" y="484378"/>
                    <a:pt x="734484" y="556895"/>
                  </a:cubicBezTo>
                  <a:cubicBezTo>
                    <a:pt x="734484" y="632714"/>
                    <a:pt x="672762" y="692150"/>
                    <a:pt x="594022" y="692150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26"/>
            <p:cNvSpPr/>
            <p:nvPr/>
          </p:nvSpPr>
          <p:spPr>
            <a:xfrm>
              <a:off x="414528" y="998093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26"/>
            <p:cNvSpPr/>
            <p:nvPr/>
          </p:nvSpPr>
          <p:spPr>
            <a:xfrm>
              <a:off x="414528" y="790448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26"/>
            <p:cNvSpPr/>
            <p:nvPr/>
          </p:nvSpPr>
          <p:spPr>
            <a:xfrm>
              <a:off x="414528" y="582803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26"/>
            <p:cNvSpPr/>
            <p:nvPr/>
          </p:nvSpPr>
          <p:spPr>
            <a:xfrm>
              <a:off x="343916" y="928878"/>
              <a:ext cx="484505" cy="173101"/>
            </a:xfrm>
            <a:custGeom>
              <a:rect b="b" l="l" r="r" t="t"/>
              <a:pathLst>
                <a:path extrusionOk="0" h="173101" w="484505">
                  <a:moveTo>
                    <a:pt x="34544" y="138430"/>
                  </a:moveTo>
                  <a:lnTo>
                    <a:pt x="449834" y="138430"/>
                  </a:lnTo>
                  <a:lnTo>
                    <a:pt x="449834" y="34544"/>
                  </a:lnTo>
                  <a:lnTo>
                    <a:pt x="34544" y="34544"/>
                  </a:lnTo>
                  <a:close/>
                  <a:moveTo>
                    <a:pt x="467233" y="173101"/>
                  </a:moveTo>
                  <a:lnTo>
                    <a:pt x="17272" y="173101"/>
                  </a:lnTo>
                  <a:cubicBezTo>
                    <a:pt x="7747" y="173101"/>
                    <a:pt x="0" y="165354"/>
                    <a:pt x="0" y="155829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26"/>
            <p:cNvSpPr/>
            <p:nvPr/>
          </p:nvSpPr>
          <p:spPr>
            <a:xfrm>
              <a:off x="343916" y="721233"/>
              <a:ext cx="484505" cy="172974"/>
            </a:xfrm>
            <a:custGeom>
              <a:rect b="b" l="l" r="r" t="t"/>
              <a:pathLst>
                <a:path extrusionOk="0" h="172974" w="484505">
                  <a:moveTo>
                    <a:pt x="34544" y="138303"/>
                  </a:moveTo>
                  <a:lnTo>
                    <a:pt x="449834" y="138303"/>
                  </a:lnTo>
                  <a:lnTo>
                    <a:pt x="449834" y="34544"/>
                  </a:lnTo>
                  <a:lnTo>
                    <a:pt x="34544" y="34544"/>
                  </a:lnTo>
                  <a:close/>
                  <a:moveTo>
                    <a:pt x="467233" y="172974"/>
                  </a:moveTo>
                  <a:lnTo>
                    <a:pt x="17272" y="172974"/>
                  </a:lnTo>
                  <a:cubicBezTo>
                    <a:pt x="7747" y="172974"/>
                    <a:pt x="0" y="165227"/>
                    <a:pt x="0" y="155702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26"/>
            <p:cNvSpPr/>
            <p:nvPr/>
          </p:nvSpPr>
          <p:spPr>
            <a:xfrm>
              <a:off x="343916" y="513461"/>
              <a:ext cx="484505" cy="173101"/>
            </a:xfrm>
            <a:custGeom>
              <a:rect b="b" l="l" r="r" t="t"/>
              <a:pathLst>
                <a:path extrusionOk="0" h="173101" w="484505">
                  <a:moveTo>
                    <a:pt x="34544" y="138430"/>
                  </a:moveTo>
                  <a:lnTo>
                    <a:pt x="449834" y="138430"/>
                  </a:lnTo>
                  <a:lnTo>
                    <a:pt x="449834" y="34671"/>
                  </a:lnTo>
                  <a:lnTo>
                    <a:pt x="34544" y="34671"/>
                  </a:lnTo>
                  <a:close/>
                  <a:moveTo>
                    <a:pt x="467233" y="173101"/>
                  </a:moveTo>
                  <a:lnTo>
                    <a:pt x="17272" y="173101"/>
                  </a:lnTo>
                  <a:cubicBezTo>
                    <a:pt x="7747" y="173101"/>
                    <a:pt x="0" y="165354"/>
                    <a:pt x="0" y="155829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26"/>
            <p:cNvSpPr/>
            <p:nvPr/>
          </p:nvSpPr>
          <p:spPr>
            <a:xfrm>
              <a:off x="170815" y="824992"/>
              <a:ext cx="138430" cy="207645"/>
            </a:xfrm>
            <a:custGeom>
              <a:rect b="b" l="l" r="r" t="t"/>
              <a:pathLst>
                <a:path extrusionOk="0" h="207645" w="138430">
                  <a:moveTo>
                    <a:pt x="51943" y="207645"/>
                  </a:moveTo>
                  <a:lnTo>
                    <a:pt x="17272" y="207645"/>
                  </a:lnTo>
                  <a:cubicBezTo>
                    <a:pt x="7747" y="207645"/>
                    <a:pt x="0" y="199898"/>
                    <a:pt x="0" y="190373"/>
                  </a:cubicBezTo>
                  <a:lnTo>
                    <a:pt x="7747" y="173101"/>
                  </a:lnTo>
                  <a:lnTo>
                    <a:pt x="51943" y="173101"/>
                  </a:lnTo>
                  <a:cubicBezTo>
                    <a:pt x="80518" y="173101"/>
                    <a:pt x="103886" y="149860"/>
                    <a:pt x="103886" y="121158"/>
                  </a:cubicBezTo>
                  <a:lnTo>
                    <a:pt x="103886" y="17272"/>
                  </a:lnTo>
                  <a:cubicBezTo>
                    <a:pt x="103886" y="7747"/>
                    <a:pt x="111633" y="0"/>
                    <a:pt x="121158" y="0"/>
                  </a:cubicBezTo>
                  <a:lnTo>
                    <a:pt x="138430" y="7747"/>
                  </a:lnTo>
                  <a:lnTo>
                    <a:pt x="138430" y="121158"/>
                  </a:lnTo>
                  <a:cubicBezTo>
                    <a:pt x="138430" y="168910"/>
                    <a:pt x="99568" y="207645"/>
                    <a:pt x="51943" y="207645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26"/>
            <p:cNvSpPr/>
            <p:nvPr/>
          </p:nvSpPr>
          <p:spPr>
            <a:xfrm>
              <a:off x="136271" y="790448"/>
              <a:ext cx="103759" cy="138430"/>
            </a:xfrm>
            <a:custGeom>
              <a:rect b="b" l="l" r="r" t="t"/>
              <a:pathLst>
                <a:path extrusionOk="0" h="138430" w="103759">
                  <a:moveTo>
                    <a:pt x="51816" y="138430"/>
                  </a:moveTo>
                  <a:lnTo>
                    <a:pt x="17272" y="138430"/>
                  </a:lnTo>
                  <a:cubicBezTo>
                    <a:pt x="7747" y="138430"/>
                    <a:pt x="0" y="130683"/>
                    <a:pt x="0" y="121158"/>
                  </a:cubicBezTo>
                  <a:lnTo>
                    <a:pt x="7747" y="103886"/>
                  </a:lnTo>
                  <a:lnTo>
                    <a:pt x="51943" y="103886"/>
                  </a:lnTo>
                  <a:cubicBezTo>
                    <a:pt x="61468" y="103886"/>
                    <a:pt x="69215" y="96139"/>
                    <a:pt x="69215" y="86614"/>
                  </a:cubicBezTo>
                  <a:lnTo>
                    <a:pt x="69215" y="17272"/>
                  </a:lnTo>
                  <a:cubicBezTo>
                    <a:pt x="69215" y="7747"/>
                    <a:pt x="76962" y="0"/>
                    <a:pt x="86487" y="0"/>
                  </a:cubicBezTo>
                  <a:lnTo>
                    <a:pt x="103759" y="7747"/>
                  </a:lnTo>
                  <a:lnTo>
                    <a:pt x="103759" y="86487"/>
                  </a:lnTo>
                  <a:cubicBezTo>
                    <a:pt x="103759" y="115062"/>
                    <a:pt x="80518" y="138430"/>
                    <a:pt x="51816" y="138430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26"/>
            <p:cNvSpPr/>
            <p:nvPr/>
          </p:nvSpPr>
          <p:spPr>
            <a:xfrm>
              <a:off x="863092" y="824992"/>
              <a:ext cx="138430" cy="207645"/>
            </a:xfrm>
            <a:custGeom>
              <a:rect b="b" l="l" r="r" t="t"/>
              <a:pathLst>
                <a:path extrusionOk="0" h="207645" w="138430">
                  <a:moveTo>
                    <a:pt x="121031" y="207645"/>
                  </a:moveTo>
                  <a:lnTo>
                    <a:pt x="86487" y="207645"/>
                  </a:lnTo>
                  <a:cubicBezTo>
                    <a:pt x="38735" y="207645"/>
                    <a:pt x="0" y="168783"/>
                    <a:pt x="0" y="121158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34544" y="7747"/>
                  </a:lnTo>
                  <a:lnTo>
                    <a:pt x="34544" y="121158"/>
                  </a:lnTo>
                  <a:cubicBezTo>
                    <a:pt x="34544" y="149860"/>
                    <a:pt x="57785" y="173101"/>
                    <a:pt x="86487" y="173101"/>
                  </a:cubicBezTo>
                  <a:lnTo>
                    <a:pt x="121158" y="173101"/>
                  </a:lnTo>
                  <a:cubicBezTo>
                    <a:pt x="130683" y="173101"/>
                    <a:pt x="138430" y="180848"/>
                    <a:pt x="138430" y="190373"/>
                  </a:cubicBezTo>
                  <a:lnTo>
                    <a:pt x="130683" y="207645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26"/>
            <p:cNvSpPr/>
            <p:nvPr/>
          </p:nvSpPr>
          <p:spPr>
            <a:xfrm>
              <a:off x="932307" y="790448"/>
              <a:ext cx="103759" cy="138430"/>
            </a:xfrm>
            <a:custGeom>
              <a:rect b="b" l="l" r="r" t="t"/>
              <a:pathLst>
                <a:path extrusionOk="0" h="138430" w="103759">
                  <a:moveTo>
                    <a:pt x="86487" y="138430"/>
                  </a:moveTo>
                  <a:lnTo>
                    <a:pt x="51943" y="138430"/>
                  </a:lnTo>
                  <a:cubicBezTo>
                    <a:pt x="23241" y="138430"/>
                    <a:pt x="0" y="115189"/>
                    <a:pt x="0" y="86487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34544" y="7747"/>
                  </a:lnTo>
                  <a:lnTo>
                    <a:pt x="34544" y="86487"/>
                  </a:lnTo>
                  <a:cubicBezTo>
                    <a:pt x="34544" y="96012"/>
                    <a:pt x="42291" y="103759"/>
                    <a:pt x="51816" y="103759"/>
                  </a:cubicBezTo>
                  <a:lnTo>
                    <a:pt x="86487" y="103759"/>
                  </a:lnTo>
                  <a:cubicBezTo>
                    <a:pt x="96012" y="103759"/>
                    <a:pt x="103759" y="111506"/>
                    <a:pt x="103759" y="121031"/>
                  </a:cubicBezTo>
                  <a:lnTo>
                    <a:pt x="96012" y="138303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26"/>
            <p:cNvSpPr/>
            <p:nvPr/>
          </p:nvSpPr>
          <p:spPr>
            <a:xfrm>
              <a:off x="1070737" y="894334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26"/>
            <p:cNvSpPr/>
            <p:nvPr/>
          </p:nvSpPr>
          <p:spPr>
            <a:xfrm>
              <a:off x="1036193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26"/>
            <p:cNvSpPr/>
            <p:nvPr/>
          </p:nvSpPr>
          <p:spPr>
            <a:xfrm>
              <a:off x="63500" y="894334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26"/>
            <p:cNvSpPr/>
            <p:nvPr/>
          </p:nvSpPr>
          <p:spPr>
            <a:xfrm>
              <a:off x="98171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26"/>
            <p:cNvSpPr/>
            <p:nvPr/>
          </p:nvSpPr>
          <p:spPr>
            <a:xfrm>
              <a:off x="652018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26"/>
            <p:cNvSpPr/>
            <p:nvPr/>
          </p:nvSpPr>
          <p:spPr>
            <a:xfrm>
              <a:off x="721233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26"/>
            <p:cNvSpPr/>
            <p:nvPr/>
          </p:nvSpPr>
          <p:spPr>
            <a:xfrm>
              <a:off x="652018" y="790448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26"/>
            <p:cNvSpPr/>
            <p:nvPr/>
          </p:nvSpPr>
          <p:spPr>
            <a:xfrm>
              <a:off x="721233" y="790448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26"/>
            <p:cNvSpPr/>
            <p:nvPr/>
          </p:nvSpPr>
          <p:spPr>
            <a:xfrm>
              <a:off x="652018" y="58280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26"/>
            <p:cNvSpPr/>
            <p:nvPr/>
          </p:nvSpPr>
          <p:spPr>
            <a:xfrm>
              <a:off x="721233" y="58280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26"/>
            <p:cNvSpPr/>
            <p:nvPr/>
          </p:nvSpPr>
          <p:spPr>
            <a:xfrm>
              <a:off x="306395" y="98065"/>
              <a:ext cx="37902" cy="37063"/>
            </a:xfrm>
            <a:custGeom>
              <a:rect b="b" l="l" r="r" t="t"/>
              <a:pathLst>
                <a:path extrusionOk="0" h="37063" w="37902">
                  <a:moveTo>
                    <a:pt x="16693" y="37063"/>
                  </a:moveTo>
                  <a:lnTo>
                    <a:pt x="5898" y="34523"/>
                  </a:lnTo>
                  <a:cubicBezTo>
                    <a:pt x="-2992" y="21950"/>
                    <a:pt x="-1087" y="11155"/>
                    <a:pt x="6660" y="5567"/>
                  </a:cubicBezTo>
                  <a:lnTo>
                    <a:pt x="10089" y="3154"/>
                  </a:lnTo>
                  <a:cubicBezTo>
                    <a:pt x="17963" y="-2307"/>
                    <a:pt x="28758" y="-529"/>
                    <a:pt x="34219" y="7345"/>
                  </a:cubicBezTo>
                  <a:lnTo>
                    <a:pt x="37902" y="25887"/>
                  </a:lnTo>
                  <a:lnTo>
                    <a:pt x="26599" y="33888"/>
                  </a:lnTo>
                  <a:lnTo>
                    <a:pt x="20122" y="37063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94" name="Google Shape;1794;p26"/>
          <p:cNvSpPr/>
          <p:nvPr/>
        </p:nvSpPr>
        <p:spPr>
          <a:xfrm>
            <a:off x="209864" y="4715635"/>
            <a:ext cx="743213" cy="804997"/>
          </a:xfrm>
          <a:custGeom>
            <a:rect b="b" l="l" r="r" t="t"/>
            <a:pathLst>
              <a:path extrusionOk="0" h="804997" w="743213">
                <a:moveTo>
                  <a:pt x="0" y="0"/>
                </a:moveTo>
                <a:lnTo>
                  <a:pt x="743213" y="0"/>
                </a:lnTo>
                <a:lnTo>
                  <a:pt x="743213" y="804997"/>
                </a:lnTo>
                <a:lnTo>
                  <a:pt x="0" y="804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291" l="-16090" r="-16830" t="-11419"/>
            </a:stretch>
          </a:blipFill>
          <a:ln>
            <a:noFill/>
          </a:ln>
        </p:spPr>
      </p:sp>
      <p:sp>
        <p:nvSpPr>
          <p:cNvPr id="1795" name="Google Shape;1795;p26"/>
          <p:cNvSpPr/>
          <p:nvPr/>
        </p:nvSpPr>
        <p:spPr>
          <a:xfrm>
            <a:off x="6873721" y="9529940"/>
            <a:ext cx="1354895" cy="466995"/>
          </a:xfrm>
          <a:custGeom>
            <a:rect b="b" l="l" r="r" t="t"/>
            <a:pathLst>
              <a:path extrusionOk="0" h="466995" w="1354895">
                <a:moveTo>
                  <a:pt x="0" y="0"/>
                </a:moveTo>
                <a:lnTo>
                  <a:pt x="1354895" y="0"/>
                </a:lnTo>
                <a:lnTo>
                  <a:pt x="1354895" y="466994"/>
                </a:lnTo>
                <a:lnTo>
                  <a:pt x="0" y="4669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96" name="Google Shape;1796;p26"/>
          <p:cNvSpPr/>
          <p:nvPr/>
        </p:nvSpPr>
        <p:spPr>
          <a:xfrm>
            <a:off x="8462186" y="9587767"/>
            <a:ext cx="1694380" cy="415653"/>
          </a:xfrm>
          <a:custGeom>
            <a:rect b="b" l="l" r="r" t="t"/>
            <a:pathLst>
              <a:path extrusionOk="0" h="415653" w="1694380">
                <a:moveTo>
                  <a:pt x="0" y="0"/>
                </a:moveTo>
                <a:lnTo>
                  <a:pt x="1694380" y="0"/>
                </a:lnTo>
                <a:lnTo>
                  <a:pt x="1694380" y="415652"/>
                </a:lnTo>
                <a:lnTo>
                  <a:pt x="0" y="4156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97" name="Google Shape;1797;p26"/>
          <p:cNvSpPr/>
          <p:nvPr/>
        </p:nvSpPr>
        <p:spPr>
          <a:xfrm>
            <a:off x="10317519" y="9477357"/>
            <a:ext cx="2368914" cy="614916"/>
          </a:xfrm>
          <a:custGeom>
            <a:rect b="b" l="l" r="r" t="t"/>
            <a:pathLst>
              <a:path extrusionOk="0" h="614916" w="2368914">
                <a:moveTo>
                  <a:pt x="0" y="0"/>
                </a:moveTo>
                <a:lnTo>
                  <a:pt x="2368913" y="0"/>
                </a:lnTo>
                <a:lnTo>
                  <a:pt x="2368913" y="614917"/>
                </a:lnTo>
                <a:lnTo>
                  <a:pt x="0" y="6149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98" name="Google Shape;1798;p26"/>
          <p:cNvSpPr/>
          <p:nvPr/>
        </p:nvSpPr>
        <p:spPr>
          <a:xfrm>
            <a:off x="5601568" y="9500406"/>
            <a:ext cx="1034028" cy="526062"/>
          </a:xfrm>
          <a:custGeom>
            <a:rect b="b" l="l" r="r" t="t"/>
            <a:pathLst>
              <a:path extrusionOk="0" h="526062" w="1034028">
                <a:moveTo>
                  <a:pt x="0" y="0"/>
                </a:moveTo>
                <a:lnTo>
                  <a:pt x="1034028" y="0"/>
                </a:lnTo>
                <a:lnTo>
                  <a:pt x="1034028" y="526062"/>
                </a:lnTo>
                <a:lnTo>
                  <a:pt x="0" y="526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99" name="Google Shape;1799;p26"/>
          <p:cNvSpPr txBox="1"/>
          <p:nvPr/>
        </p:nvSpPr>
        <p:spPr>
          <a:xfrm>
            <a:off x="1401000" y="2114650"/>
            <a:ext cx="16254600" cy="73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Condensed"/>
              <a:buChar char="●"/>
            </a:pPr>
            <a:r>
              <a:rPr b="1" i="1" lang="en-US" sz="31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Core Need:</a:t>
            </a:r>
            <a:r>
              <a:rPr b="1"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Manual file renaming (e.g., _final_v2) creates chaos. Version Control Systems (VCS) provide absolute tracking, history, and safety for your code.</a:t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1750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Condensed"/>
              <a:buChar char="●"/>
            </a:pPr>
            <a:r>
              <a:rPr b="1" i="1" lang="en-US" sz="31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Key Mechanisms:</a:t>
            </a:r>
            <a:endParaRPr b="1" i="1" sz="3199">
              <a:solidFill>
                <a:schemeClr val="dk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17500" lvl="1" marL="9144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Condensed"/>
              <a:buChar char="○"/>
            </a:pPr>
            <a:r>
              <a:rPr b="1" i="1" lang="en-US" sz="31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Commits:</a:t>
            </a:r>
            <a:r>
              <a:rPr i="1" lang="en-US" sz="31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Intentional "snapshots" of your project, not silent background autosaves.</a:t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17500" lvl="1" marL="9144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Condensed"/>
              <a:buChar char="○"/>
            </a:pPr>
            <a:r>
              <a:rPr b="1" i="1" lang="en-US" sz="31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Deltas: 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system </a:t>
            </a:r>
            <a:r>
              <a:rPr b="1"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only records the difference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 lines added (+) or removed (-), keeping it lightweight.</a:t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1750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Condensed"/>
              <a:buChar char="●"/>
            </a:pPr>
            <a:r>
              <a:rPr b="1" i="1" lang="en-US" sz="31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Evolution: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from Centralized systems (high risk of server failure, slow remote operations) to </a:t>
            </a:r>
            <a:r>
              <a:rPr b="1"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modern Distributed systems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(every machine holds a full backup, ultra-fast local operations).</a:t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1750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Condensed"/>
              <a:buChar char="●"/>
            </a:pPr>
            <a:r>
              <a:rPr b="1" i="1" lang="en-US" sz="31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Collaboration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relies on </a:t>
            </a:r>
            <a:r>
              <a:rPr b="1"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moving changes between your Local Repository (your computer) and the Remote Repository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(the cloud, e.g. GitHub) using Push and Pull.</a:t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1750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Condensed"/>
              <a:buChar char="●"/>
            </a:pPr>
            <a:r>
              <a:rPr b="1" i="1" lang="en-US" sz="31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Different Philosophies:</a:t>
            </a:r>
            <a:endParaRPr i="1" sz="3199">
              <a:solidFill>
                <a:schemeClr val="dk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17500" lvl="1" marL="9144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Condensed"/>
              <a:buChar char="○"/>
            </a:pPr>
            <a:r>
              <a:rPr b="1"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Git 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(follows:</a:t>
            </a:r>
            <a:r>
              <a:rPr b="1"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classic Unix design principle: "Do one thing and do it well.")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</a:t>
            </a:r>
            <a:r>
              <a:rPr b="1"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de-facto tool for control version based on its </a:t>
            </a:r>
            <a:r>
              <a:rPr b="1"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powerful, modular code-tracker designed for massive, chaotic projects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that relies on external platforms like GitHub,</a:t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17500" lvl="1" marL="9144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Condensed"/>
              <a:buChar char="○"/>
            </a:pPr>
            <a:r>
              <a:rPr b="1"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Fossil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(follows: Cathedral Philosophy)</a:t>
            </a:r>
            <a:r>
              <a:rPr b="1"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An all-in-one "GitHub-in-a-box" database designed for small teams, prioritizing an unchangeable history.</a:t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7B9CE"/>
        </a:solidFill>
      </p:bgPr>
    </p:bg>
    <p:spTree>
      <p:nvGrpSpPr>
        <p:cNvPr id="1803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4" name="Google Shape;1804;p27"/>
          <p:cNvCxnSpPr/>
          <p:nvPr/>
        </p:nvCxnSpPr>
        <p:spPr>
          <a:xfrm>
            <a:off x="1028700" y="1645225"/>
            <a:ext cx="172593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5" name="Google Shape;1805;p27"/>
          <p:cNvCxnSpPr/>
          <p:nvPr/>
        </p:nvCxnSpPr>
        <p:spPr>
          <a:xfrm rot="-5400000">
            <a:off x="-4105275" y="5119688"/>
            <a:ext cx="102870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6" name="Google Shape;1806;p27"/>
          <p:cNvSpPr txBox="1"/>
          <p:nvPr/>
        </p:nvSpPr>
        <p:spPr>
          <a:xfrm>
            <a:off x="1592768" y="373145"/>
            <a:ext cx="11169600" cy="12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1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COURSE CONTENTS</a:t>
            </a:r>
            <a:endParaRPr/>
          </a:p>
        </p:txBody>
      </p:sp>
      <p:sp>
        <p:nvSpPr>
          <p:cNvPr id="1807" name="Google Shape;1807;p27"/>
          <p:cNvSpPr txBox="1"/>
          <p:nvPr/>
        </p:nvSpPr>
        <p:spPr>
          <a:xfrm>
            <a:off x="2870880" y="2981515"/>
            <a:ext cx="7001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1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VERSION CONTROL</a:t>
            </a:r>
            <a:endParaRPr/>
          </a:p>
        </p:txBody>
      </p:sp>
      <p:sp>
        <p:nvSpPr>
          <p:cNvPr id="1808" name="Google Shape;1808;p27"/>
          <p:cNvSpPr txBox="1"/>
          <p:nvPr/>
        </p:nvSpPr>
        <p:spPr>
          <a:xfrm>
            <a:off x="2870880" y="5977734"/>
            <a:ext cx="7001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1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HANDS-ON GIT</a:t>
            </a:r>
            <a:endParaRPr/>
          </a:p>
        </p:txBody>
      </p:sp>
      <p:sp>
        <p:nvSpPr>
          <p:cNvPr id="1809" name="Google Shape;1809;p27"/>
          <p:cNvSpPr txBox="1"/>
          <p:nvPr/>
        </p:nvSpPr>
        <p:spPr>
          <a:xfrm>
            <a:off x="1821182" y="2649736"/>
            <a:ext cx="7001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18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01</a:t>
            </a:r>
            <a:endParaRPr/>
          </a:p>
        </p:txBody>
      </p:sp>
      <p:sp>
        <p:nvSpPr>
          <p:cNvPr id="1810" name="Google Shape;1810;p27"/>
          <p:cNvSpPr txBox="1"/>
          <p:nvPr/>
        </p:nvSpPr>
        <p:spPr>
          <a:xfrm>
            <a:off x="1821182" y="5645954"/>
            <a:ext cx="7001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18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03</a:t>
            </a:r>
            <a:endParaRPr/>
          </a:p>
        </p:txBody>
      </p:sp>
      <p:sp>
        <p:nvSpPr>
          <p:cNvPr id="1811" name="Google Shape;1811;p27"/>
          <p:cNvSpPr txBox="1"/>
          <p:nvPr/>
        </p:nvSpPr>
        <p:spPr>
          <a:xfrm>
            <a:off x="1821182" y="4147845"/>
            <a:ext cx="7001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18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02</a:t>
            </a:r>
            <a:endParaRPr/>
          </a:p>
        </p:txBody>
      </p:sp>
      <p:grpSp>
        <p:nvGrpSpPr>
          <p:cNvPr id="1812" name="Google Shape;1812;p27"/>
          <p:cNvGrpSpPr/>
          <p:nvPr/>
        </p:nvGrpSpPr>
        <p:grpSpPr>
          <a:xfrm>
            <a:off x="216606" y="6304895"/>
            <a:ext cx="642914" cy="632256"/>
            <a:chOff x="63500" y="63500"/>
            <a:chExt cx="988187" cy="971804"/>
          </a:xfrm>
        </p:grpSpPr>
        <p:sp>
          <p:nvSpPr>
            <p:cNvPr id="1813" name="Google Shape;1813;p27"/>
            <p:cNvSpPr/>
            <p:nvPr/>
          </p:nvSpPr>
          <p:spPr>
            <a:xfrm>
              <a:off x="857250" y="840994"/>
              <a:ext cx="129540" cy="129540"/>
            </a:xfrm>
            <a:custGeom>
              <a:rect b="b" l="l" r="r" t="t"/>
              <a:pathLst>
                <a:path extrusionOk="0" h="129540" w="129540">
                  <a:moveTo>
                    <a:pt x="64770" y="32385"/>
                  </a:moveTo>
                  <a:cubicBezTo>
                    <a:pt x="46863" y="32385"/>
                    <a:pt x="32385" y="46990"/>
                    <a:pt x="32385" y="64770"/>
                  </a:cubicBezTo>
                  <a:cubicBezTo>
                    <a:pt x="32385" y="82550"/>
                    <a:pt x="46990" y="97155"/>
                    <a:pt x="64770" y="97155"/>
                  </a:cubicBezTo>
                  <a:cubicBezTo>
                    <a:pt x="82550" y="97155"/>
                    <a:pt x="97155" y="82550"/>
                    <a:pt x="97155" y="64770"/>
                  </a:cubicBezTo>
                  <a:cubicBezTo>
                    <a:pt x="97155" y="46990"/>
                    <a:pt x="82550" y="32385"/>
                    <a:pt x="64770" y="32385"/>
                  </a:cubicBezTo>
                  <a:moveTo>
                    <a:pt x="64770" y="129540"/>
                  </a:moveTo>
                  <a:cubicBezTo>
                    <a:pt x="29083" y="129540"/>
                    <a:pt x="0" y="100457"/>
                    <a:pt x="0" y="64770"/>
                  </a:cubicBezTo>
                  <a:cubicBezTo>
                    <a:pt x="0" y="29083"/>
                    <a:pt x="29083" y="0"/>
                    <a:pt x="64770" y="0"/>
                  </a:cubicBezTo>
                  <a:cubicBezTo>
                    <a:pt x="100457" y="0"/>
                    <a:pt x="129540" y="29083"/>
                    <a:pt x="129540" y="64770"/>
                  </a:cubicBezTo>
                  <a:cubicBezTo>
                    <a:pt x="129540" y="100457"/>
                    <a:pt x="100457" y="129540"/>
                    <a:pt x="64770" y="1295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27"/>
            <p:cNvSpPr/>
            <p:nvPr/>
          </p:nvSpPr>
          <p:spPr>
            <a:xfrm>
              <a:off x="905764" y="225552"/>
              <a:ext cx="32512" cy="647827"/>
            </a:xfrm>
            <a:custGeom>
              <a:rect b="b" l="l" r="r" t="t"/>
              <a:pathLst>
                <a:path extrusionOk="0" h="647827" w="32512">
                  <a:moveTo>
                    <a:pt x="16256" y="647827"/>
                  </a:moveTo>
                  <a:lnTo>
                    <a:pt x="0" y="640588"/>
                  </a:lnTo>
                  <a:lnTo>
                    <a:pt x="0" y="16129"/>
                  </a:lnTo>
                  <a:cubicBezTo>
                    <a:pt x="0" y="7112"/>
                    <a:pt x="7239" y="0"/>
                    <a:pt x="16256" y="0"/>
                  </a:cubicBezTo>
                  <a:lnTo>
                    <a:pt x="32512" y="7239"/>
                  </a:lnTo>
                  <a:lnTo>
                    <a:pt x="32512" y="631698"/>
                  </a:lnTo>
                  <a:cubicBezTo>
                    <a:pt x="32512" y="640588"/>
                    <a:pt x="25273" y="647827"/>
                    <a:pt x="16256" y="64782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27"/>
            <p:cNvSpPr/>
            <p:nvPr/>
          </p:nvSpPr>
          <p:spPr>
            <a:xfrm>
              <a:off x="121679" y="510286"/>
              <a:ext cx="44042" cy="38989"/>
            </a:xfrm>
            <a:custGeom>
              <a:rect b="b" l="l" r="r" t="t"/>
              <a:pathLst>
                <a:path extrusionOk="0" h="38989" w="44042">
                  <a:moveTo>
                    <a:pt x="27927" y="38989"/>
                  </a:moveTo>
                  <a:lnTo>
                    <a:pt x="23990" y="38608"/>
                  </a:lnTo>
                  <a:lnTo>
                    <a:pt x="10401" y="33401"/>
                  </a:lnTo>
                  <a:cubicBezTo>
                    <a:pt x="2019" y="30226"/>
                    <a:pt x="-2172" y="20828"/>
                    <a:pt x="1130" y="12446"/>
                  </a:cubicBezTo>
                  <a:lnTo>
                    <a:pt x="13703" y="0"/>
                  </a:lnTo>
                  <a:lnTo>
                    <a:pt x="33642" y="7620"/>
                  </a:lnTo>
                  <a:cubicBezTo>
                    <a:pt x="42024" y="10795"/>
                    <a:pt x="46215" y="20193"/>
                    <a:pt x="42913" y="28575"/>
                  </a:cubicBezTo>
                  <a:lnTo>
                    <a:pt x="34277" y="3898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27"/>
            <p:cNvSpPr/>
            <p:nvPr/>
          </p:nvSpPr>
          <p:spPr>
            <a:xfrm>
              <a:off x="180213" y="535721"/>
              <a:ext cx="620903" cy="90770"/>
            </a:xfrm>
            <a:custGeom>
              <a:rect b="b" l="l" r="r" t="t"/>
              <a:pathLst>
                <a:path extrusionOk="0" h="90770" w="620903">
                  <a:moveTo>
                    <a:pt x="476758" y="90770"/>
                  </a:moveTo>
                  <a:lnTo>
                    <a:pt x="300863" y="90770"/>
                  </a:lnTo>
                  <a:cubicBezTo>
                    <a:pt x="291211" y="90770"/>
                    <a:pt x="281813" y="88230"/>
                    <a:pt x="273431" y="83531"/>
                  </a:cubicBezTo>
                  <a:lnTo>
                    <a:pt x="193675" y="37938"/>
                  </a:lnTo>
                  <a:cubicBezTo>
                    <a:pt x="190246" y="36033"/>
                    <a:pt x="186309" y="34890"/>
                    <a:pt x="182245" y="34890"/>
                  </a:cubicBezTo>
                  <a:lnTo>
                    <a:pt x="32385" y="34890"/>
                  </a:lnTo>
                  <a:cubicBezTo>
                    <a:pt x="25527" y="34890"/>
                    <a:pt x="18923" y="33620"/>
                    <a:pt x="12446" y="31207"/>
                  </a:cubicBezTo>
                  <a:lnTo>
                    <a:pt x="0" y="18634"/>
                  </a:lnTo>
                  <a:cubicBezTo>
                    <a:pt x="6477" y="1997"/>
                    <a:pt x="15875" y="-2194"/>
                    <a:pt x="24130" y="981"/>
                  </a:cubicBezTo>
                  <a:lnTo>
                    <a:pt x="29464" y="2505"/>
                  </a:lnTo>
                  <a:lnTo>
                    <a:pt x="182372" y="2505"/>
                  </a:lnTo>
                  <a:cubicBezTo>
                    <a:pt x="192024" y="2505"/>
                    <a:pt x="201549" y="5045"/>
                    <a:pt x="209804" y="9744"/>
                  </a:cubicBezTo>
                  <a:lnTo>
                    <a:pt x="289560" y="55337"/>
                  </a:lnTo>
                  <a:cubicBezTo>
                    <a:pt x="292989" y="57242"/>
                    <a:pt x="296926" y="58385"/>
                    <a:pt x="300863" y="58385"/>
                  </a:cubicBezTo>
                  <a:lnTo>
                    <a:pt x="476758" y="58385"/>
                  </a:lnTo>
                  <a:cubicBezTo>
                    <a:pt x="480314" y="58385"/>
                    <a:pt x="483870" y="57496"/>
                    <a:pt x="486918" y="55972"/>
                  </a:cubicBezTo>
                  <a:lnTo>
                    <a:pt x="526288" y="36287"/>
                  </a:lnTo>
                  <a:cubicBezTo>
                    <a:pt x="533908" y="32477"/>
                    <a:pt x="542417" y="30445"/>
                    <a:pt x="551053" y="30445"/>
                  </a:cubicBezTo>
                  <a:lnTo>
                    <a:pt x="604647" y="30445"/>
                  </a:lnTo>
                  <a:cubicBezTo>
                    <a:pt x="613664" y="30445"/>
                    <a:pt x="620903" y="37684"/>
                    <a:pt x="620903" y="46574"/>
                  </a:cubicBezTo>
                  <a:lnTo>
                    <a:pt x="613664" y="62830"/>
                  </a:lnTo>
                  <a:lnTo>
                    <a:pt x="551053" y="62830"/>
                  </a:lnTo>
                  <a:cubicBezTo>
                    <a:pt x="547497" y="62830"/>
                    <a:pt x="543941" y="63719"/>
                    <a:pt x="540893" y="65243"/>
                  </a:cubicBezTo>
                  <a:lnTo>
                    <a:pt x="501523" y="84928"/>
                  </a:lnTo>
                  <a:cubicBezTo>
                    <a:pt x="493903" y="88738"/>
                    <a:pt x="485394" y="90770"/>
                    <a:pt x="476758" y="907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27"/>
            <p:cNvSpPr/>
            <p:nvPr/>
          </p:nvSpPr>
          <p:spPr>
            <a:xfrm>
              <a:off x="378206" y="705739"/>
              <a:ext cx="120232" cy="139192"/>
            </a:xfrm>
            <a:custGeom>
              <a:rect b="b" l="l" r="r" t="t"/>
              <a:pathLst>
                <a:path extrusionOk="0" h="139192" w="120232">
                  <a:moveTo>
                    <a:pt x="89916" y="139192"/>
                  </a:moveTo>
                  <a:lnTo>
                    <a:pt x="78232" y="135890"/>
                  </a:lnTo>
                  <a:cubicBezTo>
                    <a:pt x="65532" y="110490"/>
                    <a:pt x="68326" y="86995"/>
                    <a:pt x="82423" y="70104"/>
                  </a:cubicBezTo>
                  <a:lnTo>
                    <a:pt x="89408" y="53975"/>
                  </a:lnTo>
                  <a:cubicBezTo>
                    <a:pt x="81661" y="37465"/>
                    <a:pt x="73914" y="32512"/>
                    <a:pt x="64770" y="32512"/>
                  </a:cubicBezTo>
                  <a:lnTo>
                    <a:pt x="16256" y="32512"/>
                  </a:lnTo>
                  <a:cubicBezTo>
                    <a:pt x="7239" y="32512"/>
                    <a:pt x="0" y="25273"/>
                    <a:pt x="0" y="16256"/>
                  </a:cubicBezTo>
                  <a:lnTo>
                    <a:pt x="7239" y="0"/>
                  </a:lnTo>
                  <a:lnTo>
                    <a:pt x="64897" y="0"/>
                  </a:lnTo>
                  <a:cubicBezTo>
                    <a:pt x="86614" y="0"/>
                    <a:pt x="105791" y="12192"/>
                    <a:pt x="114935" y="31877"/>
                  </a:cubicBezTo>
                  <a:cubicBezTo>
                    <a:pt x="124079" y="51562"/>
                    <a:pt x="121285" y="74041"/>
                    <a:pt x="107315" y="90805"/>
                  </a:cubicBezTo>
                  <a:lnTo>
                    <a:pt x="100457" y="107569"/>
                  </a:lnTo>
                  <a:cubicBezTo>
                    <a:pt x="108585" y="123698"/>
                    <a:pt x="105283" y="133477"/>
                    <a:pt x="97282" y="137414"/>
                  </a:cubicBezTo>
                  <a:lnTo>
                    <a:pt x="92456" y="13906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27"/>
            <p:cNvSpPr/>
            <p:nvPr/>
          </p:nvSpPr>
          <p:spPr>
            <a:xfrm>
              <a:off x="322072" y="705866"/>
              <a:ext cx="49657" cy="32385"/>
            </a:xfrm>
            <a:custGeom>
              <a:rect b="b" l="l" r="r" t="t"/>
              <a:pathLst>
                <a:path extrusionOk="0" h="32385" w="49657">
                  <a:moveTo>
                    <a:pt x="33401" y="32385"/>
                  </a:moveTo>
                  <a:lnTo>
                    <a:pt x="16256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33401" y="0"/>
                  </a:lnTo>
                  <a:cubicBezTo>
                    <a:pt x="42418" y="0"/>
                    <a:pt x="49657" y="7239"/>
                    <a:pt x="49657" y="16256"/>
                  </a:cubicBezTo>
                  <a:lnTo>
                    <a:pt x="42418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27"/>
            <p:cNvSpPr/>
            <p:nvPr/>
          </p:nvSpPr>
          <p:spPr>
            <a:xfrm>
              <a:off x="247178" y="717997"/>
              <a:ext cx="67401" cy="46670"/>
            </a:xfrm>
            <a:custGeom>
              <a:rect b="b" l="l" r="r" t="t"/>
              <a:pathLst>
                <a:path extrusionOk="0" h="46670" w="67401">
                  <a:moveTo>
                    <a:pt x="15204" y="46670"/>
                  </a:moveTo>
                  <a:lnTo>
                    <a:pt x="2631" y="42733"/>
                  </a:lnTo>
                  <a:cubicBezTo>
                    <a:pt x="-3084" y="27874"/>
                    <a:pt x="1107" y="18603"/>
                    <a:pt x="9489" y="15301"/>
                  </a:cubicBezTo>
                  <a:lnTo>
                    <a:pt x="46446" y="1077"/>
                  </a:lnTo>
                  <a:cubicBezTo>
                    <a:pt x="54828" y="-2098"/>
                    <a:pt x="64226" y="1966"/>
                    <a:pt x="67401" y="10348"/>
                  </a:cubicBezTo>
                  <a:lnTo>
                    <a:pt x="66385" y="28128"/>
                  </a:lnTo>
                  <a:lnTo>
                    <a:pt x="21046" y="45527"/>
                  </a:lnTo>
                  <a:cubicBezTo>
                    <a:pt x="19141" y="46289"/>
                    <a:pt x="17109" y="46670"/>
                    <a:pt x="15204" y="466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27"/>
            <p:cNvSpPr/>
            <p:nvPr/>
          </p:nvSpPr>
          <p:spPr>
            <a:xfrm>
              <a:off x="719420" y="632964"/>
              <a:ext cx="70253" cy="65409"/>
            </a:xfrm>
            <a:custGeom>
              <a:rect b="b" l="l" r="r" t="t"/>
              <a:pathLst>
                <a:path extrusionOk="0" h="65409" w="70253">
                  <a:moveTo>
                    <a:pt x="20609" y="65409"/>
                  </a:moveTo>
                  <a:lnTo>
                    <a:pt x="11084" y="63377"/>
                  </a:lnTo>
                  <a:cubicBezTo>
                    <a:pt x="2321" y="53852"/>
                    <a:pt x="-346" y="45978"/>
                    <a:pt x="35" y="37596"/>
                  </a:cubicBezTo>
                  <a:cubicBezTo>
                    <a:pt x="543" y="27690"/>
                    <a:pt x="5369" y="17911"/>
                    <a:pt x="13243" y="10672"/>
                  </a:cubicBezTo>
                  <a:cubicBezTo>
                    <a:pt x="20101" y="4449"/>
                    <a:pt x="28483" y="766"/>
                    <a:pt x="36992" y="131"/>
                  </a:cubicBezTo>
                  <a:cubicBezTo>
                    <a:pt x="46898" y="-758"/>
                    <a:pt x="56169" y="2925"/>
                    <a:pt x="62519" y="9783"/>
                  </a:cubicBezTo>
                  <a:cubicBezTo>
                    <a:pt x="71409" y="19562"/>
                    <a:pt x="72806" y="34294"/>
                    <a:pt x="65821" y="47375"/>
                  </a:cubicBezTo>
                  <a:lnTo>
                    <a:pt x="51851" y="58297"/>
                  </a:lnTo>
                  <a:cubicBezTo>
                    <a:pt x="36484" y="50169"/>
                    <a:pt x="33309" y="41025"/>
                    <a:pt x="36611" y="33405"/>
                  </a:cubicBezTo>
                  <a:lnTo>
                    <a:pt x="35595" y="34167"/>
                  </a:lnTo>
                  <a:lnTo>
                    <a:pt x="32420" y="38866"/>
                  </a:lnTo>
                  <a:cubicBezTo>
                    <a:pt x="38516" y="45851"/>
                    <a:pt x="37627" y="55376"/>
                    <a:pt x="31023" y="61472"/>
                  </a:cubicBezTo>
                  <a:lnTo>
                    <a:pt x="24419" y="6540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27"/>
            <p:cNvSpPr/>
            <p:nvPr/>
          </p:nvSpPr>
          <p:spPr>
            <a:xfrm>
              <a:off x="580547" y="726757"/>
              <a:ext cx="87425" cy="82106"/>
            </a:xfrm>
            <a:custGeom>
              <a:rect b="b" l="l" r="r" t="t"/>
              <a:pathLst>
                <a:path extrusionOk="0" h="82106" w="87425">
                  <a:moveTo>
                    <a:pt x="30069" y="54801"/>
                  </a:moveTo>
                  <a:lnTo>
                    <a:pt x="30069" y="54801"/>
                  </a:lnTo>
                  <a:lnTo>
                    <a:pt x="30069" y="54801"/>
                  </a:lnTo>
                  <a:moveTo>
                    <a:pt x="18131" y="81852"/>
                  </a:moveTo>
                  <a:lnTo>
                    <a:pt x="9368" y="80074"/>
                  </a:lnTo>
                  <a:cubicBezTo>
                    <a:pt x="-7015" y="62040"/>
                    <a:pt x="-1046" y="37148"/>
                    <a:pt x="20544" y="17590"/>
                  </a:cubicBezTo>
                  <a:lnTo>
                    <a:pt x="48611" y="1461"/>
                  </a:lnTo>
                  <a:cubicBezTo>
                    <a:pt x="61438" y="-1968"/>
                    <a:pt x="73122" y="699"/>
                    <a:pt x="80488" y="8827"/>
                  </a:cubicBezTo>
                  <a:cubicBezTo>
                    <a:pt x="90521" y="19876"/>
                    <a:pt x="89632" y="37275"/>
                    <a:pt x="78075" y="54293"/>
                  </a:cubicBezTo>
                  <a:lnTo>
                    <a:pt x="62962" y="63564"/>
                  </a:lnTo>
                  <a:cubicBezTo>
                    <a:pt x="48230" y="53531"/>
                    <a:pt x="46325" y="43498"/>
                    <a:pt x="51278" y="36005"/>
                  </a:cubicBezTo>
                  <a:lnTo>
                    <a:pt x="51913" y="35116"/>
                  </a:lnTo>
                  <a:lnTo>
                    <a:pt x="45944" y="38291"/>
                  </a:lnTo>
                  <a:cubicBezTo>
                    <a:pt x="35149" y="48197"/>
                    <a:pt x="32355" y="54420"/>
                    <a:pt x="31720" y="57087"/>
                  </a:cubicBezTo>
                  <a:lnTo>
                    <a:pt x="34895" y="72454"/>
                  </a:lnTo>
                  <a:cubicBezTo>
                    <a:pt x="25878" y="80709"/>
                    <a:pt x="21941" y="82106"/>
                    <a:pt x="18131" y="821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27"/>
            <p:cNvSpPr/>
            <p:nvPr/>
          </p:nvSpPr>
          <p:spPr>
            <a:xfrm>
              <a:off x="584327" y="177351"/>
              <a:ext cx="66294" cy="45407"/>
            </a:xfrm>
            <a:custGeom>
              <a:rect b="b" l="l" r="r" t="t"/>
              <a:pathLst>
                <a:path extrusionOk="0" h="45407" w="66294">
                  <a:moveTo>
                    <a:pt x="49657" y="45280"/>
                  </a:moveTo>
                  <a:lnTo>
                    <a:pt x="39751" y="42994"/>
                  </a:lnTo>
                  <a:cubicBezTo>
                    <a:pt x="32258" y="32834"/>
                    <a:pt x="26543" y="31564"/>
                    <a:pt x="25019" y="32580"/>
                  </a:cubicBezTo>
                  <a:lnTo>
                    <a:pt x="7620" y="36390"/>
                  </a:lnTo>
                  <a:cubicBezTo>
                    <a:pt x="-3048" y="22039"/>
                    <a:pt x="-1397" y="11879"/>
                    <a:pt x="5715" y="6545"/>
                  </a:cubicBezTo>
                  <a:cubicBezTo>
                    <a:pt x="22606" y="-5901"/>
                    <a:pt x="48133" y="-59"/>
                    <a:pt x="62484" y="19499"/>
                  </a:cubicBezTo>
                  <a:lnTo>
                    <a:pt x="66294" y="36898"/>
                  </a:lnTo>
                  <a:cubicBezTo>
                    <a:pt x="56261" y="44264"/>
                    <a:pt x="52832" y="45407"/>
                    <a:pt x="49530" y="4540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27"/>
            <p:cNvSpPr/>
            <p:nvPr/>
          </p:nvSpPr>
          <p:spPr>
            <a:xfrm>
              <a:off x="175133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27"/>
            <p:cNvSpPr/>
            <p:nvPr/>
          </p:nvSpPr>
          <p:spPr>
            <a:xfrm>
              <a:off x="175133" y="316230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27"/>
            <p:cNvSpPr/>
            <p:nvPr/>
          </p:nvSpPr>
          <p:spPr>
            <a:xfrm>
              <a:off x="538226" y="372110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27"/>
            <p:cNvSpPr/>
            <p:nvPr/>
          </p:nvSpPr>
          <p:spPr>
            <a:xfrm>
              <a:off x="538226" y="204597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27"/>
            <p:cNvSpPr/>
            <p:nvPr/>
          </p:nvSpPr>
          <p:spPr>
            <a:xfrm>
              <a:off x="566166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27"/>
            <p:cNvSpPr/>
            <p:nvPr/>
          </p:nvSpPr>
          <p:spPr>
            <a:xfrm>
              <a:off x="370586" y="790956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27"/>
            <p:cNvSpPr/>
            <p:nvPr/>
          </p:nvSpPr>
          <p:spPr>
            <a:xfrm>
              <a:off x="398526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27"/>
            <p:cNvSpPr/>
            <p:nvPr/>
          </p:nvSpPr>
          <p:spPr>
            <a:xfrm>
              <a:off x="258953" y="59550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27"/>
            <p:cNvSpPr/>
            <p:nvPr/>
          </p:nvSpPr>
          <p:spPr>
            <a:xfrm>
              <a:off x="337820" y="254635"/>
              <a:ext cx="72771" cy="71882"/>
            </a:xfrm>
            <a:custGeom>
              <a:rect b="b" l="l" r="r" t="t"/>
              <a:pathLst>
                <a:path extrusionOk="0" h="71882" w="72771">
                  <a:moveTo>
                    <a:pt x="17653" y="71882"/>
                  </a:moveTo>
                  <a:lnTo>
                    <a:pt x="15621" y="71755"/>
                  </a:lnTo>
                  <a:lnTo>
                    <a:pt x="0" y="61341"/>
                  </a:lnTo>
                  <a:cubicBezTo>
                    <a:pt x="5969" y="30734"/>
                    <a:pt x="25781" y="0"/>
                    <a:pt x="56515" y="0"/>
                  </a:cubicBezTo>
                  <a:lnTo>
                    <a:pt x="72771" y="7239"/>
                  </a:lnTo>
                  <a:cubicBezTo>
                    <a:pt x="72771" y="25146"/>
                    <a:pt x="65532" y="32385"/>
                    <a:pt x="56515" y="32385"/>
                  </a:cubicBezTo>
                  <a:cubicBezTo>
                    <a:pt x="45720" y="32385"/>
                    <a:pt x="35560" y="48260"/>
                    <a:pt x="33528" y="58674"/>
                  </a:cubicBezTo>
                  <a:lnTo>
                    <a:pt x="25273" y="7175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27"/>
            <p:cNvSpPr/>
            <p:nvPr/>
          </p:nvSpPr>
          <p:spPr>
            <a:xfrm>
              <a:off x="406940" y="77309"/>
              <a:ext cx="195675" cy="104428"/>
            </a:xfrm>
            <a:custGeom>
              <a:rect b="b" l="l" r="r" t="t"/>
              <a:pathLst>
                <a:path extrusionOk="0" h="104428" w="195675">
                  <a:moveTo>
                    <a:pt x="15208" y="104428"/>
                  </a:moveTo>
                  <a:lnTo>
                    <a:pt x="2127" y="100110"/>
                  </a:lnTo>
                  <a:cubicBezTo>
                    <a:pt x="-2953" y="84870"/>
                    <a:pt x="1619" y="75726"/>
                    <a:pt x="10001" y="72805"/>
                  </a:cubicBezTo>
                  <a:lnTo>
                    <a:pt x="49117" y="57565"/>
                  </a:lnTo>
                  <a:lnTo>
                    <a:pt x="174339" y="1431"/>
                  </a:lnTo>
                  <a:cubicBezTo>
                    <a:pt x="182467" y="-2252"/>
                    <a:pt x="192119" y="1431"/>
                    <a:pt x="195675" y="9559"/>
                  </a:cubicBezTo>
                  <a:lnTo>
                    <a:pt x="195675" y="27339"/>
                  </a:lnTo>
                  <a:lnTo>
                    <a:pt x="62452" y="87029"/>
                  </a:lnTo>
                  <a:cubicBezTo>
                    <a:pt x="48736" y="93125"/>
                    <a:pt x="34512" y="98713"/>
                    <a:pt x="20288" y="103539"/>
                  </a:cubicBezTo>
                  <a:lnTo>
                    <a:pt x="16859" y="10442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27"/>
            <p:cNvSpPr/>
            <p:nvPr/>
          </p:nvSpPr>
          <p:spPr>
            <a:xfrm>
              <a:off x="331397" y="164918"/>
              <a:ext cx="51127" cy="35107"/>
            </a:xfrm>
            <a:custGeom>
              <a:rect b="b" l="l" r="r" t="t"/>
              <a:pathLst>
                <a:path extrusionOk="0" h="35107" w="51127">
                  <a:moveTo>
                    <a:pt x="15313" y="34980"/>
                  </a:moveTo>
                  <a:lnTo>
                    <a:pt x="581" y="29265"/>
                  </a:lnTo>
                  <a:cubicBezTo>
                    <a:pt x="-1959" y="12374"/>
                    <a:pt x="4137" y="4119"/>
                    <a:pt x="12900" y="2849"/>
                  </a:cubicBezTo>
                  <a:lnTo>
                    <a:pt x="25727" y="817"/>
                  </a:lnTo>
                  <a:cubicBezTo>
                    <a:pt x="40840" y="-2231"/>
                    <a:pt x="49476" y="3611"/>
                    <a:pt x="51127" y="12374"/>
                  </a:cubicBezTo>
                  <a:lnTo>
                    <a:pt x="47063" y="29646"/>
                  </a:lnTo>
                  <a:cubicBezTo>
                    <a:pt x="31442" y="32694"/>
                    <a:pt x="24584" y="33837"/>
                    <a:pt x="17726" y="34853"/>
                  </a:cubicBezTo>
                  <a:lnTo>
                    <a:pt x="16075" y="35107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27"/>
            <p:cNvSpPr/>
            <p:nvPr/>
          </p:nvSpPr>
          <p:spPr>
            <a:xfrm>
              <a:off x="264287" y="174137"/>
              <a:ext cx="43688" cy="34016"/>
            </a:xfrm>
            <a:custGeom>
              <a:rect b="b" l="l" r="r" t="t"/>
              <a:pathLst>
                <a:path extrusionOk="0" h="34016" w="43688">
                  <a:moveTo>
                    <a:pt x="15494" y="34016"/>
                  </a:moveTo>
                  <a:lnTo>
                    <a:pt x="381" y="27920"/>
                  </a:lnTo>
                  <a:cubicBezTo>
                    <a:pt x="-1651" y="10775"/>
                    <a:pt x="4699" y="2774"/>
                    <a:pt x="13589" y="1631"/>
                  </a:cubicBezTo>
                  <a:lnTo>
                    <a:pt x="25654" y="107"/>
                  </a:lnTo>
                  <a:cubicBezTo>
                    <a:pt x="34544" y="-909"/>
                    <a:pt x="42545" y="5441"/>
                    <a:pt x="43688" y="14331"/>
                  </a:cubicBezTo>
                  <a:lnTo>
                    <a:pt x="38354" y="31222"/>
                  </a:lnTo>
                  <a:lnTo>
                    <a:pt x="17399" y="33762"/>
                  </a:lnTo>
                  <a:lnTo>
                    <a:pt x="16129" y="3388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27"/>
            <p:cNvSpPr/>
            <p:nvPr/>
          </p:nvSpPr>
          <p:spPr>
            <a:xfrm>
              <a:off x="63500" y="63500"/>
              <a:ext cx="746506" cy="842391"/>
            </a:xfrm>
            <a:custGeom>
              <a:rect b="b" l="l" r="r" t="t"/>
              <a:pathLst>
                <a:path extrusionOk="0" h="842391" w="746506">
                  <a:moveTo>
                    <a:pt x="421132" y="842264"/>
                  </a:moveTo>
                  <a:cubicBezTo>
                    <a:pt x="188976" y="842264"/>
                    <a:pt x="0" y="653415"/>
                    <a:pt x="0" y="421132"/>
                  </a:cubicBezTo>
                  <a:cubicBezTo>
                    <a:pt x="0" y="188849"/>
                    <a:pt x="188976" y="0"/>
                    <a:pt x="421132" y="0"/>
                  </a:cubicBezTo>
                  <a:cubicBezTo>
                    <a:pt x="544449" y="0"/>
                    <a:pt x="661162" y="53975"/>
                    <a:pt x="741553" y="148082"/>
                  </a:cubicBezTo>
                  <a:lnTo>
                    <a:pt x="746506" y="165100"/>
                  </a:lnTo>
                  <a:cubicBezTo>
                    <a:pt x="732917" y="176657"/>
                    <a:pt x="722630" y="175895"/>
                    <a:pt x="716915" y="169164"/>
                  </a:cubicBezTo>
                  <a:cubicBezTo>
                    <a:pt x="642747" y="82169"/>
                    <a:pt x="534924" y="32385"/>
                    <a:pt x="421132" y="32385"/>
                  </a:cubicBezTo>
                  <a:cubicBezTo>
                    <a:pt x="206756" y="32385"/>
                    <a:pt x="32385" y="206756"/>
                    <a:pt x="32385" y="421132"/>
                  </a:cubicBezTo>
                  <a:cubicBezTo>
                    <a:pt x="32385" y="635508"/>
                    <a:pt x="206756" y="809879"/>
                    <a:pt x="421132" y="809879"/>
                  </a:cubicBezTo>
                  <a:cubicBezTo>
                    <a:pt x="531749" y="809879"/>
                    <a:pt x="637540" y="762381"/>
                    <a:pt x="711327" y="679577"/>
                  </a:cubicBezTo>
                  <a:lnTo>
                    <a:pt x="727583" y="672338"/>
                  </a:lnTo>
                  <a:cubicBezTo>
                    <a:pt x="740918" y="684276"/>
                    <a:pt x="741553" y="694436"/>
                    <a:pt x="735584" y="701167"/>
                  </a:cubicBezTo>
                  <a:cubicBezTo>
                    <a:pt x="655574" y="790956"/>
                    <a:pt x="541020" y="842391"/>
                    <a:pt x="421259" y="84239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27"/>
            <p:cNvSpPr/>
            <p:nvPr/>
          </p:nvSpPr>
          <p:spPr>
            <a:xfrm>
              <a:off x="792480" y="63500"/>
              <a:ext cx="259207" cy="971804"/>
            </a:xfrm>
            <a:custGeom>
              <a:rect b="b" l="l" r="r" t="t"/>
              <a:pathLst>
                <a:path extrusionOk="0" h="971804" w="259207">
                  <a:moveTo>
                    <a:pt x="129540" y="32385"/>
                  </a:moveTo>
                  <a:cubicBezTo>
                    <a:pt x="102743" y="32385"/>
                    <a:pt x="80899" y="54229"/>
                    <a:pt x="80899" y="81026"/>
                  </a:cubicBezTo>
                  <a:lnTo>
                    <a:pt x="80899" y="749300"/>
                  </a:lnTo>
                  <a:cubicBezTo>
                    <a:pt x="80899" y="754507"/>
                    <a:pt x="78359" y="759460"/>
                    <a:pt x="74041" y="762508"/>
                  </a:cubicBezTo>
                  <a:cubicBezTo>
                    <a:pt x="47498" y="781177"/>
                    <a:pt x="32385" y="810260"/>
                    <a:pt x="32385" y="842264"/>
                  </a:cubicBezTo>
                  <a:cubicBezTo>
                    <a:pt x="32385" y="895858"/>
                    <a:pt x="75946" y="939419"/>
                    <a:pt x="129540" y="939419"/>
                  </a:cubicBezTo>
                  <a:cubicBezTo>
                    <a:pt x="183134" y="939419"/>
                    <a:pt x="226695" y="895858"/>
                    <a:pt x="226695" y="842264"/>
                  </a:cubicBezTo>
                  <a:cubicBezTo>
                    <a:pt x="226695" y="810260"/>
                    <a:pt x="211455" y="781177"/>
                    <a:pt x="185039" y="762508"/>
                  </a:cubicBezTo>
                  <a:lnTo>
                    <a:pt x="178181" y="754507"/>
                  </a:lnTo>
                  <a:lnTo>
                    <a:pt x="178181" y="81026"/>
                  </a:lnTo>
                  <a:cubicBezTo>
                    <a:pt x="178181" y="54229"/>
                    <a:pt x="156337" y="32385"/>
                    <a:pt x="129540" y="32385"/>
                  </a:cubicBezTo>
                  <a:moveTo>
                    <a:pt x="129540" y="971804"/>
                  </a:moveTo>
                  <a:cubicBezTo>
                    <a:pt x="58039" y="971804"/>
                    <a:pt x="0" y="913638"/>
                    <a:pt x="0" y="842264"/>
                  </a:cubicBezTo>
                  <a:cubicBezTo>
                    <a:pt x="0" y="802386"/>
                    <a:pt x="17653" y="766064"/>
                    <a:pt x="48641" y="741172"/>
                  </a:cubicBezTo>
                  <a:lnTo>
                    <a:pt x="48641" y="81026"/>
                  </a:lnTo>
                  <a:cubicBezTo>
                    <a:pt x="48514" y="36322"/>
                    <a:pt x="84836" y="0"/>
                    <a:pt x="129540" y="0"/>
                  </a:cubicBezTo>
                  <a:cubicBezTo>
                    <a:pt x="174244" y="0"/>
                    <a:pt x="210566" y="36322"/>
                    <a:pt x="210566" y="81026"/>
                  </a:cubicBezTo>
                  <a:lnTo>
                    <a:pt x="210566" y="741172"/>
                  </a:lnTo>
                  <a:cubicBezTo>
                    <a:pt x="241554" y="766064"/>
                    <a:pt x="259207" y="802386"/>
                    <a:pt x="259207" y="842264"/>
                  </a:cubicBezTo>
                  <a:cubicBezTo>
                    <a:pt x="259207" y="913765"/>
                    <a:pt x="201041" y="971804"/>
                    <a:pt x="129667" y="97180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27"/>
            <p:cNvSpPr/>
            <p:nvPr/>
          </p:nvSpPr>
          <p:spPr>
            <a:xfrm>
              <a:off x="938276" y="355092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27"/>
            <p:cNvSpPr/>
            <p:nvPr/>
          </p:nvSpPr>
          <p:spPr>
            <a:xfrm>
              <a:off x="938276" y="257937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27"/>
            <p:cNvSpPr/>
            <p:nvPr/>
          </p:nvSpPr>
          <p:spPr>
            <a:xfrm>
              <a:off x="938276" y="549402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27"/>
            <p:cNvSpPr/>
            <p:nvPr/>
          </p:nvSpPr>
          <p:spPr>
            <a:xfrm>
              <a:off x="938276" y="452247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27"/>
            <p:cNvSpPr/>
            <p:nvPr/>
          </p:nvSpPr>
          <p:spPr>
            <a:xfrm>
              <a:off x="938276" y="743839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27"/>
            <p:cNvSpPr/>
            <p:nvPr/>
          </p:nvSpPr>
          <p:spPr>
            <a:xfrm>
              <a:off x="938276" y="646684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43" name="Google Shape;1843;p27"/>
          <p:cNvSpPr/>
          <p:nvPr/>
        </p:nvSpPr>
        <p:spPr>
          <a:xfrm>
            <a:off x="233877" y="502191"/>
            <a:ext cx="608364" cy="610534"/>
          </a:xfrm>
          <a:custGeom>
            <a:rect b="b" l="l" r="r" t="t"/>
            <a:pathLst>
              <a:path extrusionOk="0" h="939283" w="935944">
                <a:moveTo>
                  <a:pt x="594308" y="304156"/>
                </a:moveTo>
                <a:cubicBezTo>
                  <a:pt x="562304" y="328794"/>
                  <a:pt x="536650" y="358512"/>
                  <a:pt x="515060" y="395850"/>
                </a:cubicBezTo>
                <a:lnTo>
                  <a:pt x="522934" y="395596"/>
                </a:lnTo>
                <a:cubicBezTo>
                  <a:pt x="536523" y="387976"/>
                  <a:pt x="547953" y="381118"/>
                  <a:pt x="559256" y="374387"/>
                </a:cubicBezTo>
                <a:lnTo>
                  <a:pt x="562177" y="372355"/>
                </a:lnTo>
                <a:cubicBezTo>
                  <a:pt x="576147" y="350003"/>
                  <a:pt x="587069" y="328032"/>
                  <a:pt x="594308" y="304156"/>
                </a:cubicBezTo>
                <a:moveTo>
                  <a:pt x="385774" y="620259"/>
                </a:moveTo>
                <a:cubicBezTo>
                  <a:pt x="338784" y="635118"/>
                  <a:pt x="293826" y="676901"/>
                  <a:pt x="284682" y="713477"/>
                </a:cubicBezTo>
                <a:cubicBezTo>
                  <a:pt x="324560" y="689474"/>
                  <a:pt x="357834" y="659121"/>
                  <a:pt x="385774" y="620259"/>
                </a:cubicBezTo>
                <a:moveTo>
                  <a:pt x="626312" y="347209"/>
                </a:moveTo>
                <a:cubicBezTo>
                  <a:pt x="636218" y="344034"/>
                  <a:pt x="646632" y="342891"/>
                  <a:pt x="655522" y="335017"/>
                </a:cubicBezTo>
                <a:cubicBezTo>
                  <a:pt x="675715" y="317110"/>
                  <a:pt x="694257" y="297806"/>
                  <a:pt x="709243" y="275454"/>
                </a:cubicBezTo>
                <a:lnTo>
                  <a:pt x="730452" y="240910"/>
                </a:lnTo>
                <a:cubicBezTo>
                  <a:pt x="729690" y="239894"/>
                  <a:pt x="728928" y="238878"/>
                  <a:pt x="728166" y="237862"/>
                </a:cubicBezTo>
                <a:lnTo>
                  <a:pt x="664031" y="260341"/>
                </a:lnTo>
                <a:cubicBezTo>
                  <a:pt x="654379" y="263643"/>
                  <a:pt x="649934" y="269485"/>
                  <a:pt x="647394" y="279518"/>
                </a:cubicBezTo>
                <a:lnTo>
                  <a:pt x="626312" y="347209"/>
                </a:lnTo>
                <a:moveTo>
                  <a:pt x="325322" y="574666"/>
                </a:moveTo>
                <a:lnTo>
                  <a:pt x="243661" y="575428"/>
                </a:lnTo>
                <a:cubicBezTo>
                  <a:pt x="176605" y="571745"/>
                  <a:pt x="155142" y="570094"/>
                  <a:pt x="98627" y="534026"/>
                </a:cubicBezTo>
                <a:cubicBezTo>
                  <a:pt x="87451" y="526914"/>
                  <a:pt x="84530" y="514341"/>
                  <a:pt x="91007" y="503927"/>
                </a:cubicBezTo>
                <a:cubicBezTo>
                  <a:pt x="97611" y="493386"/>
                  <a:pt x="110311" y="490465"/>
                  <a:pt x="121995" y="497831"/>
                </a:cubicBezTo>
                <a:cubicBezTo>
                  <a:pt x="161238" y="522469"/>
                  <a:pt x="163397" y="519929"/>
                  <a:pt x="209117" y="528057"/>
                </a:cubicBezTo>
                <a:cubicBezTo>
                  <a:pt x="251916" y="535677"/>
                  <a:pt x="294715" y="535042"/>
                  <a:pt x="337387" y="526787"/>
                </a:cubicBezTo>
                <a:lnTo>
                  <a:pt x="340562" y="525771"/>
                </a:lnTo>
                <a:lnTo>
                  <a:pt x="340308" y="518786"/>
                </a:lnTo>
                <a:cubicBezTo>
                  <a:pt x="285444" y="459985"/>
                  <a:pt x="221055" y="423790"/>
                  <a:pt x="144855" y="409820"/>
                </a:cubicBezTo>
                <a:cubicBezTo>
                  <a:pt x="122249" y="405756"/>
                  <a:pt x="45668" y="401819"/>
                  <a:pt x="22681" y="400168"/>
                </a:cubicBezTo>
                <a:lnTo>
                  <a:pt x="5790" y="396485"/>
                </a:lnTo>
                <a:cubicBezTo>
                  <a:pt x="-1957" y="379975"/>
                  <a:pt x="-1195" y="372482"/>
                  <a:pt x="3758" y="365624"/>
                </a:cubicBezTo>
                <a:lnTo>
                  <a:pt x="15569" y="356988"/>
                </a:lnTo>
                <a:cubicBezTo>
                  <a:pt x="86943" y="356353"/>
                  <a:pt x="200354" y="373879"/>
                  <a:pt x="257123" y="402200"/>
                </a:cubicBezTo>
                <a:cubicBezTo>
                  <a:pt x="286968" y="417059"/>
                  <a:pt x="314400" y="435474"/>
                  <a:pt x="339546" y="457445"/>
                </a:cubicBezTo>
                <a:lnTo>
                  <a:pt x="343483" y="460493"/>
                </a:lnTo>
                <a:lnTo>
                  <a:pt x="353135" y="448936"/>
                </a:lnTo>
                <a:cubicBezTo>
                  <a:pt x="331037" y="426203"/>
                  <a:pt x="318083" y="415408"/>
                  <a:pt x="302335" y="407153"/>
                </a:cubicBezTo>
                <a:lnTo>
                  <a:pt x="253440" y="376165"/>
                </a:lnTo>
                <a:cubicBezTo>
                  <a:pt x="234263" y="366513"/>
                  <a:pt x="214070" y="357750"/>
                  <a:pt x="193369" y="353051"/>
                </a:cubicBezTo>
                <a:lnTo>
                  <a:pt x="115518" y="343399"/>
                </a:lnTo>
                <a:cubicBezTo>
                  <a:pt x="101421" y="342002"/>
                  <a:pt x="92150" y="335525"/>
                  <a:pt x="91134" y="323714"/>
                </a:cubicBezTo>
                <a:cubicBezTo>
                  <a:pt x="89864" y="310633"/>
                  <a:pt x="99008" y="299584"/>
                  <a:pt x="112724" y="300219"/>
                </a:cubicBezTo>
                <a:lnTo>
                  <a:pt x="176478" y="304791"/>
                </a:lnTo>
                <a:cubicBezTo>
                  <a:pt x="179018" y="304918"/>
                  <a:pt x="181558" y="305426"/>
                  <a:pt x="185495" y="305807"/>
                </a:cubicBezTo>
                <a:lnTo>
                  <a:pt x="183082" y="301235"/>
                </a:lnTo>
                <a:cubicBezTo>
                  <a:pt x="171144" y="279264"/>
                  <a:pt x="136219" y="207890"/>
                  <a:pt x="125932" y="187316"/>
                </a:cubicBezTo>
                <a:cubicBezTo>
                  <a:pt x="118566" y="172457"/>
                  <a:pt x="123011" y="159630"/>
                  <a:pt x="135584" y="154550"/>
                </a:cubicBezTo>
                <a:cubicBezTo>
                  <a:pt x="147903" y="149597"/>
                  <a:pt x="159079" y="155312"/>
                  <a:pt x="165429" y="170171"/>
                </a:cubicBezTo>
                <a:cubicBezTo>
                  <a:pt x="178383" y="200397"/>
                  <a:pt x="218769" y="279391"/>
                  <a:pt x="240613" y="304029"/>
                </a:cubicBezTo>
                <a:cubicBezTo>
                  <a:pt x="254837" y="320031"/>
                  <a:pt x="269950" y="334509"/>
                  <a:pt x="289762" y="344161"/>
                </a:cubicBezTo>
                <a:lnTo>
                  <a:pt x="331164" y="370704"/>
                </a:lnTo>
                <a:cubicBezTo>
                  <a:pt x="350468" y="385436"/>
                  <a:pt x="373074" y="390897"/>
                  <a:pt x="395680" y="396358"/>
                </a:cubicBezTo>
                <a:lnTo>
                  <a:pt x="406983" y="391786"/>
                </a:lnTo>
                <a:cubicBezTo>
                  <a:pt x="420445" y="388230"/>
                  <a:pt x="421715" y="383277"/>
                  <a:pt x="422985" y="376546"/>
                </a:cubicBezTo>
                <a:cubicBezTo>
                  <a:pt x="425271" y="364608"/>
                  <a:pt x="423620" y="353813"/>
                  <a:pt x="420064" y="342129"/>
                </a:cubicBezTo>
                <a:lnTo>
                  <a:pt x="401522" y="266818"/>
                </a:lnTo>
                <a:cubicBezTo>
                  <a:pt x="400633" y="263008"/>
                  <a:pt x="399490" y="258944"/>
                  <a:pt x="397458" y="255642"/>
                </a:cubicBezTo>
                <a:cubicBezTo>
                  <a:pt x="373709" y="217034"/>
                  <a:pt x="343229" y="184649"/>
                  <a:pt x="306526" y="158233"/>
                </a:cubicBezTo>
                <a:lnTo>
                  <a:pt x="297509" y="150740"/>
                </a:lnTo>
                <a:cubicBezTo>
                  <a:pt x="290143" y="137659"/>
                  <a:pt x="293064" y="127118"/>
                  <a:pt x="300430" y="120895"/>
                </a:cubicBezTo>
                <a:cubicBezTo>
                  <a:pt x="307796" y="114672"/>
                  <a:pt x="318591" y="113402"/>
                  <a:pt x="326846" y="120006"/>
                </a:cubicBezTo>
                <a:lnTo>
                  <a:pt x="387298" y="171568"/>
                </a:lnTo>
                <a:cubicBezTo>
                  <a:pt x="391997" y="175632"/>
                  <a:pt x="395934" y="180712"/>
                  <a:pt x="400887" y="186173"/>
                </a:cubicBezTo>
                <a:lnTo>
                  <a:pt x="408380" y="148200"/>
                </a:lnTo>
                <a:cubicBezTo>
                  <a:pt x="412317" y="133214"/>
                  <a:pt x="446099" y="30217"/>
                  <a:pt x="451306" y="15612"/>
                </a:cubicBezTo>
                <a:cubicBezTo>
                  <a:pt x="455751" y="2658"/>
                  <a:pt x="467562" y="-2803"/>
                  <a:pt x="479373" y="1388"/>
                </a:cubicBezTo>
                <a:cubicBezTo>
                  <a:pt x="490930" y="5579"/>
                  <a:pt x="496264" y="17644"/>
                  <a:pt x="491438" y="30725"/>
                </a:cubicBezTo>
                <a:cubicBezTo>
                  <a:pt x="478484" y="66285"/>
                  <a:pt x="442543" y="190872"/>
                  <a:pt x="442416" y="228845"/>
                </a:cubicBezTo>
                <a:cubicBezTo>
                  <a:pt x="442289" y="243069"/>
                  <a:pt x="445337" y="255515"/>
                  <a:pt x="454354" y="267580"/>
                </a:cubicBezTo>
                <a:lnTo>
                  <a:pt x="457148" y="262119"/>
                </a:lnTo>
                <a:cubicBezTo>
                  <a:pt x="486104" y="203064"/>
                  <a:pt x="491565" y="184903"/>
                  <a:pt x="541730" y="147057"/>
                </a:cubicBezTo>
                <a:lnTo>
                  <a:pt x="557224" y="139437"/>
                </a:lnTo>
                <a:cubicBezTo>
                  <a:pt x="573480" y="147057"/>
                  <a:pt x="577544" y="153153"/>
                  <a:pt x="578179" y="161154"/>
                </a:cubicBezTo>
                <a:lnTo>
                  <a:pt x="574242" y="176902"/>
                </a:lnTo>
                <a:cubicBezTo>
                  <a:pt x="534364" y="206747"/>
                  <a:pt x="540587" y="207255"/>
                  <a:pt x="518362" y="241418"/>
                </a:cubicBezTo>
                <a:cubicBezTo>
                  <a:pt x="502741" y="265421"/>
                  <a:pt x="490422" y="291075"/>
                  <a:pt x="480770" y="318126"/>
                </a:cubicBezTo>
                <a:lnTo>
                  <a:pt x="477214" y="334128"/>
                </a:lnTo>
                <a:cubicBezTo>
                  <a:pt x="481786" y="348352"/>
                  <a:pt x="482802" y="354448"/>
                  <a:pt x="484326" y="361052"/>
                </a:cubicBezTo>
                <a:lnTo>
                  <a:pt x="514679" y="321047"/>
                </a:lnTo>
                <a:cubicBezTo>
                  <a:pt x="540333" y="289805"/>
                  <a:pt x="570686" y="263643"/>
                  <a:pt x="605357" y="242815"/>
                </a:cubicBezTo>
                <a:lnTo>
                  <a:pt x="613104" y="236719"/>
                </a:lnTo>
                <a:cubicBezTo>
                  <a:pt x="613485" y="207128"/>
                  <a:pt x="614247" y="139564"/>
                  <a:pt x="614882" y="116069"/>
                </a:cubicBezTo>
                <a:lnTo>
                  <a:pt x="614501" y="111497"/>
                </a:lnTo>
                <a:cubicBezTo>
                  <a:pt x="614120" y="95622"/>
                  <a:pt x="622756" y="85716"/>
                  <a:pt x="635075" y="85208"/>
                </a:cubicBezTo>
                <a:cubicBezTo>
                  <a:pt x="647013" y="84700"/>
                  <a:pt x="656919" y="93590"/>
                  <a:pt x="657554" y="106671"/>
                </a:cubicBezTo>
                <a:cubicBezTo>
                  <a:pt x="658316" y="126483"/>
                  <a:pt x="658316" y="190237"/>
                  <a:pt x="658570" y="210176"/>
                </a:cubicBezTo>
                <a:lnTo>
                  <a:pt x="658570" y="212970"/>
                </a:lnTo>
                <a:lnTo>
                  <a:pt x="666952" y="212462"/>
                </a:lnTo>
                <a:cubicBezTo>
                  <a:pt x="687780" y="206366"/>
                  <a:pt x="704544" y="201159"/>
                  <a:pt x="721689" y="196968"/>
                </a:cubicBezTo>
                <a:cubicBezTo>
                  <a:pt x="743406" y="191761"/>
                  <a:pt x="755725" y="204842"/>
                  <a:pt x="750391" y="227194"/>
                </a:cubicBezTo>
                <a:lnTo>
                  <a:pt x="754201" y="228210"/>
                </a:lnTo>
                <a:cubicBezTo>
                  <a:pt x="770330" y="233544"/>
                  <a:pt x="776553" y="247133"/>
                  <a:pt x="768679" y="260595"/>
                </a:cubicBezTo>
                <a:lnTo>
                  <a:pt x="730452" y="320158"/>
                </a:lnTo>
                <a:cubicBezTo>
                  <a:pt x="728166" y="323714"/>
                  <a:pt x="725118" y="326889"/>
                  <a:pt x="721308" y="331461"/>
                </a:cubicBezTo>
                <a:lnTo>
                  <a:pt x="727912" y="331842"/>
                </a:lnTo>
                <a:cubicBezTo>
                  <a:pt x="760043" y="331969"/>
                  <a:pt x="757757" y="329810"/>
                  <a:pt x="786586" y="336668"/>
                </a:cubicBezTo>
                <a:cubicBezTo>
                  <a:pt x="800683" y="339970"/>
                  <a:pt x="808049" y="350511"/>
                  <a:pt x="805255" y="362957"/>
                </a:cubicBezTo>
                <a:cubicBezTo>
                  <a:pt x="802461" y="375403"/>
                  <a:pt x="791412" y="382007"/>
                  <a:pt x="777188" y="378832"/>
                </a:cubicBezTo>
                <a:cubicBezTo>
                  <a:pt x="731595" y="368672"/>
                  <a:pt x="717244" y="372101"/>
                  <a:pt x="671270" y="381245"/>
                </a:cubicBezTo>
                <a:lnTo>
                  <a:pt x="663142" y="384039"/>
                </a:lnTo>
                <a:cubicBezTo>
                  <a:pt x="635329" y="403089"/>
                  <a:pt x="609421" y="416678"/>
                  <a:pt x="581735" y="427092"/>
                </a:cubicBezTo>
                <a:lnTo>
                  <a:pt x="572591" y="432807"/>
                </a:lnTo>
                <a:lnTo>
                  <a:pt x="567257" y="442840"/>
                </a:lnTo>
                <a:cubicBezTo>
                  <a:pt x="570051" y="451857"/>
                  <a:pt x="574242" y="457572"/>
                  <a:pt x="575131" y="463922"/>
                </a:cubicBezTo>
                <a:cubicBezTo>
                  <a:pt x="576782" y="474463"/>
                  <a:pt x="583513" y="479416"/>
                  <a:pt x="591895" y="483988"/>
                </a:cubicBezTo>
                <a:cubicBezTo>
                  <a:pt x="670254" y="527549"/>
                  <a:pt x="815161" y="520691"/>
                  <a:pt x="900378" y="493132"/>
                </a:cubicBezTo>
                <a:lnTo>
                  <a:pt x="904696" y="491608"/>
                </a:lnTo>
                <a:cubicBezTo>
                  <a:pt x="919428" y="487290"/>
                  <a:pt x="930985" y="492878"/>
                  <a:pt x="934795" y="504435"/>
                </a:cubicBezTo>
                <a:cubicBezTo>
                  <a:pt x="938478" y="515611"/>
                  <a:pt x="933144" y="527549"/>
                  <a:pt x="921079" y="531359"/>
                </a:cubicBezTo>
                <a:lnTo>
                  <a:pt x="865326" y="546599"/>
                </a:lnTo>
                <a:cubicBezTo>
                  <a:pt x="855293" y="549012"/>
                  <a:pt x="782014" y="564633"/>
                  <a:pt x="770203" y="566411"/>
                </a:cubicBezTo>
                <a:lnTo>
                  <a:pt x="775410" y="570602"/>
                </a:lnTo>
                <a:cubicBezTo>
                  <a:pt x="794206" y="587747"/>
                  <a:pt x="811351" y="602733"/>
                  <a:pt x="827607" y="618735"/>
                </a:cubicBezTo>
                <a:cubicBezTo>
                  <a:pt x="839037" y="630038"/>
                  <a:pt x="838910" y="643246"/>
                  <a:pt x="829131" y="652263"/>
                </a:cubicBezTo>
                <a:cubicBezTo>
                  <a:pt x="819352" y="661280"/>
                  <a:pt x="806525" y="659756"/>
                  <a:pt x="795730" y="647818"/>
                </a:cubicBezTo>
                <a:cubicBezTo>
                  <a:pt x="747470" y="594859"/>
                  <a:pt x="688161" y="561712"/>
                  <a:pt x="617676" y="548631"/>
                </a:cubicBezTo>
                <a:lnTo>
                  <a:pt x="580846" y="544186"/>
                </a:lnTo>
                <a:cubicBezTo>
                  <a:pt x="573988" y="543297"/>
                  <a:pt x="570559" y="545710"/>
                  <a:pt x="569924" y="552949"/>
                </a:cubicBezTo>
                <a:lnTo>
                  <a:pt x="616787" y="563109"/>
                </a:lnTo>
                <a:cubicBezTo>
                  <a:pt x="694003" y="583175"/>
                  <a:pt x="813383" y="677663"/>
                  <a:pt x="866596" y="736972"/>
                </a:cubicBezTo>
                <a:cubicBezTo>
                  <a:pt x="876121" y="747513"/>
                  <a:pt x="875994" y="760848"/>
                  <a:pt x="866596" y="769357"/>
                </a:cubicBezTo>
                <a:cubicBezTo>
                  <a:pt x="857071" y="777993"/>
                  <a:pt x="844371" y="776977"/>
                  <a:pt x="834465" y="765928"/>
                </a:cubicBezTo>
                <a:cubicBezTo>
                  <a:pt x="795984" y="723002"/>
                  <a:pt x="695781" y="637023"/>
                  <a:pt x="641933" y="616449"/>
                </a:cubicBezTo>
                <a:cubicBezTo>
                  <a:pt x="611580" y="604892"/>
                  <a:pt x="580084" y="598034"/>
                  <a:pt x="547826" y="594732"/>
                </a:cubicBezTo>
                <a:lnTo>
                  <a:pt x="533856" y="594732"/>
                </a:lnTo>
                <a:cubicBezTo>
                  <a:pt x="523442" y="603622"/>
                  <a:pt x="518108" y="606035"/>
                  <a:pt x="512901" y="609210"/>
                </a:cubicBezTo>
                <a:cubicBezTo>
                  <a:pt x="533348" y="642865"/>
                  <a:pt x="558494" y="671948"/>
                  <a:pt x="588593" y="696713"/>
                </a:cubicBezTo>
                <a:cubicBezTo>
                  <a:pt x="626820" y="728082"/>
                  <a:pt x="654633" y="741163"/>
                  <a:pt x="702131" y="754752"/>
                </a:cubicBezTo>
                <a:cubicBezTo>
                  <a:pt x="716736" y="758943"/>
                  <a:pt x="723594" y="770246"/>
                  <a:pt x="719657" y="782565"/>
                </a:cubicBezTo>
                <a:cubicBezTo>
                  <a:pt x="715720" y="794884"/>
                  <a:pt x="704417" y="800218"/>
                  <a:pt x="690320" y="796281"/>
                </a:cubicBezTo>
                <a:cubicBezTo>
                  <a:pt x="654887" y="786375"/>
                  <a:pt x="636599" y="780914"/>
                  <a:pt x="605103" y="761610"/>
                </a:cubicBezTo>
                <a:cubicBezTo>
                  <a:pt x="562304" y="735321"/>
                  <a:pt x="525982" y="701920"/>
                  <a:pt x="496010" y="661661"/>
                </a:cubicBezTo>
                <a:lnTo>
                  <a:pt x="493851" y="658994"/>
                </a:lnTo>
                <a:lnTo>
                  <a:pt x="496518" y="672837"/>
                </a:lnTo>
                <a:cubicBezTo>
                  <a:pt x="528141" y="745227"/>
                  <a:pt x="623264" y="846065"/>
                  <a:pt x="684732" y="882006"/>
                </a:cubicBezTo>
                <a:lnTo>
                  <a:pt x="686764" y="883149"/>
                </a:lnTo>
                <a:cubicBezTo>
                  <a:pt x="700353" y="891277"/>
                  <a:pt x="704290" y="903215"/>
                  <a:pt x="697940" y="914391"/>
                </a:cubicBezTo>
                <a:cubicBezTo>
                  <a:pt x="691590" y="925567"/>
                  <a:pt x="678763" y="929123"/>
                  <a:pt x="666444" y="921249"/>
                </a:cubicBezTo>
                <a:lnTo>
                  <a:pt x="611707" y="883403"/>
                </a:lnTo>
                <a:cubicBezTo>
                  <a:pt x="577544" y="856098"/>
                  <a:pt x="500201" y="772405"/>
                  <a:pt x="478357" y="734559"/>
                </a:cubicBezTo>
                <a:lnTo>
                  <a:pt x="476325" y="731384"/>
                </a:lnTo>
                <a:cubicBezTo>
                  <a:pt x="474166" y="742306"/>
                  <a:pt x="474420" y="754498"/>
                  <a:pt x="474039" y="766817"/>
                </a:cubicBezTo>
                <a:cubicBezTo>
                  <a:pt x="472769" y="811394"/>
                  <a:pt x="463752" y="854320"/>
                  <a:pt x="447623" y="895849"/>
                </a:cubicBezTo>
                <a:cubicBezTo>
                  <a:pt x="442670" y="908549"/>
                  <a:pt x="430478" y="913883"/>
                  <a:pt x="418921" y="909311"/>
                </a:cubicBezTo>
                <a:cubicBezTo>
                  <a:pt x="407872" y="904866"/>
                  <a:pt x="403046" y="893055"/>
                  <a:pt x="407237" y="880482"/>
                </a:cubicBezTo>
                <a:lnTo>
                  <a:pt x="410031" y="872862"/>
                </a:lnTo>
                <a:cubicBezTo>
                  <a:pt x="412571" y="865242"/>
                  <a:pt x="413714" y="861432"/>
                  <a:pt x="415746" y="855209"/>
                </a:cubicBezTo>
                <a:cubicBezTo>
                  <a:pt x="404697" y="869179"/>
                  <a:pt x="359485" y="916804"/>
                  <a:pt x="349833" y="928742"/>
                </a:cubicBezTo>
                <a:lnTo>
                  <a:pt x="337514" y="939283"/>
                </a:lnTo>
                <a:cubicBezTo>
                  <a:pt x="311479" y="934965"/>
                  <a:pt x="305256" y="916423"/>
                  <a:pt x="315797" y="901818"/>
                </a:cubicBezTo>
                <a:cubicBezTo>
                  <a:pt x="329894" y="882514"/>
                  <a:pt x="380186" y="827777"/>
                  <a:pt x="392505" y="807457"/>
                </a:cubicBezTo>
                <a:cubicBezTo>
                  <a:pt x="410158" y="777993"/>
                  <a:pt x="421842" y="745735"/>
                  <a:pt x="425906" y="711699"/>
                </a:cubicBezTo>
                <a:cubicBezTo>
                  <a:pt x="427684" y="696586"/>
                  <a:pt x="422096" y="680584"/>
                  <a:pt x="419556" y="664963"/>
                </a:cubicBezTo>
                <a:lnTo>
                  <a:pt x="417397" y="657851"/>
                </a:lnTo>
                <a:lnTo>
                  <a:pt x="412190" y="657343"/>
                </a:lnTo>
                <a:cubicBezTo>
                  <a:pt x="371931" y="708397"/>
                  <a:pt x="323925" y="745989"/>
                  <a:pt x="266648" y="771389"/>
                </a:cubicBezTo>
                <a:lnTo>
                  <a:pt x="257758" y="776596"/>
                </a:lnTo>
                <a:cubicBezTo>
                  <a:pt x="254583" y="797424"/>
                  <a:pt x="251789" y="811902"/>
                  <a:pt x="248868" y="826253"/>
                </a:cubicBezTo>
                <a:cubicBezTo>
                  <a:pt x="246328" y="838699"/>
                  <a:pt x="234898" y="846192"/>
                  <a:pt x="223214" y="843525"/>
                </a:cubicBezTo>
                <a:cubicBezTo>
                  <a:pt x="212546" y="841112"/>
                  <a:pt x="205688" y="831968"/>
                  <a:pt x="206577" y="820411"/>
                </a:cubicBezTo>
                <a:lnTo>
                  <a:pt x="210260" y="791201"/>
                </a:lnTo>
                <a:cubicBezTo>
                  <a:pt x="204926" y="793106"/>
                  <a:pt x="200100" y="794249"/>
                  <a:pt x="195782" y="796535"/>
                </a:cubicBezTo>
                <a:cubicBezTo>
                  <a:pt x="184225" y="802377"/>
                  <a:pt x="172668" y="799583"/>
                  <a:pt x="164667" y="788407"/>
                </a:cubicBezTo>
                <a:cubicBezTo>
                  <a:pt x="157936" y="779136"/>
                  <a:pt x="159206" y="767960"/>
                  <a:pt x="167715" y="759451"/>
                </a:cubicBezTo>
                <a:lnTo>
                  <a:pt x="172160" y="754879"/>
                </a:lnTo>
                <a:cubicBezTo>
                  <a:pt x="196163" y="712334"/>
                  <a:pt x="224357" y="677282"/>
                  <a:pt x="259028" y="647310"/>
                </a:cubicBezTo>
                <a:lnTo>
                  <a:pt x="261695" y="646167"/>
                </a:lnTo>
                <a:lnTo>
                  <a:pt x="261314" y="643373"/>
                </a:lnTo>
                <a:lnTo>
                  <a:pt x="219023" y="648961"/>
                </a:lnTo>
                <a:cubicBezTo>
                  <a:pt x="167207" y="653914"/>
                  <a:pt x="85292" y="648326"/>
                  <a:pt x="35889" y="631435"/>
                </a:cubicBezTo>
                <a:cubicBezTo>
                  <a:pt x="23189" y="627117"/>
                  <a:pt x="17093" y="615941"/>
                  <a:pt x="20649" y="604511"/>
                </a:cubicBezTo>
                <a:cubicBezTo>
                  <a:pt x="24459" y="592192"/>
                  <a:pt x="36270" y="586350"/>
                  <a:pt x="49859" y="590795"/>
                </a:cubicBezTo>
                <a:cubicBezTo>
                  <a:pt x="90118" y="604130"/>
                  <a:pt x="162508" y="609464"/>
                  <a:pt x="204799" y="606924"/>
                </a:cubicBezTo>
                <a:cubicBezTo>
                  <a:pt x="246201" y="604384"/>
                  <a:pt x="285444" y="593970"/>
                  <a:pt x="322909" y="576190"/>
                </a:cubicBezTo>
                <a:lnTo>
                  <a:pt x="325703" y="574412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44" name="Google Shape;1844;p27"/>
          <p:cNvGrpSpPr/>
          <p:nvPr/>
        </p:nvGrpSpPr>
        <p:grpSpPr>
          <a:xfrm>
            <a:off x="178004" y="7762777"/>
            <a:ext cx="720087" cy="727028"/>
            <a:chOff x="63500" y="63500"/>
            <a:chExt cx="1106805" cy="1117473"/>
          </a:xfrm>
        </p:grpSpPr>
        <p:sp>
          <p:nvSpPr>
            <p:cNvPr id="1845" name="Google Shape;1845;p27"/>
            <p:cNvSpPr/>
            <p:nvPr/>
          </p:nvSpPr>
          <p:spPr>
            <a:xfrm>
              <a:off x="452417" y="519747"/>
              <a:ext cx="530803" cy="322500"/>
            </a:xfrm>
            <a:custGeom>
              <a:rect b="b" l="l" r="r" t="t"/>
              <a:pathLst>
                <a:path extrusionOk="0" h="322500" w="530803">
                  <a:moveTo>
                    <a:pt x="300693" y="277051"/>
                  </a:moveTo>
                  <a:cubicBezTo>
                    <a:pt x="338031" y="274765"/>
                    <a:pt x="374099" y="269558"/>
                    <a:pt x="406738" y="250635"/>
                  </a:cubicBezTo>
                  <a:cubicBezTo>
                    <a:pt x="451950" y="224473"/>
                    <a:pt x="478747" y="185357"/>
                    <a:pt x="487637" y="133922"/>
                  </a:cubicBezTo>
                  <a:lnTo>
                    <a:pt x="488653" y="127064"/>
                  </a:lnTo>
                  <a:cubicBezTo>
                    <a:pt x="491828" y="110046"/>
                    <a:pt x="500845" y="103061"/>
                    <a:pt x="513418" y="104839"/>
                  </a:cubicBezTo>
                  <a:cubicBezTo>
                    <a:pt x="526372" y="106617"/>
                    <a:pt x="532087" y="114999"/>
                    <a:pt x="530563" y="129731"/>
                  </a:cubicBezTo>
                  <a:cubicBezTo>
                    <a:pt x="520657" y="223330"/>
                    <a:pt x="456014" y="297117"/>
                    <a:pt x="363304" y="316167"/>
                  </a:cubicBezTo>
                  <a:cubicBezTo>
                    <a:pt x="285961" y="332169"/>
                    <a:pt x="212555" y="317183"/>
                    <a:pt x="144229" y="278702"/>
                  </a:cubicBezTo>
                  <a:cubicBezTo>
                    <a:pt x="94191" y="250508"/>
                    <a:pt x="51138" y="214186"/>
                    <a:pt x="22817" y="162878"/>
                  </a:cubicBezTo>
                  <a:cubicBezTo>
                    <a:pt x="11768" y="142812"/>
                    <a:pt x="1608" y="121984"/>
                    <a:pt x="211" y="98489"/>
                  </a:cubicBezTo>
                  <a:cubicBezTo>
                    <a:pt x="-1948" y="59881"/>
                    <a:pt x="12403" y="29020"/>
                    <a:pt x="47455" y="10732"/>
                  </a:cubicBezTo>
                  <a:cubicBezTo>
                    <a:pt x="82634" y="-7683"/>
                    <a:pt x="115781" y="-1587"/>
                    <a:pt x="146134" y="22797"/>
                  </a:cubicBezTo>
                  <a:lnTo>
                    <a:pt x="170391" y="44260"/>
                  </a:lnTo>
                  <a:cubicBezTo>
                    <a:pt x="180932" y="55055"/>
                    <a:pt x="179789" y="65469"/>
                    <a:pt x="167978" y="76518"/>
                  </a:cubicBezTo>
                  <a:cubicBezTo>
                    <a:pt x="158072" y="85789"/>
                    <a:pt x="149817" y="85281"/>
                    <a:pt x="139149" y="74359"/>
                  </a:cubicBezTo>
                  <a:lnTo>
                    <a:pt x="120734" y="55055"/>
                  </a:lnTo>
                  <a:cubicBezTo>
                    <a:pt x="104097" y="40577"/>
                    <a:pt x="85301" y="37783"/>
                    <a:pt x="69807" y="46673"/>
                  </a:cubicBezTo>
                  <a:cubicBezTo>
                    <a:pt x="50503" y="57722"/>
                    <a:pt x="41232" y="77407"/>
                    <a:pt x="45042" y="99124"/>
                  </a:cubicBezTo>
                  <a:cubicBezTo>
                    <a:pt x="49487" y="123635"/>
                    <a:pt x="61044" y="144717"/>
                    <a:pt x="77046" y="163132"/>
                  </a:cubicBezTo>
                  <a:cubicBezTo>
                    <a:pt x="119972" y="212789"/>
                    <a:pt x="170391" y="251651"/>
                    <a:pt x="235542" y="267145"/>
                  </a:cubicBezTo>
                  <a:lnTo>
                    <a:pt x="300439" y="27705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27"/>
            <p:cNvSpPr/>
            <p:nvPr/>
          </p:nvSpPr>
          <p:spPr>
            <a:xfrm>
              <a:off x="277098" y="401210"/>
              <a:ext cx="478944" cy="315717"/>
            </a:xfrm>
            <a:custGeom>
              <a:rect b="b" l="l" r="r" t="t"/>
              <a:pathLst>
                <a:path extrusionOk="0" h="315717" w="478944">
                  <a:moveTo>
                    <a:pt x="178959" y="42020"/>
                  </a:moveTo>
                  <a:cubicBezTo>
                    <a:pt x="134890" y="42147"/>
                    <a:pt x="93996" y="51418"/>
                    <a:pt x="58817" y="79104"/>
                  </a:cubicBezTo>
                  <a:lnTo>
                    <a:pt x="38370" y="97773"/>
                  </a:lnTo>
                  <a:cubicBezTo>
                    <a:pt x="26813" y="108314"/>
                    <a:pt x="16780" y="108695"/>
                    <a:pt x="7382" y="99297"/>
                  </a:cubicBezTo>
                  <a:cubicBezTo>
                    <a:pt x="-2397" y="89518"/>
                    <a:pt x="-2651" y="79485"/>
                    <a:pt x="7763" y="68182"/>
                  </a:cubicBezTo>
                  <a:cubicBezTo>
                    <a:pt x="43196" y="30082"/>
                    <a:pt x="86757" y="6333"/>
                    <a:pt x="138446" y="1634"/>
                  </a:cubicBezTo>
                  <a:cubicBezTo>
                    <a:pt x="257191" y="-9161"/>
                    <a:pt x="354600" y="33765"/>
                    <a:pt x="431816" y="123554"/>
                  </a:cubicBezTo>
                  <a:cubicBezTo>
                    <a:pt x="452009" y="147049"/>
                    <a:pt x="469281" y="172322"/>
                    <a:pt x="476520" y="203564"/>
                  </a:cubicBezTo>
                  <a:cubicBezTo>
                    <a:pt x="485283" y="241410"/>
                    <a:pt x="469662" y="285352"/>
                    <a:pt x="439690" y="303894"/>
                  </a:cubicBezTo>
                  <a:cubicBezTo>
                    <a:pt x="408702" y="323071"/>
                    <a:pt x="361204" y="318499"/>
                    <a:pt x="331486" y="293226"/>
                  </a:cubicBezTo>
                  <a:lnTo>
                    <a:pt x="310404" y="272652"/>
                  </a:lnTo>
                  <a:cubicBezTo>
                    <a:pt x="299355" y="259444"/>
                    <a:pt x="304308" y="242680"/>
                    <a:pt x="320564" y="236330"/>
                  </a:cubicBezTo>
                  <a:lnTo>
                    <a:pt x="334788" y="236711"/>
                  </a:lnTo>
                  <a:cubicBezTo>
                    <a:pt x="348250" y="249411"/>
                    <a:pt x="355489" y="257539"/>
                    <a:pt x="363998" y="264016"/>
                  </a:cubicBezTo>
                  <a:cubicBezTo>
                    <a:pt x="378349" y="274938"/>
                    <a:pt x="394224" y="278494"/>
                    <a:pt x="411369" y="269985"/>
                  </a:cubicBezTo>
                  <a:cubicBezTo>
                    <a:pt x="428768" y="261349"/>
                    <a:pt x="435245" y="246871"/>
                    <a:pt x="436134" y="228075"/>
                  </a:cubicBezTo>
                  <a:cubicBezTo>
                    <a:pt x="436896" y="212073"/>
                    <a:pt x="433086" y="197595"/>
                    <a:pt x="424577" y="184514"/>
                  </a:cubicBezTo>
                  <a:cubicBezTo>
                    <a:pt x="366538" y="95995"/>
                    <a:pt x="286528" y="45068"/>
                    <a:pt x="179086" y="417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27"/>
            <p:cNvSpPr/>
            <p:nvPr/>
          </p:nvSpPr>
          <p:spPr>
            <a:xfrm>
              <a:off x="325981" y="253551"/>
              <a:ext cx="447026" cy="241876"/>
            </a:xfrm>
            <a:custGeom>
              <a:rect b="b" l="l" r="r" t="t"/>
              <a:pathLst>
                <a:path extrusionOk="0" h="241876" w="447026">
                  <a:moveTo>
                    <a:pt x="98072" y="40962"/>
                  </a:moveTo>
                  <a:lnTo>
                    <a:pt x="39652" y="52138"/>
                  </a:lnTo>
                  <a:cubicBezTo>
                    <a:pt x="34953" y="53027"/>
                    <a:pt x="30508" y="54932"/>
                    <a:pt x="25936" y="55948"/>
                  </a:cubicBezTo>
                  <a:cubicBezTo>
                    <a:pt x="13236" y="58615"/>
                    <a:pt x="5743" y="54551"/>
                    <a:pt x="1806" y="43375"/>
                  </a:cubicBezTo>
                  <a:cubicBezTo>
                    <a:pt x="-2385" y="31564"/>
                    <a:pt x="536" y="21277"/>
                    <a:pt x="12474" y="17594"/>
                  </a:cubicBezTo>
                  <a:lnTo>
                    <a:pt x="77117" y="2227"/>
                  </a:lnTo>
                  <a:cubicBezTo>
                    <a:pt x="140236" y="-6663"/>
                    <a:pt x="198021" y="12133"/>
                    <a:pt x="253647" y="39692"/>
                  </a:cubicBezTo>
                  <a:cubicBezTo>
                    <a:pt x="327053" y="76014"/>
                    <a:pt x="390045" y="125036"/>
                    <a:pt x="436019" y="193870"/>
                  </a:cubicBezTo>
                  <a:lnTo>
                    <a:pt x="443766" y="206316"/>
                  </a:lnTo>
                  <a:cubicBezTo>
                    <a:pt x="449735" y="221683"/>
                    <a:pt x="447068" y="229303"/>
                    <a:pt x="439321" y="234764"/>
                  </a:cubicBezTo>
                  <a:lnTo>
                    <a:pt x="423192" y="241876"/>
                  </a:lnTo>
                  <a:cubicBezTo>
                    <a:pt x="410111" y="230954"/>
                    <a:pt x="405412" y="225112"/>
                    <a:pt x="401348" y="219143"/>
                  </a:cubicBezTo>
                  <a:cubicBezTo>
                    <a:pt x="340769" y="129862"/>
                    <a:pt x="256187" y="75379"/>
                    <a:pt x="152809" y="48963"/>
                  </a:cubicBezTo>
                  <a:lnTo>
                    <a:pt x="98072" y="4096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27"/>
            <p:cNvSpPr/>
            <p:nvPr/>
          </p:nvSpPr>
          <p:spPr>
            <a:xfrm>
              <a:off x="432969" y="743106"/>
              <a:ext cx="446193" cy="239366"/>
            </a:xfrm>
            <a:custGeom>
              <a:rect b="b" l="l" r="r" t="t"/>
              <a:pathLst>
                <a:path extrusionOk="0" h="239366" w="446193">
                  <a:moveTo>
                    <a:pt x="348081" y="239366"/>
                  </a:moveTo>
                  <a:cubicBezTo>
                    <a:pt x="272389" y="237842"/>
                    <a:pt x="205206" y="214601"/>
                    <a:pt x="143738" y="174342"/>
                  </a:cubicBezTo>
                  <a:cubicBezTo>
                    <a:pt x="90525" y="139544"/>
                    <a:pt x="43281" y="98269"/>
                    <a:pt x="9118" y="43659"/>
                  </a:cubicBezTo>
                  <a:lnTo>
                    <a:pt x="3530" y="34261"/>
                  </a:lnTo>
                  <a:cubicBezTo>
                    <a:pt x="-3074" y="17497"/>
                    <a:pt x="-153" y="8988"/>
                    <a:pt x="10134" y="3400"/>
                  </a:cubicBezTo>
                  <a:cubicBezTo>
                    <a:pt x="20675" y="-2442"/>
                    <a:pt x="29057" y="-918"/>
                    <a:pt x="36804" y="9242"/>
                  </a:cubicBezTo>
                  <a:lnTo>
                    <a:pt x="79349" y="65503"/>
                  </a:lnTo>
                  <a:cubicBezTo>
                    <a:pt x="139928" y="131289"/>
                    <a:pt x="213080" y="176755"/>
                    <a:pt x="301472" y="195170"/>
                  </a:cubicBezTo>
                  <a:cubicBezTo>
                    <a:pt x="330301" y="201139"/>
                    <a:pt x="359003" y="198853"/>
                    <a:pt x="387705" y="193392"/>
                  </a:cubicBezTo>
                  <a:lnTo>
                    <a:pt x="422630" y="188820"/>
                  </a:lnTo>
                  <a:cubicBezTo>
                    <a:pt x="436473" y="188312"/>
                    <a:pt x="444474" y="194281"/>
                    <a:pt x="445871" y="203806"/>
                  </a:cubicBezTo>
                  <a:cubicBezTo>
                    <a:pt x="447649" y="214601"/>
                    <a:pt x="442061" y="224888"/>
                    <a:pt x="429107" y="228190"/>
                  </a:cubicBezTo>
                  <a:lnTo>
                    <a:pt x="374751" y="237588"/>
                  </a:lnTo>
                  <a:cubicBezTo>
                    <a:pt x="365353" y="238985"/>
                    <a:pt x="355701" y="238731"/>
                    <a:pt x="347700" y="23923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27"/>
            <p:cNvSpPr/>
            <p:nvPr/>
          </p:nvSpPr>
          <p:spPr>
            <a:xfrm>
              <a:off x="323596" y="590075"/>
              <a:ext cx="131850" cy="329767"/>
            </a:xfrm>
            <a:custGeom>
              <a:rect b="b" l="l" r="r" t="t"/>
              <a:pathLst>
                <a:path extrusionOk="0" h="329767" w="131850">
                  <a:moveTo>
                    <a:pt x="127" y="115156"/>
                  </a:moveTo>
                  <a:cubicBezTo>
                    <a:pt x="4318" y="74643"/>
                    <a:pt x="11938" y="39210"/>
                    <a:pt x="36830" y="10000"/>
                  </a:cubicBezTo>
                  <a:cubicBezTo>
                    <a:pt x="47117" y="-2065"/>
                    <a:pt x="57277" y="-2954"/>
                    <a:pt x="68326" y="5936"/>
                  </a:cubicBezTo>
                  <a:lnTo>
                    <a:pt x="77724" y="19271"/>
                  </a:lnTo>
                  <a:cubicBezTo>
                    <a:pt x="73152" y="30701"/>
                    <a:pt x="71882" y="33368"/>
                    <a:pt x="70104" y="35527"/>
                  </a:cubicBezTo>
                  <a:cubicBezTo>
                    <a:pt x="44958" y="67023"/>
                    <a:pt x="42545" y="102837"/>
                    <a:pt x="50038" y="140556"/>
                  </a:cubicBezTo>
                  <a:cubicBezTo>
                    <a:pt x="60325" y="191737"/>
                    <a:pt x="83820" y="236822"/>
                    <a:pt x="114427" y="278605"/>
                  </a:cubicBezTo>
                  <a:lnTo>
                    <a:pt x="122936" y="288892"/>
                  </a:lnTo>
                  <a:cubicBezTo>
                    <a:pt x="135509" y="306164"/>
                    <a:pt x="134112" y="316451"/>
                    <a:pt x="122936" y="325087"/>
                  </a:cubicBezTo>
                  <a:cubicBezTo>
                    <a:pt x="112776" y="332834"/>
                    <a:pt x="103632" y="330929"/>
                    <a:pt x="94234" y="319626"/>
                  </a:cubicBezTo>
                  <a:cubicBezTo>
                    <a:pt x="56134" y="273906"/>
                    <a:pt x="26289" y="223487"/>
                    <a:pt x="9906" y="166083"/>
                  </a:cubicBezTo>
                  <a:lnTo>
                    <a:pt x="0" y="11515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27"/>
            <p:cNvSpPr/>
            <p:nvPr/>
          </p:nvSpPr>
          <p:spPr>
            <a:xfrm>
              <a:off x="747631" y="315829"/>
              <a:ext cx="131971" cy="331109"/>
            </a:xfrm>
            <a:custGeom>
              <a:rect b="b" l="l" r="r" t="t"/>
              <a:pathLst>
                <a:path extrusionOk="0" h="331109" w="131971">
                  <a:moveTo>
                    <a:pt x="131844" y="224556"/>
                  </a:moveTo>
                  <a:cubicBezTo>
                    <a:pt x="133114" y="259862"/>
                    <a:pt x="121557" y="290596"/>
                    <a:pt x="101745" y="318663"/>
                  </a:cubicBezTo>
                  <a:lnTo>
                    <a:pt x="88918" y="331109"/>
                  </a:lnTo>
                  <a:cubicBezTo>
                    <a:pt x="61867" y="324251"/>
                    <a:pt x="56152" y="310281"/>
                    <a:pt x="65931" y="295930"/>
                  </a:cubicBezTo>
                  <a:cubicBezTo>
                    <a:pt x="87648" y="263926"/>
                    <a:pt x="94252" y="228747"/>
                    <a:pt x="86759" y="191155"/>
                  </a:cubicBezTo>
                  <a:cubicBezTo>
                    <a:pt x="79647" y="155595"/>
                    <a:pt x="66566" y="122067"/>
                    <a:pt x="47135" y="91460"/>
                  </a:cubicBezTo>
                  <a:lnTo>
                    <a:pt x="6749" y="37104"/>
                  </a:lnTo>
                  <a:cubicBezTo>
                    <a:pt x="-2014" y="25547"/>
                    <a:pt x="-2395" y="16276"/>
                    <a:pt x="6495" y="7259"/>
                  </a:cubicBezTo>
                  <a:cubicBezTo>
                    <a:pt x="15766" y="-2012"/>
                    <a:pt x="27069" y="-2774"/>
                    <a:pt x="35832" y="7132"/>
                  </a:cubicBezTo>
                  <a:cubicBezTo>
                    <a:pt x="90823" y="69616"/>
                    <a:pt x="129939" y="139212"/>
                    <a:pt x="131971" y="22455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27"/>
            <p:cNvSpPr/>
            <p:nvPr/>
          </p:nvSpPr>
          <p:spPr>
            <a:xfrm>
              <a:off x="63500" y="289687"/>
              <a:ext cx="167132" cy="166624"/>
            </a:xfrm>
            <a:custGeom>
              <a:rect b="b" l="l" r="r" t="t"/>
              <a:pathLst>
                <a:path extrusionOk="0" h="166624" w="167132">
                  <a:moveTo>
                    <a:pt x="167132" y="98171"/>
                  </a:moveTo>
                  <a:lnTo>
                    <a:pt x="117856" y="115062"/>
                  </a:lnTo>
                  <a:cubicBezTo>
                    <a:pt x="111760" y="117475"/>
                    <a:pt x="105791" y="121793"/>
                    <a:pt x="101346" y="126746"/>
                  </a:cubicBezTo>
                  <a:lnTo>
                    <a:pt x="68961" y="166624"/>
                  </a:lnTo>
                  <a:cubicBezTo>
                    <a:pt x="64135" y="152908"/>
                    <a:pt x="58928" y="140843"/>
                    <a:pt x="55880" y="128270"/>
                  </a:cubicBezTo>
                  <a:cubicBezTo>
                    <a:pt x="52324" y="113538"/>
                    <a:pt x="44577" y="102743"/>
                    <a:pt x="32258" y="94107"/>
                  </a:cubicBezTo>
                  <a:lnTo>
                    <a:pt x="0" y="68707"/>
                  </a:lnTo>
                  <a:cubicBezTo>
                    <a:pt x="16637" y="63119"/>
                    <a:pt x="31369" y="57658"/>
                    <a:pt x="46355" y="53213"/>
                  </a:cubicBezTo>
                  <a:cubicBezTo>
                    <a:pt x="55372" y="50546"/>
                    <a:pt x="62103" y="45974"/>
                    <a:pt x="67564" y="38481"/>
                  </a:cubicBezTo>
                  <a:lnTo>
                    <a:pt x="98171" y="0"/>
                  </a:lnTo>
                  <a:cubicBezTo>
                    <a:pt x="103759" y="16383"/>
                    <a:pt x="109474" y="31242"/>
                    <a:pt x="113792" y="46355"/>
                  </a:cubicBezTo>
                  <a:cubicBezTo>
                    <a:pt x="116459" y="55753"/>
                    <a:pt x="121666" y="62484"/>
                    <a:pt x="129413" y="68199"/>
                  </a:cubicBezTo>
                  <a:lnTo>
                    <a:pt x="167132" y="9817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27"/>
            <p:cNvSpPr/>
            <p:nvPr/>
          </p:nvSpPr>
          <p:spPr>
            <a:xfrm>
              <a:off x="551434" y="1033653"/>
              <a:ext cx="146939" cy="147320"/>
            </a:xfrm>
            <a:custGeom>
              <a:rect b="b" l="l" r="r" t="t"/>
              <a:pathLst>
                <a:path extrusionOk="0" h="147320" w="146939">
                  <a:moveTo>
                    <a:pt x="60452" y="147320"/>
                  </a:moveTo>
                  <a:lnTo>
                    <a:pt x="46990" y="107188"/>
                  </a:lnTo>
                  <a:cubicBezTo>
                    <a:pt x="44450" y="98933"/>
                    <a:pt x="40386" y="92583"/>
                    <a:pt x="33401" y="87376"/>
                  </a:cubicBezTo>
                  <a:lnTo>
                    <a:pt x="0" y="60706"/>
                  </a:lnTo>
                  <a:cubicBezTo>
                    <a:pt x="15875" y="55245"/>
                    <a:pt x="30226" y="50673"/>
                    <a:pt x="44323" y="45212"/>
                  </a:cubicBezTo>
                  <a:lnTo>
                    <a:pt x="53721" y="40132"/>
                  </a:lnTo>
                  <a:cubicBezTo>
                    <a:pt x="66802" y="25019"/>
                    <a:pt x="75819" y="13208"/>
                    <a:pt x="86360" y="0"/>
                  </a:cubicBezTo>
                  <a:lnTo>
                    <a:pt x="101346" y="43180"/>
                  </a:lnTo>
                  <a:cubicBezTo>
                    <a:pt x="103378" y="48514"/>
                    <a:pt x="106934" y="53721"/>
                    <a:pt x="111252" y="57531"/>
                  </a:cubicBezTo>
                  <a:lnTo>
                    <a:pt x="146939" y="86487"/>
                  </a:lnTo>
                  <a:cubicBezTo>
                    <a:pt x="130683" y="92075"/>
                    <a:pt x="115951" y="96901"/>
                    <a:pt x="101346" y="102235"/>
                  </a:cubicBezTo>
                  <a:lnTo>
                    <a:pt x="93472" y="106426"/>
                  </a:lnTo>
                  <a:cubicBezTo>
                    <a:pt x="80772" y="121412"/>
                    <a:pt x="71247" y="133604"/>
                    <a:pt x="60325" y="1470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27"/>
            <p:cNvSpPr/>
            <p:nvPr/>
          </p:nvSpPr>
          <p:spPr>
            <a:xfrm>
              <a:off x="922147" y="305181"/>
              <a:ext cx="122174" cy="121793"/>
            </a:xfrm>
            <a:custGeom>
              <a:rect b="b" l="l" r="r" t="t"/>
              <a:pathLst>
                <a:path extrusionOk="0" h="121793" w="122174">
                  <a:moveTo>
                    <a:pt x="71882" y="0"/>
                  </a:moveTo>
                  <a:cubicBezTo>
                    <a:pt x="77343" y="32258"/>
                    <a:pt x="94361" y="55118"/>
                    <a:pt x="122174" y="71628"/>
                  </a:cubicBezTo>
                  <a:cubicBezTo>
                    <a:pt x="89916" y="77216"/>
                    <a:pt x="66548" y="93345"/>
                    <a:pt x="50546" y="121793"/>
                  </a:cubicBezTo>
                  <a:cubicBezTo>
                    <a:pt x="44704" y="89408"/>
                    <a:pt x="28448" y="66167"/>
                    <a:pt x="0" y="50038"/>
                  </a:cubicBezTo>
                  <a:cubicBezTo>
                    <a:pt x="31877" y="44069"/>
                    <a:pt x="55499" y="28448"/>
                    <a:pt x="7200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27"/>
            <p:cNvSpPr/>
            <p:nvPr/>
          </p:nvSpPr>
          <p:spPr>
            <a:xfrm>
              <a:off x="1059053" y="717042"/>
              <a:ext cx="111252" cy="108712"/>
            </a:xfrm>
            <a:custGeom>
              <a:rect b="b" l="l" r="r" t="t"/>
              <a:pathLst>
                <a:path extrusionOk="0" h="108712" w="111252">
                  <a:moveTo>
                    <a:pt x="111125" y="46482"/>
                  </a:moveTo>
                  <a:lnTo>
                    <a:pt x="85598" y="66802"/>
                  </a:lnTo>
                  <a:cubicBezTo>
                    <a:pt x="83185" y="68961"/>
                    <a:pt x="81280" y="73025"/>
                    <a:pt x="81280" y="76200"/>
                  </a:cubicBezTo>
                  <a:lnTo>
                    <a:pt x="82550" y="108712"/>
                  </a:lnTo>
                  <a:cubicBezTo>
                    <a:pt x="75184" y="103886"/>
                    <a:pt x="68326" y="100457"/>
                    <a:pt x="62992" y="95631"/>
                  </a:cubicBezTo>
                  <a:cubicBezTo>
                    <a:pt x="54483" y="88011"/>
                    <a:pt x="46101" y="87503"/>
                    <a:pt x="36195" y="92710"/>
                  </a:cubicBezTo>
                  <a:lnTo>
                    <a:pt x="22987" y="98044"/>
                  </a:lnTo>
                  <a:cubicBezTo>
                    <a:pt x="17653" y="89789"/>
                    <a:pt x="20955" y="80645"/>
                    <a:pt x="22733" y="71120"/>
                  </a:cubicBezTo>
                  <a:lnTo>
                    <a:pt x="22352" y="61849"/>
                  </a:lnTo>
                  <a:cubicBezTo>
                    <a:pt x="14732" y="50419"/>
                    <a:pt x="8128" y="43180"/>
                    <a:pt x="0" y="33020"/>
                  </a:cubicBezTo>
                  <a:lnTo>
                    <a:pt x="31877" y="32766"/>
                  </a:lnTo>
                  <a:cubicBezTo>
                    <a:pt x="35814" y="32385"/>
                    <a:pt x="40640" y="29591"/>
                    <a:pt x="43180" y="26416"/>
                  </a:cubicBezTo>
                  <a:lnTo>
                    <a:pt x="60579" y="0"/>
                  </a:lnTo>
                  <a:cubicBezTo>
                    <a:pt x="64643" y="11176"/>
                    <a:pt x="68326" y="20066"/>
                    <a:pt x="71120" y="29337"/>
                  </a:cubicBezTo>
                  <a:lnTo>
                    <a:pt x="76073" y="37465"/>
                  </a:lnTo>
                  <a:cubicBezTo>
                    <a:pt x="90805" y="40767"/>
                    <a:pt x="99949" y="43561"/>
                    <a:pt x="111252" y="4660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27"/>
            <p:cNvSpPr/>
            <p:nvPr/>
          </p:nvSpPr>
          <p:spPr>
            <a:xfrm>
              <a:off x="174625" y="738378"/>
              <a:ext cx="111125" cy="109093"/>
            </a:xfrm>
            <a:custGeom>
              <a:rect b="b" l="l" r="r" t="t"/>
              <a:pathLst>
                <a:path extrusionOk="0" h="109093" w="111125">
                  <a:moveTo>
                    <a:pt x="60452" y="0"/>
                  </a:moveTo>
                  <a:lnTo>
                    <a:pt x="70358" y="27686"/>
                  </a:lnTo>
                  <a:cubicBezTo>
                    <a:pt x="72263" y="34163"/>
                    <a:pt x="75565" y="37719"/>
                    <a:pt x="82550" y="38989"/>
                  </a:cubicBezTo>
                  <a:lnTo>
                    <a:pt x="111125" y="46609"/>
                  </a:lnTo>
                  <a:cubicBezTo>
                    <a:pt x="101854" y="53848"/>
                    <a:pt x="93726" y="59309"/>
                    <a:pt x="86741" y="65913"/>
                  </a:cubicBezTo>
                  <a:lnTo>
                    <a:pt x="81534" y="73660"/>
                  </a:lnTo>
                  <a:cubicBezTo>
                    <a:pt x="80899" y="87376"/>
                    <a:pt x="81915" y="97155"/>
                    <a:pt x="82550" y="109093"/>
                  </a:cubicBezTo>
                  <a:lnTo>
                    <a:pt x="56134" y="91567"/>
                  </a:lnTo>
                  <a:cubicBezTo>
                    <a:pt x="52832" y="89662"/>
                    <a:pt x="47752" y="89154"/>
                    <a:pt x="44196" y="90297"/>
                  </a:cubicBezTo>
                  <a:lnTo>
                    <a:pt x="14605" y="101346"/>
                  </a:lnTo>
                  <a:cubicBezTo>
                    <a:pt x="17653" y="90170"/>
                    <a:pt x="20955" y="80772"/>
                    <a:pt x="22733" y="71120"/>
                  </a:cubicBezTo>
                  <a:lnTo>
                    <a:pt x="22479" y="61849"/>
                  </a:lnTo>
                  <a:cubicBezTo>
                    <a:pt x="14859" y="50419"/>
                    <a:pt x="8255" y="43180"/>
                    <a:pt x="0" y="33020"/>
                  </a:cubicBezTo>
                  <a:lnTo>
                    <a:pt x="32004" y="32766"/>
                  </a:lnTo>
                  <a:cubicBezTo>
                    <a:pt x="35941" y="32385"/>
                    <a:pt x="40767" y="29718"/>
                    <a:pt x="43180" y="26543"/>
                  </a:cubicBezTo>
                  <a:lnTo>
                    <a:pt x="60452" y="25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27"/>
            <p:cNvSpPr/>
            <p:nvPr/>
          </p:nvSpPr>
          <p:spPr>
            <a:xfrm>
              <a:off x="456438" y="63500"/>
              <a:ext cx="108331" cy="109093"/>
            </a:xfrm>
            <a:custGeom>
              <a:rect b="b" l="l" r="r" t="t"/>
              <a:pathLst>
                <a:path extrusionOk="0" h="109093" w="108331">
                  <a:moveTo>
                    <a:pt x="11557" y="101092"/>
                  </a:moveTo>
                  <a:lnTo>
                    <a:pt x="20320" y="70358"/>
                  </a:lnTo>
                  <a:cubicBezTo>
                    <a:pt x="21082" y="66675"/>
                    <a:pt x="19939" y="61595"/>
                    <a:pt x="17780" y="58547"/>
                  </a:cubicBezTo>
                  <a:lnTo>
                    <a:pt x="0" y="32893"/>
                  </a:lnTo>
                  <a:cubicBezTo>
                    <a:pt x="9652" y="32893"/>
                    <a:pt x="19304" y="33528"/>
                    <a:pt x="28702" y="32639"/>
                  </a:cubicBezTo>
                  <a:lnTo>
                    <a:pt x="37973" y="29337"/>
                  </a:lnTo>
                  <a:cubicBezTo>
                    <a:pt x="46736" y="18288"/>
                    <a:pt x="51562" y="9779"/>
                    <a:pt x="57912" y="0"/>
                  </a:cubicBezTo>
                  <a:lnTo>
                    <a:pt x="68834" y="29210"/>
                  </a:lnTo>
                  <a:cubicBezTo>
                    <a:pt x="70612" y="32893"/>
                    <a:pt x="74549" y="36576"/>
                    <a:pt x="78232" y="37973"/>
                  </a:cubicBezTo>
                  <a:lnTo>
                    <a:pt x="108331" y="46355"/>
                  </a:lnTo>
                  <a:cubicBezTo>
                    <a:pt x="99314" y="53467"/>
                    <a:pt x="91948" y="59817"/>
                    <a:pt x="84074" y="65405"/>
                  </a:cubicBezTo>
                  <a:lnTo>
                    <a:pt x="77724" y="72517"/>
                  </a:lnTo>
                  <a:cubicBezTo>
                    <a:pt x="79121" y="87630"/>
                    <a:pt x="79375" y="97155"/>
                    <a:pt x="80010" y="109093"/>
                  </a:cubicBezTo>
                  <a:lnTo>
                    <a:pt x="53848" y="91567"/>
                  </a:lnTo>
                  <a:cubicBezTo>
                    <a:pt x="50292" y="89662"/>
                    <a:pt x="44958" y="89027"/>
                    <a:pt x="41021" y="90170"/>
                  </a:cubicBezTo>
                  <a:lnTo>
                    <a:pt x="11684" y="10109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27"/>
            <p:cNvSpPr/>
            <p:nvPr/>
          </p:nvSpPr>
          <p:spPr>
            <a:xfrm>
              <a:off x="901227" y="881375"/>
              <a:ext cx="94960" cy="67696"/>
            </a:xfrm>
            <a:custGeom>
              <a:rect b="b" l="l" r="r" t="t"/>
              <a:pathLst>
                <a:path extrusionOk="0" h="67696" w="94960">
                  <a:moveTo>
                    <a:pt x="23587" y="67696"/>
                  </a:moveTo>
                  <a:cubicBezTo>
                    <a:pt x="11268" y="67442"/>
                    <a:pt x="3267" y="61346"/>
                    <a:pt x="854" y="52456"/>
                  </a:cubicBezTo>
                  <a:cubicBezTo>
                    <a:pt x="-1813" y="43058"/>
                    <a:pt x="1870" y="33279"/>
                    <a:pt x="10506" y="28707"/>
                  </a:cubicBezTo>
                  <a:lnTo>
                    <a:pt x="63338" y="2418"/>
                  </a:lnTo>
                  <a:cubicBezTo>
                    <a:pt x="72863" y="-2154"/>
                    <a:pt x="80356" y="-122"/>
                    <a:pt x="86325" y="7498"/>
                  </a:cubicBezTo>
                  <a:lnTo>
                    <a:pt x="94961" y="25532"/>
                  </a:lnTo>
                  <a:cubicBezTo>
                    <a:pt x="70450" y="51694"/>
                    <a:pt x="45558" y="59949"/>
                    <a:pt x="23587" y="675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27"/>
            <p:cNvSpPr/>
            <p:nvPr/>
          </p:nvSpPr>
          <p:spPr>
            <a:xfrm>
              <a:off x="641537" y="236171"/>
              <a:ext cx="88654" cy="73780"/>
            </a:xfrm>
            <a:custGeom>
              <a:rect b="b" l="l" r="r" t="t"/>
              <a:pathLst>
                <a:path extrusionOk="0" h="73780" w="88654">
                  <a:moveTo>
                    <a:pt x="23943" y="49"/>
                  </a:moveTo>
                  <a:lnTo>
                    <a:pt x="30547" y="1446"/>
                  </a:lnTo>
                  <a:cubicBezTo>
                    <a:pt x="50105" y="14781"/>
                    <a:pt x="66234" y="25449"/>
                    <a:pt x="81347" y="37514"/>
                  </a:cubicBezTo>
                  <a:cubicBezTo>
                    <a:pt x="90745" y="44880"/>
                    <a:pt x="90745" y="58088"/>
                    <a:pt x="83252" y="66597"/>
                  </a:cubicBezTo>
                  <a:cubicBezTo>
                    <a:pt x="75886" y="74979"/>
                    <a:pt x="64329" y="76122"/>
                    <a:pt x="54804" y="69518"/>
                  </a:cubicBezTo>
                  <a:lnTo>
                    <a:pt x="9592" y="37768"/>
                  </a:lnTo>
                  <a:cubicBezTo>
                    <a:pt x="1972" y="32307"/>
                    <a:pt x="-2219" y="25322"/>
                    <a:pt x="1210" y="15543"/>
                  </a:cubicBezTo>
                  <a:cubicBezTo>
                    <a:pt x="4893" y="5002"/>
                    <a:pt x="12005" y="-586"/>
                    <a:pt x="23943" y="4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27"/>
            <p:cNvSpPr/>
            <p:nvPr/>
          </p:nvSpPr>
          <p:spPr>
            <a:xfrm>
              <a:off x="464561" y="919978"/>
              <a:ext cx="45217" cy="45095"/>
            </a:xfrm>
            <a:custGeom>
              <a:rect b="b" l="l" r="r" t="t"/>
              <a:pathLst>
                <a:path extrusionOk="0" h="45095" w="45217">
                  <a:moveTo>
                    <a:pt x="5" y="22870"/>
                  </a:moveTo>
                  <a:cubicBezTo>
                    <a:pt x="-249" y="10551"/>
                    <a:pt x="9657" y="264"/>
                    <a:pt x="21976" y="10"/>
                  </a:cubicBezTo>
                  <a:cubicBezTo>
                    <a:pt x="34803" y="-371"/>
                    <a:pt x="45217" y="9789"/>
                    <a:pt x="45217" y="22616"/>
                  </a:cubicBezTo>
                  <a:cubicBezTo>
                    <a:pt x="45217" y="34808"/>
                    <a:pt x="34930" y="45095"/>
                    <a:pt x="22738" y="45095"/>
                  </a:cubicBezTo>
                  <a:cubicBezTo>
                    <a:pt x="10546" y="45095"/>
                    <a:pt x="259" y="35189"/>
                    <a:pt x="5" y="228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27"/>
            <p:cNvSpPr/>
            <p:nvPr/>
          </p:nvSpPr>
          <p:spPr>
            <a:xfrm>
              <a:off x="231892" y="520055"/>
              <a:ext cx="45224" cy="45097"/>
            </a:xfrm>
            <a:custGeom>
              <a:rect b="b" l="l" r="r" t="t"/>
              <a:pathLst>
                <a:path extrusionOk="0" h="45097" w="45224">
                  <a:moveTo>
                    <a:pt x="45222" y="22997"/>
                  </a:moveTo>
                  <a:cubicBezTo>
                    <a:pt x="44968" y="35570"/>
                    <a:pt x="35189" y="45222"/>
                    <a:pt x="22616" y="45095"/>
                  </a:cubicBezTo>
                  <a:cubicBezTo>
                    <a:pt x="9789" y="44968"/>
                    <a:pt x="-371" y="34554"/>
                    <a:pt x="10" y="21727"/>
                  </a:cubicBezTo>
                  <a:cubicBezTo>
                    <a:pt x="391" y="9662"/>
                    <a:pt x="11059" y="-371"/>
                    <a:pt x="23251" y="10"/>
                  </a:cubicBezTo>
                  <a:cubicBezTo>
                    <a:pt x="35697" y="391"/>
                    <a:pt x="45349" y="10551"/>
                    <a:pt x="45222" y="229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27"/>
            <p:cNvSpPr/>
            <p:nvPr/>
          </p:nvSpPr>
          <p:spPr>
            <a:xfrm>
              <a:off x="943355" y="559180"/>
              <a:ext cx="44959" cy="45224"/>
            </a:xfrm>
            <a:custGeom>
              <a:rect b="b" l="l" r="r" t="t"/>
              <a:pathLst>
                <a:path extrusionOk="0" h="45224" w="44959">
                  <a:moveTo>
                    <a:pt x="1" y="22099"/>
                  </a:moveTo>
                  <a:cubicBezTo>
                    <a:pt x="128" y="9653"/>
                    <a:pt x="10161" y="-126"/>
                    <a:pt x="22607" y="1"/>
                  </a:cubicBezTo>
                  <a:cubicBezTo>
                    <a:pt x="35053" y="128"/>
                    <a:pt x="44959" y="10034"/>
                    <a:pt x="44959" y="22480"/>
                  </a:cubicBezTo>
                  <a:cubicBezTo>
                    <a:pt x="44959" y="35434"/>
                    <a:pt x="34545" y="45594"/>
                    <a:pt x="21845" y="45213"/>
                  </a:cubicBezTo>
                  <a:cubicBezTo>
                    <a:pt x="9526" y="44832"/>
                    <a:pt x="-126" y="34672"/>
                    <a:pt x="1" y="222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27"/>
            <p:cNvSpPr/>
            <p:nvPr/>
          </p:nvSpPr>
          <p:spPr>
            <a:xfrm>
              <a:off x="773684" y="687705"/>
              <a:ext cx="60071" cy="58801"/>
            </a:xfrm>
            <a:custGeom>
              <a:rect b="b" l="l" r="r" t="t"/>
              <a:pathLst>
                <a:path extrusionOk="0" h="58801" w="60071">
                  <a:moveTo>
                    <a:pt x="7366" y="54737"/>
                  </a:moveTo>
                  <a:cubicBezTo>
                    <a:pt x="13589" y="40132"/>
                    <a:pt x="12065" y="28702"/>
                    <a:pt x="0" y="18796"/>
                  </a:cubicBezTo>
                  <a:cubicBezTo>
                    <a:pt x="14224" y="18796"/>
                    <a:pt x="26416" y="16891"/>
                    <a:pt x="30861" y="0"/>
                  </a:cubicBezTo>
                  <a:cubicBezTo>
                    <a:pt x="35052" y="14859"/>
                    <a:pt x="42164" y="24511"/>
                    <a:pt x="60071" y="23622"/>
                  </a:cubicBezTo>
                  <a:lnTo>
                    <a:pt x="46482" y="32893"/>
                  </a:lnTo>
                  <a:cubicBezTo>
                    <a:pt x="41783" y="43180"/>
                    <a:pt x="43688" y="50292"/>
                    <a:pt x="43688" y="58801"/>
                  </a:cubicBezTo>
                  <a:cubicBezTo>
                    <a:pt x="32258" y="49149"/>
                    <a:pt x="20955" y="43815"/>
                    <a:pt x="7366" y="547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27"/>
            <p:cNvSpPr/>
            <p:nvPr/>
          </p:nvSpPr>
          <p:spPr>
            <a:xfrm>
              <a:off x="622681" y="843280"/>
              <a:ext cx="37719" cy="37338"/>
            </a:xfrm>
            <a:custGeom>
              <a:rect b="b" l="l" r="r" t="t"/>
              <a:pathLst>
                <a:path extrusionOk="0" h="37338" w="37719">
                  <a:moveTo>
                    <a:pt x="37719" y="18669"/>
                  </a:moveTo>
                  <a:cubicBezTo>
                    <a:pt x="37719" y="28956"/>
                    <a:pt x="29210" y="37338"/>
                    <a:pt x="18796" y="37338"/>
                  </a:cubicBezTo>
                  <a:cubicBezTo>
                    <a:pt x="8255" y="37338"/>
                    <a:pt x="0" y="29083"/>
                    <a:pt x="0" y="18669"/>
                  </a:cubicBezTo>
                  <a:cubicBezTo>
                    <a:pt x="0" y="8255"/>
                    <a:pt x="8255" y="0"/>
                    <a:pt x="18796" y="0"/>
                  </a:cubicBezTo>
                  <a:cubicBezTo>
                    <a:pt x="29337" y="0"/>
                    <a:pt x="37719" y="8509"/>
                    <a:pt x="37719" y="186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27"/>
            <p:cNvSpPr/>
            <p:nvPr/>
          </p:nvSpPr>
          <p:spPr>
            <a:xfrm>
              <a:off x="449453" y="334264"/>
              <a:ext cx="42291" cy="42164"/>
            </a:xfrm>
            <a:custGeom>
              <a:rect b="b" l="l" r="r" t="t"/>
              <a:pathLst>
                <a:path extrusionOk="0" h="42164" w="42291">
                  <a:moveTo>
                    <a:pt x="24765" y="127"/>
                  </a:moveTo>
                  <a:lnTo>
                    <a:pt x="42291" y="24638"/>
                  </a:lnTo>
                  <a:cubicBezTo>
                    <a:pt x="34290" y="30226"/>
                    <a:pt x="25273" y="36576"/>
                    <a:pt x="17399" y="42164"/>
                  </a:cubicBezTo>
                  <a:lnTo>
                    <a:pt x="0" y="17145"/>
                  </a:lnTo>
                  <a:cubicBezTo>
                    <a:pt x="7620" y="11938"/>
                    <a:pt x="16510" y="5715"/>
                    <a:pt x="2476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65" name="Google Shape;1865;p27"/>
          <p:cNvSpPr/>
          <p:nvPr/>
        </p:nvSpPr>
        <p:spPr>
          <a:xfrm>
            <a:off x="235748" y="1856293"/>
            <a:ext cx="605965" cy="614645"/>
          </a:xfrm>
          <a:custGeom>
            <a:rect b="b" l="l" r="r" t="t"/>
            <a:pathLst>
              <a:path extrusionOk="0" h="945607" w="932254">
                <a:moveTo>
                  <a:pt x="514905" y="852495"/>
                </a:moveTo>
                <a:cubicBezTo>
                  <a:pt x="497125" y="852622"/>
                  <a:pt x="483028" y="866592"/>
                  <a:pt x="483282" y="883991"/>
                </a:cubicBezTo>
                <a:cubicBezTo>
                  <a:pt x="483536" y="901390"/>
                  <a:pt x="498268" y="915614"/>
                  <a:pt x="515540" y="915360"/>
                </a:cubicBezTo>
                <a:cubicBezTo>
                  <a:pt x="532177" y="914979"/>
                  <a:pt x="546528" y="900120"/>
                  <a:pt x="546274" y="883483"/>
                </a:cubicBezTo>
                <a:cubicBezTo>
                  <a:pt x="546020" y="866211"/>
                  <a:pt x="532050" y="852495"/>
                  <a:pt x="514905" y="852622"/>
                </a:cubicBezTo>
                <a:moveTo>
                  <a:pt x="129714" y="852622"/>
                </a:moveTo>
                <a:cubicBezTo>
                  <a:pt x="111934" y="852622"/>
                  <a:pt x="97583" y="866465"/>
                  <a:pt x="97456" y="883737"/>
                </a:cubicBezTo>
                <a:cubicBezTo>
                  <a:pt x="97456" y="900501"/>
                  <a:pt x="112696" y="915614"/>
                  <a:pt x="129587" y="915487"/>
                </a:cubicBezTo>
                <a:cubicBezTo>
                  <a:pt x="146732" y="915360"/>
                  <a:pt x="160321" y="901390"/>
                  <a:pt x="160321" y="883864"/>
                </a:cubicBezTo>
                <a:cubicBezTo>
                  <a:pt x="160321" y="866084"/>
                  <a:pt x="147113" y="852622"/>
                  <a:pt x="129714" y="852622"/>
                </a:cubicBezTo>
                <a:moveTo>
                  <a:pt x="112188" y="562173"/>
                </a:moveTo>
                <a:cubicBezTo>
                  <a:pt x="112315" y="544901"/>
                  <a:pt x="98599" y="530931"/>
                  <a:pt x="81327" y="530677"/>
                </a:cubicBezTo>
                <a:cubicBezTo>
                  <a:pt x="64436" y="530423"/>
                  <a:pt x="49450" y="545282"/>
                  <a:pt x="49323" y="562427"/>
                </a:cubicBezTo>
                <a:cubicBezTo>
                  <a:pt x="49196" y="579191"/>
                  <a:pt x="63547" y="593288"/>
                  <a:pt x="80692" y="593415"/>
                </a:cubicBezTo>
                <a:cubicBezTo>
                  <a:pt x="98853" y="593542"/>
                  <a:pt x="112061" y="580334"/>
                  <a:pt x="112188" y="562046"/>
                </a:cubicBezTo>
                <a:moveTo>
                  <a:pt x="787066" y="95448"/>
                </a:moveTo>
                <a:cubicBezTo>
                  <a:pt x="805354" y="95448"/>
                  <a:pt x="818943" y="82367"/>
                  <a:pt x="819070" y="64460"/>
                </a:cubicBezTo>
                <a:cubicBezTo>
                  <a:pt x="819070" y="47315"/>
                  <a:pt x="805354" y="32837"/>
                  <a:pt x="788463" y="32583"/>
                </a:cubicBezTo>
                <a:cubicBezTo>
                  <a:pt x="771318" y="32329"/>
                  <a:pt x="756332" y="46934"/>
                  <a:pt x="756205" y="64079"/>
                </a:cubicBezTo>
                <a:cubicBezTo>
                  <a:pt x="756078" y="81224"/>
                  <a:pt x="770048" y="95448"/>
                  <a:pt x="787066" y="95448"/>
                </a:cubicBezTo>
                <a:moveTo>
                  <a:pt x="386254" y="95448"/>
                </a:moveTo>
                <a:cubicBezTo>
                  <a:pt x="403653" y="95448"/>
                  <a:pt x="417369" y="81986"/>
                  <a:pt x="417496" y="64714"/>
                </a:cubicBezTo>
                <a:cubicBezTo>
                  <a:pt x="417623" y="47061"/>
                  <a:pt x="403526" y="32710"/>
                  <a:pt x="386254" y="32710"/>
                </a:cubicBezTo>
                <a:cubicBezTo>
                  <a:pt x="369490" y="32710"/>
                  <a:pt x="355012" y="47061"/>
                  <a:pt x="354758" y="63825"/>
                </a:cubicBezTo>
                <a:cubicBezTo>
                  <a:pt x="354504" y="81351"/>
                  <a:pt x="368474" y="95448"/>
                  <a:pt x="386254" y="95448"/>
                </a:cubicBezTo>
                <a:moveTo>
                  <a:pt x="321865" y="691586"/>
                </a:moveTo>
                <a:cubicBezTo>
                  <a:pt x="304593" y="691713"/>
                  <a:pt x="289734" y="706699"/>
                  <a:pt x="290242" y="723590"/>
                </a:cubicBezTo>
                <a:cubicBezTo>
                  <a:pt x="290750" y="740481"/>
                  <a:pt x="305228" y="754578"/>
                  <a:pt x="321992" y="754451"/>
                </a:cubicBezTo>
                <a:cubicBezTo>
                  <a:pt x="339772" y="754324"/>
                  <a:pt x="353361" y="740354"/>
                  <a:pt x="353107" y="722574"/>
                </a:cubicBezTo>
                <a:cubicBezTo>
                  <a:pt x="352853" y="705302"/>
                  <a:pt x="338883" y="691459"/>
                  <a:pt x="321865" y="691713"/>
                </a:cubicBezTo>
                <a:moveTo>
                  <a:pt x="594026" y="545282"/>
                </a:moveTo>
                <a:cubicBezTo>
                  <a:pt x="612314" y="545409"/>
                  <a:pt x="626284" y="532201"/>
                  <a:pt x="626538" y="514675"/>
                </a:cubicBezTo>
                <a:cubicBezTo>
                  <a:pt x="626792" y="497530"/>
                  <a:pt x="612314" y="482671"/>
                  <a:pt x="595169" y="482544"/>
                </a:cubicBezTo>
                <a:cubicBezTo>
                  <a:pt x="578278" y="482290"/>
                  <a:pt x="563927" y="496514"/>
                  <a:pt x="563800" y="513532"/>
                </a:cubicBezTo>
                <a:cubicBezTo>
                  <a:pt x="563546" y="531185"/>
                  <a:pt x="576881" y="545155"/>
                  <a:pt x="594026" y="545282"/>
                </a:cubicBezTo>
                <a:moveTo>
                  <a:pt x="321992" y="402661"/>
                </a:moveTo>
                <a:cubicBezTo>
                  <a:pt x="295068" y="402407"/>
                  <a:pt x="275129" y="421965"/>
                  <a:pt x="274748" y="448635"/>
                </a:cubicBezTo>
                <a:cubicBezTo>
                  <a:pt x="274494" y="476829"/>
                  <a:pt x="293671" y="496768"/>
                  <a:pt x="321484" y="497022"/>
                </a:cubicBezTo>
                <a:cubicBezTo>
                  <a:pt x="348281" y="497276"/>
                  <a:pt x="369109" y="477464"/>
                  <a:pt x="369363" y="451429"/>
                </a:cubicBezTo>
                <a:cubicBezTo>
                  <a:pt x="369617" y="422854"/>
                  <a:pt x="350186" y="402788"/>
                  <a:pt x="321992" y="402534"/>
                </a:cubicBezTo>
                <a:moveTo>
                  <a:pt x="804465" y="674822"/>
                </a:moveTo>
                <a:cubicBezTo>
                  <a:pt x="804338" y="701238"/>
                  <a:pt x="825293" y="722320"/>
                  <a:pt x="851836" y="722574"/>
                </a:cubicBezTo>
                <a:cubicBezTo>
                  <a:pt x="878379" y="722828"/>
                  <a:pt x="899080" y="702254"/>
                  <a:pt x="899588" y="675203"/>
                </a:cubicBezTo>
                <a:cubicBezTo>
                  <a:pt x="900096" y="648914"/>
                  <a:pt x="879141" y="627324"/>
                  <a:pt x="852725" y="626943"/>
                </a:cubicBezTo>
                <a:cubicBezTo>
                  <a:pt x="825928" y="626562"/>
                  <a:pt x="804592" y="647771"/>
                  <a:pt x="804592" y="674822"/>
                </a:cubicBezTo>
                <a:moveTo>
                  <a:pt x="80819" y="240101"/>
                </a:moveTo>
                <a:cubicBezTo>
                  <a:pt x="108251" y="240101"/>
                  <a:pt x="128571" y="219781"/>
                  <a:pt x="128571" y="192222"/>
                </a:cubicBezTo>
                <a:cubicBezTo>
                  <a:pt x="128571" y="166060"/>
                  <a:pt x="107997" y="145486"/>
                  <a:pt x="81581" y="145486"/>
                </a:cubicBezTo>
                <a:cubicBezTo>
                  <a:pt x="53895" y="145359"/>
                  <a:pt x="33702" y="165171"/>
                  <a:pt x="33448" y="192857"/>
                </a:cubicBezTo>
                <a:cubicBezTo>
                  <a:pt x="33194" y="219527"/>
                  <a:pt x="53768" y="240101"/>
                  <a:pt x="80819" y="240101"/>
                </a:cubicBezTo>
                <a:moveTo>
                  <a:pt x="547290" y="224734"/>
                </a:moveTo>
                <a:cubicBezTo>
                  <a:pt x="547163" y="251150"/>
                  <a:pt x="568245" y="272613"/>
                  <a:pt x="594534" y="272613"/>
                </a:cubicBezTo>
                <a:cubicBezTo>
                  <a:pt x="621204" y="272740"/>
                  <a:pt x="643048" y="251023"/>
                  <a:pt x="642794" y="224480"/>
                </a:cubicBezTo>
                <a:cubicBezTo>
                  <a:pt x="642540" y="198572"/>
                  <a:pt x="621585" y="177363"/>
                  <a:pt x="595804" y="176982"/>
                </a:cubicBezTo>
                <a:cubicBezTo>
                  <a:pt x="569134" y="176601"/>
                  <a:pt x="547417" y="197937"/>
                  <a:pt x="547290" y="224607"/>
                </a:cubicBezTo>
                <a:moveTo>
                  <a:pt x="279574" y="772231"/>
                </a:moveTo>
                <a:lnTo>
                  <a:pt x="189785" y="849701"/>
                </a:lnTo>
                <a:cubicBezTo>
                  <a:pt x="188134" y="851098"/>
                  <a:pt x="188261" y="856178"/>
                  <a:pt x="189277" y="858972"/>
                </a:cubicBezTo>
                <a:cubicBezTo>
                  <a:pt x="201469" y="890468"/>
                  <a:pt x="189150" y="924631"/>
                  <a:pt x="160194" y="941014"/>
                </a:cubicBezTo>
                <a:cubicBezTo>
                  <a:pt x="148510" y="947618"/>
                  <a:pt x="136191" y="945078"/>
                  <a:pt x="124126" y="945332"/>
                </a:cubicBezTo>
                <a:cubicBezTo>
                  <a:pt x="95678" y="945713"/>
                  <a:pt x="71802" y="926536"/>
                  <a:pt x="66087" y="898850"/>
                </a:cubicBezTo>
                <a:cubicBezTo>
                  <a:pt x="60753" y="873196"/>
                  <a:pt x="67738" y="850971"/>
                  <a:pt x="88058" y="834207"/>
                </a:cubicBezTo>
                <a:cubicBezTo>
                  <a:pt x="109013" y="816935"/>
                  <a:pt x="132508" y="814776"/>
                  <a:pt x="157273" y="825444"/>
                </a:cubicBezTo>
                <a:lnTo>
                  <a:pt x="160575" y="827095"/>
                </a:lnTo>
                <a:cubicBezTo>
                  <a:pt x="179117" y="814522"/>
                  <a:pt x="195500" y="800679"/>
                  <a:pt x="211756" y="786709"/>
                </a:cubicBezTo>
                <a:lnTo>
                  <a:pt x="255317" y="749371"/>
                </a:lnTo>
                <a:cubicBezTo>
                  <a:pt x="259381" y="745942"/>
                  <a:pt x="260016" y="743021"/>
                  <a:pt x="258873" y="737687"/>
                </a:cubicBezTo>
                <a:cubicBezTo>
                  <a:pt x="252015" y="705556"/>
                  <a:pt x="268144" y="675838"/>
                  <a:pt x="298497" y="662630"/>
                </a:cubicBezTo>
                <a:lnTo>
                  <a:pt x="304847" y="657931"/>
                </a:lnTo>
                <a:cubicBezTo>
                  <a:pt x="305228" y="613862"/>
                  <a:pt x="305101" y="572206"/>
                  <a:pt x="305101" y="531439"/>
                </a:cubicBezTo>
                <a:lnTo>
                  <a:pt x="273732" y="515056"/>
                </a:lnTo>
                <a:cubicBezTo>
                  <a:pt x="264588" y="508198"/>
                  <a:pt x="257476" y="498673"/>
                  <a:pt x="248713" y="489529"/>
                </a:cubicBezTo>
                <a:lnTo>
                  <a:pt x="157146" y="535376"/>
                </a:lnTo>
                <a:cubicBezTo>
                  <a:pt x="154352" y="536773"/>
                  <a:pt x="151812" y="538551"/>
                  <a:pt x="148891" y="539440"/>
                </a:cubicBezTo>
                <a:lnTo>
                  <a:pt x="143176" y="543631"/>
                </a:lnTo>
                <a:cubicBezTo>
                  <a:pt x="151558" y="584398"/>
                  <a:pt x="130857" y="617037"/>
                  <a:pt x="95424" y="625673"/>
                </a:cubicBezTo>
                <a:cubicBezTo>
                  <a:pt x="61769" y="633928"/>
                  <a:pt x="26082" y="612084"/>
                  <a:pt x="17954" y="578175"/>
                </a:cubicBezTo>
                <a:cubicBezTo>
                  <a:pt x="9572" y="542742"/>
                  <a:pt x="32051" y="506547"/>
                  <a:pt x="66976" y="499181"/>
                </a:cubicBezTo>
                <a:cubicBezTo>
                  <a:pt x="86280" y="495117"/>
                  <a:pt x="103425" y="499435"/>
                  <a:pt x="119554" y="510230"/>
                </a:cubicBezTo>
                <a:lnTo>
                  <a:pt x="127047" y="512516"/>
                </a:lnTo>
                <a:cubicBezTo>
                  <a:pt x="165020" y="493974"/>
                  <a:pt x="200072" y="476067"/>
                  <a:pt x="235378" y="458668"/>
                </a:cubicBezTo>
                <a:lnTo>
                  <a:pt x="241601" y="454985"/>
                </a:lnTo>
                <a:cubicBezTo>
                  <a:pt x="240585" y="434157"/>
                  <a:pt x="245538" y="419679"/>
                  <a:pt x="254047" y="405201"/>
                </a:cubicBezTo>
                <a:lnTo>
                  <a:pt x="229282" y="377134"/>
                </a:lnTo>
                <a:cubicBezTo>
                  <a:pt x="196516" y="340685"/>
                  <a:pt x="163623" y="304236"/>
                  <a:pt x="131111" y="267660"/>
                </a:cubicBezTo>
                <a:lnTo>
                  <a:pt x="123364" y="262453"/>
                </a:lnTo>
                <a:cubicBezTo>
                  <a:pt x="87423" y="278836"/>
                  <a:pt x="58467" y="277058"/>
                  <a:pt x="31797" y="257246"/>
                </a:cubicBezTo>
                <a:cubicBezTo>
                  <a:pt x="5127" y="237434"/>
                  <a:pt x="-4017" y="209494"/>
                  <a:pt x="1571" y="177871"/>
                </a:cubicBezTo>
                <a:cubicBezTo>
                  <a:pt x="7286" y="145486"/>
                  <a:pt x="27352" y="124023"/>
                  <a:pt x="59356" y="114752"/>
                </a:cubicBezTo>
                <a:cubicBezTo>
                  <a:pt x="90217" y="105862"/>
                  <a:pt x="124761" y="117038"/>
                  <a:pt x="144192" y="141676"/>
                </a:cubicBezTo>
                <a:cubicBezTo>
                  <a:pt x="164639" y="167584"/>
                  <a:pt x="167814" y="203398"/>
                  <a:pt x="152193" y="231973"/>
                </a:cubicBezTo>
                <a:lnTo>
                  <a:pt x="150034" y="235656"/>
                </a:lnTo>
                <a:cubicBezTo>
                  <a:pt x="191817" y="285694"/>
                  <a:pt x="234743" y="333319"/>
                  <a:pt x="275256" y="378404"/>
                </a:cubicBezTo>
                <a:cubicBezTo>
                  <a:pt x="292782" y="375102"/>
                  <a:pt x="307895" y="370022"/>
                  <a:pt x="323135" y="369641"/>
                </a:cubicBezTo>
                <a:cubicBezTo>
                  <a:pt x="360854" y="368752"/>
                  <a:pt x="391969" y="394152"/>
                  <a:pt x="400605" y="430982"/>
                </a:cubicBezTo>
                <a:lnTo>
                  <a:pt x="403653" y="437459"/>
                </a:lnTo>
                <a:cubicBezTo>
                  <a:pt x="451278" y="450286"/>
                  <a:pt x="494458" y="462351"/>
                  <a:pt x="537765" y="473908"/>
                </a:cubicBezTo>
                <a:lnTo>
                  <a:pt x="543861" y="472892"/>
                </a:lnTo>
                <a:cubicBezTo>
                  <a:pt x="555291" y="465526"/>
                  <a:pt x="564054" y="459557"/>
                  <a:pt x="572690" y="453207"/>
                </a:cubicBezTo>
                <a:lnTo>
                  <a:pt x="578151" y="448127"/>
                </a:lnTo>
                <a:cubicBezTo>
                  <a:pt x="578532" y="400502"/>
                  <a:pt x="578532" y="355417"/>
                  <a:pt x="578151" y="310332"/>
                </a:cubicBezTo>
                <a:lnTo>
                  <a:pt x="574849" y="303728"/>
                </a:lnTo>
                <a:cubicBezTo>
                  <a:pt x="535606" y="293187"/>
                  <a:pt x="507031" y="253944"/>
                  <a:pt x="515540" y="210637"/>
                </a:cubicBezTo>
                <a:lnTo>
                  <a:pt x="515286" y="201112"/>
                </a:lnTo>
                <a:cubicBezTo>
                  <a:pt x="495474" y="184729"/>
                  <a:pt x="480615" y="171902"/>
                  <a:pt x="465629" y="158948"/>
                </a:cubicBezTo>
                <a:lnTo>
                  <a:pt x="420163" y="119959"/>
                </a:lnTo>
                <a:cubicBezTo>
                  <a:pt x="402383" y="129484"/>
                  <a:pt x="383841" y="132151"/>
                  <a:pt x="364410" y="125293"/>
                </a:cubicBezTo>
                <a:cubicBezTo>
                  <a:pt x="349932" y="120086"/>
                  <a:pt x="338756" y="110815"/>
                  <a:pt x="330755" y="97861"/>
                </a:cubicBezTo>
                <a:cubicBezTo>
                  <a:pt x="315134" y="72842"/>
                  <a:pt x="319452" y="40965"/>
                  <a:pt x="339899" y="18740"/>
                </a:cubicBezTo>
                <a:cubicBezTo>
                  <a:pt x="359457" y="-2469"/>
                  <a:pt x="399208" y="-3993"/>
                  <a:pt x="419401" y="8580"/>
                </a:cubicBezTo>
                <a:cubicBezTo>
                  <a:pt x="448865" y="26868"/>
                  <a:pt x="457247" y="55697"/>
                  <a:pt x="443785" y="96210"/>
                </a:cubicBezTo>
                <a:lnTo>
                  <a:pt x="532812" y="172537"/>
                </a:lnTo>
                <a:cubicBezTo>
                  <a:pt x="548179" y="155265"/>
                  <a:pt x="567229" y="145486"/>
                  <a:pt x="589835" y="144216"/>
                </a:cubicBezTo>
                <a:cubicBezTo>
                  <a:pt x="612187" y="142946"/>
                  <a:pt x="632380" y="149677"/>
                  <a:pt x="649906" y="165044"/>
                </a:cubicBezTo>
                <a:lnTo>
                  <a:pt x="715311" y="109545"/>
                </a:lnTo>
                <a:cubicBezTo>
                  <a:pt x="725852" y="101163"/>
                  <a:pt x="729916" y="94686"/>
                  <a:pt x="725344" y="79700"/>
                </a:cubicBezTo>
                <a:cubicBezTo>
                  <a:pt x="715692" y="48077"/>
                  <a:pt x="733218" y="15184"/>
                  <a:pt x="764079" y="4389"/>
                </a:cubicBezTo>
                <a:cubicBezTo>
                  <a:pt x="788336" y="-4120"/>
                  <a:pt x="814752" y="-691"/>
                  <a:pt x="833421" y="18486"/>
                </a:cubicBezTo>
                <a:cubicBezTo>
                  <a:pt x="852090" y="37663"/>
                  <a:pt x="857678" y="64968"/>
                  <a:pt x="847391" y="89225"/>
                </a:cubicBezTo>
                <a:cubicBezTo>
                  <a:pt x="837104" y="113482"/>
                  <a:pt x="813863" y="129738"/>
                  <a:pt x="788209" y="128722"/>
                </a:cubicBezTo>
                <a:lnTo>
                  <a:pt x="758745" y="122626"/>
                </a:lnTo>
                <a:cubicBezTo>
                  <a:pt x="755951" y="122118"/>
                  <a:pt x="751887" y="121991"/>
                  <a:pt x="749982" y="123515"/>
                </a:cubicBezTo>
                <a:lnTo>
                  <a:pt x="669337" y="192222"/>
                </a:lnTo>
                <a:cubicBezTo>
                  <a:pt x="677973" y="215717"/>
                  <a:pt x="678481" y="239212"/>
                  <a:pt x="667051" y="261818"/>
                </a:cubicBezTo>
                <a:cubicBezTo>
                  <a:pt x="655621" y="284678"/>
                  <a:pt x="636444" y="298267"/>
                  <a:pt x="611552" y="304617"/>
                </a:cubicBezTo>
                <a:lnTo>
                  <a:pt x="611298" y="426156"/>
                </a:lnTo>
                <a:cubicBezTo>
                  <a:pt x="611044" y="441396"/>
                  <a:pt x="611806" y="452318"/>
                  <a:pt x="629078" y="460319"/>
                </a:cubicBezTo>
                <a:cubicBezTo>
                  <a:pt x="649906" y="469844"/>
                  <a:pt x="658669" y="490545"/>
                  <a:pt x="659685" y="513659"/>
                </a:cubicBezTo>
                <a:lnTo>
                  <a:pt x="661082" y="521406"/>
                </a:lnTo>
                <a:cubicBezTo>
                  <a:pt x="710485" y="551378"/>
                  <a:pt x="757729" y="579699"/>
                  <a:pt x="804719" y="607893"/>
                </a:cubicBezTo>
                <a:cubicBezTo>
                  <a:pt x="845613" y="582239"/>
                  <a:pt x="891206" y="593796"/>
                  <a:pt x="915463" y="624657"/>
                </a:cubicBezTo>
                <a:cubicBezTo>
                  <a:pt x="939085" y="654629"/>
                  <a:pt x="937561" y="700984"/>
                  <a:pt x="912288" y="728670"/>
                </a:cubicBezTo>
                <a:cubicBezTo>
                  <a:pt x="884348" y="759277"/>
                  <a:pt x="840152" y="764865"/>
                  <a:pt x="805735" y="741878"/>
                </a:cubicBezTo>
                <a:cubicBezTo>
                  <a:pt x="775890" y="721939"/>
                  <a:pt x="757729" y="678251"/>
                  <a:pt x="781478" y="632912"/>
                </a:cubicBezTo>
                <a:lnTo>
                  <a:pt x="648001" y="552648"/>
                </a:lnTo>
                <a:cubicBezTo>
                  <a:pt x="626665" y="576905"/>
                  <a:pt x="600757" y="586430"/>
                  <a:pt x="570277" y="573857"/>
                </a:cubicBezTo>
                <a:cubicBezTo>
                  <a:pt x="541448" y="561919"/>
                  <a:pt x="529256" y="538297"/>
                  <a:pt x="530018" y="506674"/>
                </a:cubicBezTo>
                <a:lnTo>
                  <a:pt x="403399" y="472003"/>
                </a:lnTo>
                <a:cubicBezTo>
                  <a:pt x="394382" y="484957"/>
                  <a:pt x="387524" y="498800"/>
                  <a:pt x="376983" y="508833"/>
                </a:cubicBezTo>
                <a:cubicBezTo>
                  <a:pt x="366696" y="518612"/>
                  <a:pt x="352599" y="524454"/>
                  <a:pt x="338248" y="533217"/>
                </a:cubicBezTo>
                <a:lnTo>
                  <a:pt x="338248" y="619577"/>
                </a:lnTo>
                <a:cubicBezTo>
                  <a:pt x="338248" y="630372"/>
                  <a:pt x="338502" y="641167"/>
                  <a:pt x="338121" y="651962"/>
                </a:cubicBezTo>
                <a:lnTo>
                  <a:pt x="339264" y="660344"/>
                </a:lnTo>
                <a:cubicBezTo>
                  <a:pt x="376602" y="675330"/>
                  <a:pt x="391842" y="705683"/>
                  <a:pt x="384730" y="739084"/>
                </a:cubicBezTo>
                <a:lnTo>
                  <a:pt x="385746" y="746323"/>
                </a:lnTo>
                <a:cubicBezTo>
                  <a:pt x="416480" y="773120"/>
                  <a:pt x="445309" y="797758"/>
                  <a:pt x="474011" y="822523"/>
                </a:cubicBezTo>
                <a:lnTo>
                  <a:pt x="482266" y="827476"/>
                </a:lnTo>
                <a:cubicBezTo>
                  <a:pt x="520874" y="809823"/>
                  <a:pt x="558974" y="824555"/>
                  <a:pt x="573706" y="857067"/>
                </a:cubicBezTo>
                <a:cubicBezTo>
                  <a:pt x="588311" y="889198"/>
                  <a:pt x="574468" y="927298"/>
                  <a:pt x="542083" y="941903"/>
                </a:cubicBezTo>
                <a:lnTo>
                  <a:pt x="525954" y="944443"/>
                </a:lnTo>
                <a:cubicBezTo>
                  <a:pt x="499284" y="946983"/>
                  <a:pt x="482647" y="944189"/>
                  <a:pt x="468804" y="929838"/>
                </a:cubicBezTo>
                <a:cubicBezTo>
                  <a:pt x="452802" y="913201"/>
                  <a:pt x="442261" y="885388"/>
                  <a:pt x="457374" y="852114"/>
                </a:cubicBezTo>
                <a:lnTo>
                  <a:pt x="364537" y="772485"/>
                </a:lnTo>
                <a:cubicBezTo>
                  <a:pt x="351837" y="781375"/>
                  <a:pt x="338248" y="788106"/>
                  <a:pt x="322246" y="787979"/>
                </a:cubicBezTo>
                <a:cubicBezTo>
                  <a:pt x="306244" y="787852"/>
                  <a:pt x="292147" y="782518"/>
                  <a:pt x="279447" y="772231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66" name="Google Shape;1866;p27"/>
          <p:cNvGrpSpPr/>
          <p:nvPr/>
        </p:nvGrpSpPr>
        <p:grpSpPr>
          <a:xfrm>
            <a:off x="138506" y="9307774"/>
            <a:ext cx="801318" cy="443295"/>
            <a:chOff x="63500" y="63500"/>
            <a:chExt cx="1508506" cy="834517"/>
          </a:xfrm>
        </p:grpSpPr>
        <p:sp>
          <p:nvSpPr>
            <p:cNvPr id="1867" name="Google Shape;1867;p27"/>
            <p:cNvSpPr/>
            <p:nvPr/>
          </p:nvSpPr>
          <p:spPr>
            <a:xfrm>
              <a:off x="63500" y="63500"/>
              <a:ext cx="1508506" cy="834517"/>
            </a:xfrm>
            <a:custGeom>
              <a:rect b="b" l="l" r="r" t="t"/>
              <a:pathLst>
                <a:path extrusionOk="0" h="834517" w="1508506">
                  <a:moveTo>
                    <a:pt x="754253" y="30988"/>
                  </a:moveTo>
                  <a:cubicBezTo>
                    <a:pt x="355473" y="30988"/>
                    <a:pt x="30988" y="204216"/>
                    <a:pt x="30988" y="417195"/>
                  </a:cubicBezTo>
                  <a:cubicBezTo>
                    <a:pt x="30988" y="630174"/>
                    <a:pt x="355473" y="803402"/>
                    <a:pt x="754253" y="803402"/>
                  </a:cubicBezTo>
                  <a:cubicBezTo>
                    <a:pt x="1153033" y="803402"/>
                    <a:pt x="1477518" y="630174"/>
                    <a:pt x="1477518" y="417195"/>
                  </a:cubicBezTo>
                  <a:cubicBezTo>
                    <a:pt x="1477518" y="204216"/>
                    <a:pt x="1153033" y="30988"/>
                    <a:pt x="754253" y="30988"/>
                  </a:cubicBezTo>
                  <a:moveTo>
                    <a:pt x="754253" y="834390"/>
                  </a:moveTo>
                  <a:cubicBezTo>
                    <a:pt x="338328" y="834517"/>
                    <a:pt x="0" y="647319"/>
                    <a:pt x="0" y="417195"/>
                  </a:cubicBezTo>
                  <a:cubicBezTo>
                    <a:pt x="0" y="187071"/>
                    <a:pt x="338328" y="0"/>
                    <a:pt x="754253" y="0"/>
                  </a:cubicBezTo>
                  <a:cubicBezTo>
                    <a:pt x="1170178" y="0"/>
                    <a:pt x="1508506" y="187198"/>
                    <a:pt x="1508506" y="417195"/>
                  </a:cubicBezTo>
                  <a:cubicBezTo>
                    <a:pt x="1508506" y="647192"/>
                    <a:pt x="1170178" y="834517"/>
                    <a:pt x="754253" y="8345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27"/>
            <p:cNvSpPr/>
            <p:nvPr/>
          </p:nvSpPr>
          <p:spPr>
            <a:xfrm>
              <a:off x="309372" y="287274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27"/>
            <p:cNvSpPr/>
            <p:nvPr/>
          </p:nvSpPr>
          <p:spPr>
            <a:xfrm>
              <a:off x="515239" y="642112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27"/>
            <p:cNvSpPr/>
            <p:nvPr/>
          </p:nvSpPr>
          <p:spPr>
            <a:xfrm>
              <a:off x="372745" y="561467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27"/>
            <p:cNvSpPr/>
            <p:nvPr/>
          </p:nvSpPr>
          <p:spPr>
            <a:xfrm>
              <a:off x="453390" y="39331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27"/>
            <p:cNvSpPr/>
            <p:nvPr/>
          </p:nvSpPr>
          <p:spPr>
            <a:xfrm>
              <a:off x="957580" y="325755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27"/>
            <p:cNvSpPr/>
            <p:nvPr/>
          </p:nvSpPr>
          <p:spPr>
            <a:xfrm>
              <a:off x="850392" y="727202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27"/>
            <p:cNvSpPr/>
            <p:nvPr/>
          </p:nvSpPr>
          <p:spPr>
            <a:xfrm>
              <a:off x="217170" y="451358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27"/>
            <p:cNvSpPr/>
            <p:nvPr/>
          </p:nvSpPr>
          <p:spPr>
            <a:xfrm>
              <a:off x="618490" y="302006"/>
              <a:ext cx="35052" cy="34798"/>
            </a:xfrm>
            <a:custGeom>
              <a:rect b="b" l="l" r="r" t="t"/>
              <a:pathLst>
                <a:path extrusionOk="0" h="34798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747"/>
                  </a:lnTo>
                  <a:cubicBezTo>
                    <a:pt x="0" y="27051"/>
                    <a:pt x="7874" y="34798"/>
                    <a:pt x="17526" y="34798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27"/>
            <p:cNvSpPr/>
            <p:nvPr/>
          </p:nvSpPr>
          <p:spPr>
            <a:xfrm>
              <a:off x="1103122" y="708914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27"/>
            <p:cNvSpPr/>
            <p:nvPr/>
          </p:nvSpPr>
          <p:spPr>
            <a:xfrm>
              <a:off x="845947" y="435483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127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27"/>
            <p:cNvSpPr/>
            <p:nvPr/>
          </p:nvSpPr>
          <p:spPr>
            <a:xfrm>
              <a:off x="1069594" y="284734"/>
              <a:ext cx="35052" cy="34798"/>
            </a:xfrm>
            <a:custGeom>
              <a:rect b="b" l="l" r="r" t="t"/>
              <a:pathLst>
                <a:path extrusionOk="0" h="34798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747"/>
                  </a:lnTo>
                  <a:cubicBezTo>
                    <a:pt x="0" y="27051"/>
                    <a:pt x="7874" y="34798"/>
                    <a:pt x="17526" y="34798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27"/>
            <p:cNvSpPr/>
            <p:nvPr/>
          </p:nvSpPr>
          <p:spPr>
            <a:xfrm>
              <a:off x="615950" y="758190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27"/>
            <p:cNvSpPr/>
            <p:nvPr/>
          </p:nvSpPr>
          <p:spPr>
            <a:xfrm>
              <a:off x="930148" y="19392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27"/>
            <p:cNvSpPr/>
            <p:nvPr/>
          </p:nvSpPr>
          <p:spPr>
            <a:xfrm>
              <a:off x="1380236" y="346964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27"/>
            <p:cNvSpPr/>
            <p:nvPr/>
          </p:nvSpPr>
          <p:spPr>
            <a:xfrm>
              <a:off x="1293622" y="603377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27"/>
            <p:cNvSpPr/>
            <p:nvPr/>
          </p:nvSpPr>
          <p:spPr>
            <a:xfrm>
              <a:off x="691261" y="174498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27"/>
            <p:cNvSpPr/>
            <p:nvPr/>
          </p:nvSpPr>
          <p:spPr>
            <a:xfrm>
              <a:off x="1224153" y="416433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27"/>
            <p:cNvSpPr/>
            <p:nvPr/>
          </p:nvSpPr>
          <p:spPr>
            <a:xfrm>
              <a:off x="276733" y="615696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27"/>
            <p:cNvSpPr/>
            <p:nvPr/>
          </p:nvSpPr>
          <p:spPr>
            <a:xfrm>
              <a:off x="995299" y="455295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27"/>
            <p:cNvSpPr/>
            <p:nvPr/>
          </p:nvSpPr>
          <p:spPr>
            <a:xfrm>
              <a:off x="701421" y="568579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27"/>
            <p:cNvSpPr/>
            <p:nvPr/>
          </p:nvSpPr>
          <p:spPr>
            <a:xfrm>
              <a:off x="740029" y="366141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27"/>
            <p:cNvSpPr/>
            <p:nvPr/>
          </p:nvSpPr>
          <p:spPr>
            <a:xfrm>
              <a:off x="517525" y="16979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27"/>
            <p:cNvSpPr/>
            <p:nvPr/>
          </p:nvSpPr>
          <p:spPr>
            <a:xfrm>
              <a:off x="600075" y="435991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27"/>
            <p:cNvSpPr/>
            <p:nvPr/>
          </p:nvSpPr>
          <p:spPr>
            <a:xfrm>
              <a:off x="884809" y="609981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27"/>
            <p:cNvSpPr/>
            <p:nvPr/>
          </p:nvSpPr>
          <p:spPr>
            <a:xfrm>
              <a:off x="1108710" y="605028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27"/>
            <p:cNvSpPr/>
            <p:nvPr/>
          </p:nvSpPr>
          <p:spPr>
            <a:xfrm>
              <a:off x="1383157" y="511048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27"/>
            <p:cNvSpPr/>
            <p:nvPr/>
          </p:nvSpPr>
          <p:spPr>
            <a:xfrm>
              <a:off x="1134237" y="508381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27"/>
            <p:cNvSpPr/>
            <p:nvPr/>
          </p:nvSpPr>
          <p:spPr>
            <a:xfrm>
              <a:off x="1224407" y="237744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96" name="Google Shape;1896;p27"/>
          <p:cNvGrpSpPr/>
          <p:nvPr/>
        </p:nvGrpSpPr>
        <p:grpSpPr>
          <a:xfrm>
            <a:off x="198554" y="3255792"/>
            <a:ext cx="678939" cy="675634"/>
            <a:chOff x="63500" y="63500"/>
            <a:chExt cx="1043559" cy="1038479"/>
          </a:xfrm>
        </p:grpSpPr>
        <p:sp>
          <p:nvSpPr>
            <p:cNvPr id="1897" name="Google Shape;1897;p27"/>
            <p:cNvSpPr/>
            <p:nvPr/>
          </p:nvSpPr>
          <p:spPr>
            <a:xfrm>
              <a:off x="66929" y="144399"/>
              <a:ext cx="242316" cy="611378"/>
            </a:xfrm>
            <a:custGeom>
              <a:rect b="b" l="l" r="r" t="t"/>
              <a:pathLst>
                <a:path extrusionOk="0" h="611378" w="242316">
                  <a:moveTo>
                    <a:pt x="225044" y="611378"/>
                  </a:moveTo>
                  <a:lnTo>
                    <a:pt x="178308" y="611378"/>
                  </a:lnTo>
                  <a:cubicBezTo>
                    <a:pt x="78359" y="611378"/>
                    <a:pt x="0" y="535305"/>
                    <a:pt x="0" y="438277"/>
                  </a:cubicBezTo>
                  <a:cubicBezTo>
                    <a:pt x="0" y="350520"/>
                    <a:pt x="63246" y="276733"/>
                    <a:pt x="148717" y="262509"/>
                  </a:cubicBezTo>
                  <a:cubicBezTo>
                    <a:pt x="138049" y="234061"/>
                    <a:pt x="132588" y="203962"/>
                    <a:pt x="132588" y="173101"/>
                  </a:cubicBezTo>
                  <a:cubicBezTo>
                    <a:pt x="132588" y="112649"/>
                    <a:pt x="154305" y="53975"/>
                    <a:pt x="193675" y="8001"/>
                  </a:cubicBezTo>
                  <a:lnTo>
                    <a:pt x="210820" y="0"/>
                  </a:lnTo>
                  <a:cubicBezTo>
                    <a:pt x="225298" y="12446"/>
                    <a:pt x="226187" y="23241"/>
                    <a:pt x="219964" y="30607"/>
                  </a:cubicBezTo>
                  <a:cubicBezTo>
                    <a:pt x="185928" y="70358"/>
                    <a:pt x="167259" y="121031"/>
                    <a:pt x="167259" y="173228"/>
                  </a:cubicBezTo>
                  <a:cubicBezTo>
                    <a:pt x="167259" y="202819"/>
                    <a:pt x="172974" y="231521"/>
                    <a:pt x="184404" y="258572"/>
                  </a:cubicBezTo>
                  <a:lnTo>
                    <a:pt x="189357" y="270256"/>
                  </a:lnTo>
                  <a:cubicBezTo>
                    <a:pt x="191516" y="275336"/>
                    <a:pt x="191135" y="281051"/>
                    <a:pt x="188341" y="285750"/>
                  </a:cubicBezTo>
                  <a:lnTo>
                    <a:pt x="180721" y="293624"/>
                  </a:lnTo>
                  <a:lnTo>
                    <a:pt x="162687" y="295656"/>
                  </a:lnTo>
                  <a:cubicBezTo>
                    <a:pt x="89662" y="303403"/>
                    <a:pt x="34671" y="364871"/>
                    <a:pt x="34671" y="438277"/>
                  </a:cubicBezTo>
                  <a:cubicBezTo>
                    <a:pt x="34671" y="515874"/>
                    <a:pt x="97790" y="576707"/>
                    <a:pt x="178308" y="576707"/>
                  </a:cubicBezTo>
                  <a:lnTo>
                    <a:pt x="225044" y="576707"/>
                  </a:lnTo>
                  <a:cubicBezTo>
                    <a:pt x="234569" y="576707"/>
                    <a:pt x="242316" y="584454"/>
                    <a:pt x="242316" y="593979"/>
                  </a:cubicBezTo>
                  <a:lnTo>
                    <a:pt x="234569" y="611251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27"/>
            <p:cNvSpPr/>
            <p:nvPr/>
          </p:nvSpPr>
          <p:spPr>
            <a:xfrm>
              <a:off x="370797" y="63500"/>
              <a:ext cx="734484" cy="692277"/>
            </a:xfrm>
            <a:custGeom>
              <a:rect b="b" l="l" r="r" t="t"/>
              <a:pathLst>
                <a:path extrusionOk="0" h="692277" w="734484">
                  <a:moveTo>
                    <a:pt x="594149" y="692277"/>
                  </a:moveTo>
                  <a:lnTo>
                    <a:pt x="509567" y="692277"/>
                  </a:lnTo>
                  <a:cubicBezTo>
                    <a:pt x="500042" y="692277"/>
                    <a:pt x="492295" y="684530"/>
                    <a:pt x="492295" y="675005"/>
                  </a:cubicBezTo>
                  <a:lnTo>
                    <a:pt x="500042" y="657733"/>
                  </a:lnTo>
                  <a:lnTo>
                    <a:pt x="594149" y="657733"/>
                  </a:lnTo>
                  <a:cubicBezTo>
                    <a:pt x="654474" y="657733"/>
                    <a:pt x="699940" y="614426"/>
                    <a:pt x="699940" y="557149"/>
                  </a:cubicBezTo>
                  <a:cubicBezTo>
                    <a:pt x="699940" y="499872"/>
                    <a:pt x="654982" y="453517"/>
                    <a:pt x="597705" y="451612"/>
                  </a:cubicBezTo>
                  <a:lnTo>
                    <a:pt x="584370" y="451231"/>
                  </a:lnTo>
                  <a:cubicBezTo>
                    <a:pt x="578782" y="451104"/>
                    <a:pt x="573575" y="448183"/>
                    <a:pt x="570527" y="443484"/>
                  </a:cubicBezTo>
                  <a:lnTo>
                    <a:pt x="566844" y="432816"/>
                  </a:lnTo>
                  <a:lnTo>
                    <a:pt x="573829" y="415036"/>
                  </a:lnTo>
                  <a:cubicBezTo>
                    <a:pt x="582211" y="393700"/>
                    <a:pt x="586402" y="371348"/>
                    <a:pt x="586402" y="348869"/>
                  </a:cubicBezTo>
                  <a:cubicBezTo>
                    <a:pt x="586402" y="248793"/>
                    <a:pt x="504868" y="167259"/>
                    <a:pt x="404792" y="167259"/>
                  </a:cubicBezTo>
                  <a:cubicBezTo>
                    <a:pt x="376471" y="167259"/>
                    <a:pt x="349039" y="173736"/>
                    <a:pt x="323385" y="186690"/>
                  </a:cubicBezTo>
                  <a:lnTo>
                    <a:pt x="314368" y="191262"/>
                  </a:lnTo>
                  <a:lnTo>
                    <a:pt x="304970" y="193675"/>
                  </a:lnTo>
                  <a:cubicBezTo>
                    <a:pt x="295953" y="190246"/>
                    <a:pt x="292270" y="186690"/>
                    <a:pt x="290492" y="182245"/>
                  </a:cubicBezTo>
                  <a:lnTo>
                    <a:pt x="286682" y="172593"/>
                  </a:lnTo>
                  <a:cubicBezTo>
                    <a:pt x="252900" y="88773"/>
                    <a:pt x="172890" y="34671"/>
                    <a:pt x="82720" y="34671"/>
                  </a:cubicBezTo>
                  <a:cubicBezTo>
                    <a:pt x="61638" y="34671"/>
                    <a:pt x="40937" y="37592"/>
                    <a:pt x="20998" y="43434"/>
                  </a:cubicBezTo>
                  <a:lnTo>
                    <a:pt x="2202" y="40894"/>
                  </a:lnTo>
                  <a:cubicBezTo>
                    <a:pt x="-3259" y="22606"/>
                    <a:pt x="2075" y="12954"/>
                    <a:pt x="11219" y="10287"/>
                  </a:cubicBezTo>
                  <a:cubicBezTo>
                    <a:pt x="34333" y="3429"/>
                    <a:pt x="58336" y="0"/>
                    <a:pt x="82720" y="0"/>
                  </a:cubicBezTo>
                  <a:cubicBezTo>
                    <a:pt x="184320" y="0"/>
                    <a:pt x="274744" y="59436"/>
                    <a:pt x="315257" y="152019"/>
                  </a:cubicBezTo>
                  <a:cubicBezTo>
                    <a:pt x="343705" y="139065"/>
                    <a:pt x="373677" y="132461"/>
                    <a:pt x="404665" y="132461"/>
                  </a:cubicBezTo>
                  <a:cubicBezTo>
                    <a:pt x="523918" y="132461"/>
                    <a:pt x="620819" y="229489"/>
                    <a:pt x="620819" y="348615"/>
                  </a:cubicBezTo>
                  <a:cubicBezTo>
                    <a:pt x="620819" y="371983"/>
                    <a:pt x="617009" y="395097"/>
                    <a:pt x="609389" y="417449"/>
                  </a:cubicBezTo>
                  <a:cubicBezTo>
                    <a:pt x="680382" y="425069"/>
                    <a:pt x="734484" y="484378"/>
                    <a:pt x="734484" y="556895"/>
                  </a:cubicBezTo>
                  <a:cubicBezTo>
                    <a:pt x="734484" y="632714"/>
                    <a:pt x="672762" y="692150"/>
                    <a:pt x="594022" y="692150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27"/>
            <p:cNvSpPr/>
            <p:nvPr/>
          </p:nvSpPr>
          <p:spPr>
            <a:xfrm>
              <a:off x="414528" y="998093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27"/>
            <p:cNvSpPr/>
            <p:nvPr/>
          </p:nvSpPr>
          <p:spPr>
            <a:xfrm>
              <a:off x="414528" y="790448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27"/>
            <p:cNvSpPr/>
            <p:nvPr/>
          </p:nvSpPr>
          <p:spPr>
            <a:xfrm>
              <a:off x="414528" y="582803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27"/>
            <p:cNvSpPr/>
            <p:nvPr/>
          </p:nvSpPr>
          <p:spPr>
            <a:xfrm>
              <a:off x="343916" y="928878"/>
              <a:ext cx="484505" cy="173101"/>
            </a:xfrm>
            <a:custGeom>
              <a:rect b="b" l="l" r="r" t="t"/>
              <a:pathLst>
                <a:path extrusionOk="0" h="173101" w="484505">
                  <a:moveTo>
                    <a:pt x="34544" y="138430"/>
                  </a:moveTo>
                  <a:lnTo>
                    <a:pt x="449834" y="138430"/>
                  </a:lnTo>
                  <a:lnTo>
                    <a:pt x="449834" y="34544"/>
                  </a:lnTo>
                  <a:lnTo>
                    <a:pt x="34544" y="34544"/>
                  </a:lnTo>
                  <a:close/>
                  <a:moveTo>
                    <a:pt x="467233" y="173101"/>
                  </a:moveTo>
                  <a:lnTo>
                    <a:pt x="17272" y="173101"/>
                  </a:lnTo>
                  <a:cubicBezTo>
                    <a:pt x="7747" y="173101"/>
                    <a:pt x="0" y="165354"/>
                    <a:pt x="0" y="155829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27"/>
            <p:cNvSpPr/>
            <p:nvPr/>
          </p:nvSpPr>
          <p:spPr>
            <a:xfrm>
              <a:off x="343916" y="721233"/>
              <a:ext cx="484505" cy="172974"/>
            </a:xfrm>
            <a:custGeom>
              <a:rect b="b" l="l" r="r" t="t"/>
              <a:pathLst>
                <a:path extrusionOk="0" h="172974" w="484505">
                  <a:moveTo>
                    <a:pt x="34544" y="138303"/>
                  </a:moveTo>
                  <a:lnTo>
                    <a:pt x="449834" y="138303"/>
                  </a:lnTo>
                  <a:lnTo>
                    <a:pt x="449834" y="34544"/>
                  </a:lnTo>
                  <a:lnTo>
                    <a:pt x="34544" y="34544"/>
                  </a:lnTo>
                  <a:close/>
                  <a:moveTo>
                    <a:pt x="467233" y="172974"/>
                  </a:moveTo>
                  <a:lnTo>
                    <a:pt x="17272" y="172974"/>
                  </a:lnTo>
                  <a:cubicBezTo>
                    <a:pt x="7747" y="172974"/>
                    <a:pt x="0" y="165227"/>
                    <a:pt x="0" y="155702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27"/>
            <p:cNvSpPr/>
            <p:nvPr/>
          </p:nvSpPr>
          <p:spPr>
            <a:xfrm>
              <a:off x="343916" y="513461"/>
              <a:ext cx="484505" cy="173101"/>
            </a:xfrm>
            <a:custGeom>
              <a:rect b="b" l="l" r="r" t="t"/>
              <a:pathLst>
                <a:path extrusionOk="0" h="173101" w="484505">
                  <a:moveTo>
                    <a:pt x="34544" y="138430"/>
                  </a:moveTo>
                  <a:lnTo>
                    <a:pt x="449834" y="138430"/>
                  </a:lnTo>
                  <a:lnTo>
                    <a:pt x="449834" y="34671"/>
                  </a:lnTo>
                  <a:lnTo>
                    <a:pt x="34544" y="34671"/>
                  </a:lnTo>
                  <a:close/>
                  <a:moveTo>
                    <a:pt x="467233" y="173101"/>
                  </a:moveTo>
                  <a:lnTo>
                    <a:pt x="17272" y="173101"/>
                  </a:lnTo>
                  <a:cubicBezTo>
                    <a:pt x="7747" y="173101"/>
                    <a:pt x="0" y="165354"/>
                    <a:pt x="0" y="155829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27"/>
            <p:cNvSpPr/>
            <p:nvPr/>
          </p:nvSpPr>
          <p:spPr>
            <a:xfrm>
              <a:off x="170815" y="824992"/>
              <a:ext cx="138430" cy="207645"/>
            </a:xfrm>
            <a:custGeom>
              <a:rect b="b" l="l" r="r" t="t"/>
              <a:pathLst>
                <a:path extrusionOk="0" h="207645" w="138430">
                  <a:moveTo>
                    <a:pt x="51943" y="207645"/>
                  </a:moveTo>
                  <a:lnTo>
                    <a:pt x="17272" y="207645"/>
                  </a:lnTo>
                  <a:cubicBezTo>
                    <a:pt x="7747" y="207645"/>
                    <a:pt x="0" y="199898"/>
                    <a:pt x="0" y="190373"/>
                  </a:cubicBezTo>
                  <a:lnTo>
                    <a:pt x="7747" y="173101"/>
                  </a:lnTo>
                  <a:lnTo>
                    <a:pt x="51943" y="173101"/>
                  </a:lnTo>
                  <a:cubicBezTo>
                    <a:pt x="80518" y="173101"/>
                    <a:pt x="103886" y="149860"/>
                    <a:pt x="103886" y="121158"/>
                  </a:cubicBezTo>
                  <a:lnTo>
                    <a:pt x="103886" y="17272"/>
                  </a:lnTo>
                  <a:cubicBezTo>
                    <a:pt x="103886" y="7747"/>
                    <a:pt x="111633" y="0"/>
                    <a:pt x="121158" y="0"/>
                  </a:cubicBezTo>
                  <a:lnTo>
                    <a:pt x="138430" y="7747"/>
                  </a:lnTo>
                  <a:lnTo>
                    <a:pt x="138430" y="121158"/>
                  </a:lnTo>
                  <a:cubicBezTo>
                    <a:pt x="138430" y="168910"/>
                    <a:pt x="99568" y="207645"/>
                    <a:pt x="51943" y="207645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27"/>
            <p:cNvSpPr/>
            <p:nvPr/>
          </p:nvSpPr>
          <p:spPr>
            <a:xfrm>
              <a:off x="136271" y="790448"/>
              <a:ext cx="103759" cy="138430"/>
            </a:xfrm>
            <a:custGeom>
              <a:rect b="b" l="l" r="r" t="t"/>
              <a:pathLst>
                <a:path extrusionOk="0" h="138430" w="103759">
                  <a:moveTo>
                    <a:pt x="51816" y="138430"/>
                  </a:moveTo>
                  <a:lnTo>
                    <a:pt x="17272" y="138430"/>
                  </a:lnTo>
                  <a:cubicBezTo>
                    <a:pt x="7747" y="138430"/>
                    <a:pt x="0" y="130683"/>
                    <a:pt x="0" y="121158"/>
                  </a:cubicBezTo>
                  <a:lnTo>
                    <a:pt x="7747" y="103886"/>
                  </a:lnTo>
                  <a:lnTo>
                    <a:pt x="51943" y="103886"/>
                  </a:lnTo>
                  <a:cubicBezTo>
                    <a:pt x="61468" y="103886"/>
                    <a:pt x="69215" y="96139"/>
                    <a:pt x="69215" y="86614"/>
                  </a:cubicBezTo>
                  <a:lnTo>
                    <a:pt x="69215" y="17272"/>
                  </a:lnTo>
                  <a:cubicBezTo>
                    <a:pt x="69215" y="7747"/>
                    <a:pt x="76962" y="0"/>
                    <a:pt x="86487" y="0"/>
                  </a:cubicBezTo>
                  <a:lnTo>
                    <a:pt x="103759" y="7747"/>
                  </a:lnTo>
                  <a:lnTo>
                    <a:pt x="103759" y="86487"/>
                  </a:lnTo>
                  <a:cubicBezTo>
                    <a:pt x="103759" y="115062"/>
                    <a:pt x="80518" y="138430"/>
                    <a:pt x="51816" y="138430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27"/>
            <p:cNvSpPr/>
            <p:nvPr/>
          </p:nvSpPr>
          <p:spPr>
            <a:xfrm>
              <a:off x="863092" y="824992"/>
              <a:ext cx="138430" cy="207645"/>
            </a:xfrm>
            <a:custGeom>
              <a:rect b="b" l="l" r="r" t="t"/>
              <a:pathLst>
                <a:path extrusionOk="0" h="207645" w="138430">
                  <a:moveTo>
                    <a:pt x="121031" y="207645"/>
                  </a:moveTo>
                  <a:lnTo>
                    <a:pt x="86487" y="207645"/>
                  </a:lnTo>
                  <a:cubicBezTo>
                    <a:pt x="38735" y="207645"/>
                    <a:pt x="0" y="168783"/>
                    <a:pt x="0" y="121158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34544" y="7747"/>
                  </a:lnTo>
                  <a:lnTo>
                    <a:pt x="34544" y="121158"/>
                  </a:lnTo>
                  <a:cubicBezTo>
                    <a:pt x="34544" y="149860"/>
                    <a:pt x="57785" y="173101"/>
                    <a:pt x="86487" y="173101"/>
                  </a:cubicBezTo>
                  <a:lnTo>
                    <a:pt x="121158" y="173101"/>
                  </a:lnTo>
                  <a:cubicBezTo>
                    <a:pt x="130683" y="173101"/>
                    <a:pt x="138430" y="180848"/>
                    <a:pt x="138430" y="190373"/>
                  </a:cubicBezTo>
                  <a:lnTo>
                    <a:pt x="130683" y="207645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27"/>
            <p:cNvSpPr/>
            <p:nvPr/>
          </p:nvSpPr>
          <p:spPr>
            <a:xfrm>
              <a:off x="932307" y="790448"/>
              <a:ext cx="103759" cy="138430"/>
            </a:xfrm>
            <a:custGeom>
              <a:rect b="b" l="l" r="r" t="t"/>
              <a:pathLst>
                <a:path extrusionOk="0" h="138430" w="103759">
                  <a:moveTo>
                    <a:pt x="86487" y="138430"/>
                  </a:moveTo>
                  <a:lnTo>
                    <a:pt x="51943" y="138430"/>
                  </a:lnTo>
                  <a:cubicBezTo>
                    <a:pt x="23241" y="138430"/>
                    <a:pt x="0" y="115189"/>
                    <a:pt x="0" y="86487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34544" y="7747"/>
                  </a:lnTo>
                  <a:lnTo>
                    <a:pt x="34544" y="86487"/>
                  </a:lnTo>
                  <a:cubicBezTo>
                    <a:pt x="34544" y="96012"/>
                    <a:pt x="42291" y="103759"/>
                    <a:pt x="51816" y="103759"/>
                  </a:cubicBezTo>
                  <a:lnTo>
                    <a:pt x="86487" y="103759"/>
                  </a:lnTo>
                  <a:cubicBezTo>
                    <a:pt x="96012" y="103759"/>
                    <a:pt x="103759" y="111506"/>
                    <a:pt x="103759" y="121031"/>
                  </a:cubicBezTo>
                  <a:lnTo>
                    <a:pt x="96012" y="138303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27"/>
            <p:cNvSpPr/>
            <p:nvPr/>
          </p:nvSpPr>
          <p:spPr>
            <a:xfrm>
              <a:off x="1070737" y="894334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27"/>
            <p:cNvSpPr/>
            <p:nvPr/>
          </p:nvSpPr>
          <p:spPr>
            <a:xfrm>
              <a:off x="1036193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27"/>
            <p:cNvSpPr/>
            <p:nvPr/>
          </p:nvSpPr>
          <p:spPr>
            <a:xfrm>
              <a:off x="63500" y="894334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27"/>
            <p:cNvSpPr/>
            <p:nvPr/>
          </p:nvSpPr>
          <p:spPr>
            <a:xfrm>
              <a:off x="98171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27"/>
            <p:cNvSpPr/>
            <p:nvPr/>
          </p:nvSpPr>
          <p:spPr>
            <a:xfrm>
              <a:off x="652018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27"/>
            <p:cNvSpPr/>
            <p:nvPr/>
          </p:nvSpPr>
          <p:spPr>
            <a:xfrm>
              <a:off x="721233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27"/>
            <p:cNvSpPr/>
            <p:nvPr/>
          </p:nvSpPr>
          <p:spPr>
            <a:xfrm>
              <a:off x="652018" y="790448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27"/>
            <p:cNvSpPr/>
            <p:nvPr/>
          </p:nvSpPr>
          <p:spPr>
            <a:xfrm>
              <a:off x="721233" y="790448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27"/>
            <p:cNvSpPr/>
            <p:nvPr/>
          </p:nvSpPr>
          <p:spPr>
            <a:xfrm>
              <a:off x="652018" y="58280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27"/>
            <p:cNvSpPr/>
            <p:nvPr/>
          </p:nvSpPr>
          <p:spPr>
            <a:xfrm>
              <a:off x="721233" y="58280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27"/>
            <p:cNvSpPr/>
            <p:nvPr/>
          </p:nvSpPr>
          <p:spPr>
            <a:xfrm>
              <a:off x="306395" y="98065"/>
              <a:ext cx="37902" cy="37063"/>
            </a:xfrm>
            <a:custGeom>
              <a:rect b="b" l="l" r="r" t="t"/>
              <a:pathLst>
                <a:path extrusionOk="0" h="37063" w="37902">
                  <a:moveTo>
                    <a:pt x="16693" y="37063"/>
                  </a:moveTo>
                  <a:lnTo>
                    <a:pt x="5898" y="34523"/>
                  </a:lnTo>
                  <a:cubicBezTo>
                    <a:pt x="-2992" y="21950"/>
                    <a:pt x="-1087" y="11155"/>
                    <a:pt x="6660" y="5567"/>
                  </a:cubicBezTo>
                  <a:lnTo>
                    <a:pt x="10089" y="3154"/>
                  </a:lnTo>
                  <a:cubicBezTo>
                    <a:pt x="17963" y="-2307"/>
                    <a:pt x="28758" y="-529"/>
                    <a:pt x="34219" y="7345"/>
                  </a:cubicBezTo>
                  <a:lnTo>
                    <a:pt x="37902" y="25887"/>
                  </a:lnTo>
                  <a:lnTo>
                    <a:pt x="26599" y="33888"/>
                  </a:lnTo>
                  <a:lnTo>
                    <a:pt x="20122" y="37063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20" name="Google Shape;1920;p27"/>
          <p:cNvSpPr/>
          <p:nvPr/>
        </p:nvSpPr>
        <p:spPr>
          <a:xfrm>
            <a:off x="209864" y="4715635"/>
            <a:ext cx="743213" cy="804997"/>
          </a:xfrm>
          <a:custGeom>
            <a:rect b="b" l="l" r="r" t="t"/>
            <a:pathLst>
              <a:path extrusionOk="0" h="804997" w="743213">
                <a:moveTo>
                  <a:pt x="0" y="0"/>
                </a:moveTo>
                <a:lnTo>
                  <a:pt x="743213" y="0"/>
                </a:lnTo>
                <a:lnTo>
                  <a:pt x="743213" y="804997"/>
                </a:lnTo>
                <a:lnTo>
                  <a:pt x="0" y="804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291" l="-16090" r="-16830" t="-11419"/>
            </a:stretch>
          </a:blipFill>
          <a:ln>
            <a:noFill/>
          </a:ln>
        </p:spPr>
      </p:sp>
      <p:sp>
        <p:nvSpPr>
          <p:cNvPr id="1921" name="Google Shape;1921;p27"/>
          <p:cNvSpPr txBox="1"/>
          <p:nvPr/>
        </p:nvSpPr>
        <p:spPr>
          <a:xfrm>
            <a:off x="2870874" y="4479625"/>
            <a:ext cx="84552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1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COLLABORATION PLATFORM: GITHUB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7B9CE"/>
        </a:solidFill>
      </p:bgPr>
    </p:bg>
    <p:spTree>
      <p:nvGrpSpPr>
        <p:cNvPr id="1925" name="Shape 1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26" name="Google Shape;1926;p28"/>
          <p:cNvCxnSpPr/>
          <p:nvPr/>
        </p:nvCxnSpPr>
        <p:spPr>
          <a:xfrm>
            <a:off x="1051792" y="1798524"/>
            <a:ext cx="172593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27" name="Google Shape;1927;p28"/>
          <p:cNvCxnSpPr/>
          <p:nvPr/>
        </p:nvCxnSpPr>
        <p:spPr>
          <a:xfrm rot="-5400000">
            <a:off x="-4105275" y="5119688"/>
            <a:ext cx="102870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8" name="Google Shape;1928;p28"/>
          <p:cNvSpPr txBox="1"/>
          <p:nvPr/>
        </p:nvSpPr>
        <p:spPr>
          <a:xfrm>
            <a:off x="1592775" y="373150"/>
            <a:ext cx="16254600" cy="12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18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RISE OF SOCIAL CODING</a:t>
            </a:r>
            <a:endParaRPr/>
          </a:p>
        </p:txBody>
      </p:sp>
      <p:grpSp>
        <p:nvGrpSpPr>
          <p:cNvPr id="1929" name="Google Shape;1929;p28"/>
          <p:cNvGrpSpPr/>
          <p:nvPr/>
        </p:nvGrpSpPr>
        <p:grpSpPr>
          <a:xfrm>
            <a:off x="216606" y="6304895"/>
            <a:ext cx="642914" cy="632256"/>
            <a:chOff x="63500" y="63500"/>
            <a:chExt cx="988187" cy="971804"/>
          </a:xfrm>
        </p:grpSpPr>
        <p:sp>
          <p:nvSpPr>
            <p:cNvPr id="1930" name="Google Shape;1930;p28"/>
            <p:cNvSpPr/>
            <p:nvPr/>
          </p:nvSpPr>
          <p:spPr>
            <a:xfrm>
              <a:off x="857250" y="840994"/>
              <a:ext cx="129540" cy="129540"/>
            </a:xfrm>
            <a:custGeom>
              <a:rect b="b" l="l" r="r" t="t"/>
              <a:pathLst>
                <a:path extrusionOk="0" h="129540" w="129540">
                  <a:moveTo>
                    <a:pt x="64770" y="32385"/>
                  </a:moveTo>
                  <a:cubicBezTo>
                    <a:pt x="46863" y="32385"/>
                    <a:pt x="32385" y="46990"/>
                    <a:pt x="32385" y="64770"/>
                  </a:cubicBezTo>
                  <a:cubicBezTo>
                    <a:pt x="32385" y="82550"/>
                    <a:pt x="46990" y="97155"/>
                    <a:pt x="64770" y="97155"/>
                  </a:cubicBezTo>
                  <a:cubicBezTo>
                    <a:pt x="82550" y="97155"/>
                    <a:pt x="97155" y="82550"/>
                    <a:pt x="97155" y="64770"/>
                  </a:cubicBezTo>
                  <a:cubicBezTo>
                    <a:pt x="97155" y="46990"/>
                    <a:pt x="82550" y="32385"/>
                    <a:pt x="64770" y="32385"/>
                  </a:cubicBezTo>
                  <a:moveTo>
                    <a:pt x="64770" y="129540"/>
                  </a:moveTo>
                  <a:cubicBezTo>
                    <a:pt x="29083" y="129540"/>
                    <a:pt x="0" y="100457"/>
                    <a:pt x="0" y="64770"/>
                  </a:cubicBezTo>
                  <a:cubicBezTo>
                    <a:pt x="0" y="29083"/>
                    <a:pt x="29083" y="0"/>
                    <a:pt x="64770" y="0"/>
                  </a:cubicBezTo>
                  <a:cubicBezTo>
                    <a:pt x="100457" y="0"/>
                    <a:pt x="129540" y="29083"/>
                    <a:pt x="129540" y="64770"/>
                  </a:cubicBezTo>
                  <a:cubicBezTo>
                    <a:pt x="129540" y="100457"/>
                    <a:pt x="100457" y="129540"/>
                    <a:pt x="64770" y="1295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28"/>
            <p:cNvSpPr/>
            <p:nvPr/>
          </p:nvSpPr>
          <p:spPr>
            <a:xfrm>
              <a:off x="905764" y="225552"/>
              <a:ext cx="32512" cy="647827"/>
            </a:xfrm>
            <a:custGeom>
              <a:rect b="b" l="l" r="r" t="t"/>
              <a:pathLst>
                <a:path extrusionOk="0" h="647827" w="32512">
                  <a:moveTo>
                    <a:pt x="16256" y="647827"/>
                  </a:moveTo>
                  <a:lnTo>
                    <a:pt x="0" y="640588"/>
                  </a:lnTo>
                  <a:lnTo>
                    <a:pt x="0" y="16129"/>
                  </a:lnTo>
                  <a:cubicBezTo>
                    <a:pt x="0" y="7112"/>
                    <a:pt x="7239" y="0"/>
                    <a:pt x="16256" y="0"/>
                  </a:cubicBezTo>
                  <a:lnTo>
                    <a:pt x="32512" y="7239"/>
                  </a:lnTo>
                  <a:lnTo>
                    <a:pt x="32512" y="631698"/>
                  </a:lnTo>
                  <a:cubicBezTo>
                    <a:pt x="32512" y="640588"/>
                    <a:pt x="25273" y="647827"/>
                    <a:pt x="16256" y="64782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28"/>
            <p:cNvSpPr/>
            <p:nvPr/>
          </p:nvSpPr>
          <p:spPr>
            <a:xfrm>
              <a:off x="121679" y="510286"/>
              <a:ext cx="44042" cy="38989"/>
            </a:xfrm>
            <a:custGeom>
              <a:rect b="b" l="l" r="r" t="t"/>
              <a:pathLst>
                <a:path extrusionOk="0" h="38989" w="44042">
                  <a:moveTo>
                    <a:pt x="27927" y="38989"/>
                  </a:moveTo>
                  <a:lnTo>
                    <a:pt x="23990" y="38608"/>
                  </a:lnTo>
                  <a:lnTo>
                    <a:pt x="10401" y="33401"/>
                  </a:lnTo>
                  <a:cubicBezTo>
                    <a:pt x="2019" y="30226"/>
                    <a:pt x="-2172" y="20828"/>
                    <a:pt x="1130" y="12446"/>
                  </a:cubicBezTo>
                  <a:lnTo>
                    <a:pt x="13703" y="0"/>
                  </a:lnTo>
                  <a:lnTo>
                    <a:pt x="33642" y="7620"/>
                  </a:lnTo>
                  <a:cubicBezTo>
                    <a:pt x="42024" y="10795"/>
                    <a:pt x="46215" y="20193"/>
                    <a:pt x="42913" y="28575"/>
                  </a:cubicBezTo>
                  <a:lnTo>
                    <a:pt x="34277" y="3898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28"/>
            <p:cNvSpPr/>
            <p:nvPr/>
          </p:nvSpPr>
          <p:spPr>
            <a:xfrm>
              <a:off x="180213" y="535721"/>
              <a:ext cx="620903" cy="90770"/>
            </a:xfrm>
            <a:custGeom>
              <a:rect b="b" l="l" r="r" t="t"/>
              <a:pathLst>
                <a:path extrusionOk="0" h="90770" w="620903">
                  <a:moveTo>
                    <a:pt x="476758" y="90770"/>
                  </a:moveTo>
                  <a:lnTo>
                    <a:pt x="300863" y="90770"/>
                  </a:lnTo>
                  <a:cubicBezTo>
                    <a:pt x="291211" y="90770"/>
                    <a:pt x="281813" y="88230"/>
                    <a:pt x="273431" y="83531"/>
                  </a:cubicBezTo>
                  <a:lnTo>
                    <a:pt x="193675" y="37938"/>
                  </a:lnTo>
                  <a:cubicBezTo>
                    <a:pt x="190246" y="36033"/>
                    <a:pt x="186309" y="34890"/>
                    <a:pt x="182245" y="34890"/>
                  </a:cubicBezTo>
                  <a:lnTo>
                    <a:pt x="32385" y="34890"/>
                  </a:lnTo>
                  <a:cubicBezTo>
                    <a:pt x="25527" y="34890"/>
                    <a:pt x="18923" y="33620"/>
                    <a:pt x="12446" y="31207"/>
                  </a:cubicBezTo>
                  <a:lnTo>
                    <a:pt x="0" y="18634"/>
                  </a:lnTo>
                  <a:cubicBezTo>
                    <a:pt x="6477" y="1997"/>
                    <a:pt x="15875" y="-2194"/>
                    <a:pt x="24130" y="981"/>
                  </a:cubicBezTo>
                  <a:lnTo>
                    <a:pt x="29464" y="2505"/>
                  </a:lnTo>
                  <a:lnTo>
                    <a:pt x="182372" y="2505"/>
                  </a:lnTo>
                  <a:cubicBezTo>
                    <a:pt x="192024" y="2505"/>
                    <a:pt x="201549" y="5045"/>
                    <a:pt x="209804" y="9744"/>
                  </a:cubicBezTo>
                  <a:lnTo>
                    <a:pt x="289560" y="55337"/>
                  </a:lnTo>
                  <a:cubicBezTo>
                    <a:pt x="292989" y="57242"/>
                    <a:pt x="296926" y="58385"/>
                    <a:pt x="300863" y="58385"/>
                  </a:cubicBezTo>
                  <a:lnTo>
                    <a:pt x="476758" y="58385"/>
                  </a:lnTo>
                  <a:cubicBezTo>
                    <a:pt x="480314" y="58385"/>
                    <a:pt x="483870" y="57496"/>
                    <a:pt x="486918" y="55972"/>
                  </a:cubicBezTo>
                  <a:lnTo>
                    <a:pt x="526288" y="36287"/>
                  </a:lnTo>
                  <a:cubicBezTo>
                    <a:pt x="533908" y="32477"/>
                    <a:pt x="542417" y="30445"/>
                    <a:pt x="551053" y="30445"/>
                  </a:cubicBezTo>
                  <a:lnTo>
                    <a:pt x="604647" y="30445"/>
                  </a:lnTo>
                  <a:cubicBezTo>
                    <a:pt x="613664" y="30445"/>
                    <a:pt x="620903" y="37684"/>
                    <a:pt x="620903" y="46574"/>
                  </a:cubicBezTo>
                  <a:lnTo>
                    <a:pt x="613664" y="62830"/>
                  </a:lnTo>
                  <a:lnTo>
                    <a:pt x="551053" y="62830"/>
                  </a:lnTo>
                  <a:cubicBezTo>
                    <a:pt x="547497" y="62830"/>
                    <a:pt x="543941" y="63719"/>
                    <a:pt x="540893" y="65243"/>
                  </a:cubicBezTo>
                  <a:lnTo>
                    <a:pt x="501523" y="84928"/>
                  </a:lnTo>
                  <a:cubicBezTo>
                    <a:pt x="493903" y="88738"/>
                    <a:pt x="485394" y="90770"/>
                    <a:pt x="476758" y="907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28"/>
            <p:cNvSpPr/>
            <p:nvPr/>
          </p:nvSpPr>
          <p:spPr>
            <a:xfrm>
              <a:off x="378206" y="705739"/>
              <a:ext cx="120232" cy="139192"/>
            </a:xfrm>
            <a:custGeom>
              <a:rect b="b" l="l" r="r" t="t"/>
              <a:pathLst>
                <a:path extrusionOk="0" h="139192" w="120232">
                  <a:moveTo>
                    <a:pt x="89916" y="139192"/>
                  </a:moveTo>
                  <a:lnTo>
                    <a:pt x="78232" y="135890"/>
                  </a:lnTo>
                  <a:cubicBezTo>
                    <a:pt x="65532" y="110490"/>
                    <a:pt x="68326" y="86995"/>
                    <a:pt x="82423" y="70104"/>
                  </a:cubicBezTo>
                  <a:lnTo>
                    <a:pt x="89408" y="53975"/>
                  </a:lnTo>
                  <a:cubicBezTo>
                    <a:pt x="81661" y="37465"/>
                    <a:pt x="73914" y="32512"/>
                    <a:pt x="64770" y="32512"/>
                  </a:cubicBezTo>
                  <a:lnTo>
                    <a:pt x="16256" y="32512"/>
                  </a:lnTo>
                  <a:cubicBezTo>
                    <a:pt x="7239" y="32512"/>
                    <a:pt x="0" y="25273"/>
                    <a:pt x="0" y="16256"/>
                  </a:cubicBezTo>
                  <a:lnTo>
                    <a:pt x="7239" y="0"/>
                  </a:lnTo>
                  <a:lnTo>
                    <a:pt x="64897" y="0"/>
                  </a:lnTo>
                  <a:cubicBezTo>
                    <a:pt x="86614" y="0"/>
                    <a:pt x="105791" y="12192"/>
                    <a:pt x="114935" y="31877"/>
                  </a:cubicBezTo>
                  <a:cubicBezTo>
                    <a:pt x="124079" y="51562"/>
                    <a:pt x="121285" y="74041"/>
                    <a:pt x="107315" y="90805"/>
                  </a:cubicBezTo>
                  <a:lnTo>
                    <a:pt x="100457" y="107569"/>
                  </a:lnTo>
                  <a:cubicBezTo>
                    <a:pt x="108585" y="123698"/>
                    <a:pt x="105283" y="133477"/>
                    <a:pt x="97282" y="137414"/>
                  </a:cubicBezTo>
                  <a:lnTo>
                    <a:pt x="92456" y="13906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28"/>
            <p:cNvSpPr/>
            <p:nvPr/>
          </p:nvSpPr>
          <p:spPr>
            <a:xfrm>
              <a:off x="322072" y="705866"/>
              <a:ext cx="49657" cy="32385"/>
            </a:xfrm>
            <a:custGeom>
              <a:rect b="b" l="l" r="r" t="t"/>
              <a:pathLst>
                <a:path extrusionOk="0" h="32385" w="49657">
                  <a:moveTo>
                    <a:pt x="33401" y="32385"/>
                  </a:moveTo>
                  <a:lnTo>
                    <a:pt x="16256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33401" y="0"/>
                  </a:lnTo>
                  <a:cubicBezTo>
                    <a:pt x="42418" y="0"/>
                    <a:pt x="49657" y="7239"/>
                    <a:pt x="49657" y="16256"/>
                  </a:cubicBezTo>
                  <a:lnTo>
                    <a:pt x="42418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28"/>
            <p:cNvSpPr/>
            <p:nvPr/>
          </p:nvSpPr>
          <p:spPr>
            <a:xfrm>
              <a:off x="247178" y="717997"/>
              <a:ext cx="67401" cy="46670"/>
            </a:xfrm>
            <a:custGeom>
              <a:rect b="b" l="l" r="r" t="t"/>
              <a:pathLst>
                <a:path extrusionOk="0" h="46670" w="67401">
                  <a:moveTo>
                    <a:pt x="15204" y="46670"/>
                  </a:moveTo>
                  <a:lnTo>
                    <a:pt x="2631" y="42733"/>
                  </a:lnTo>
                  <a:cubicBezTo>
                    <a:pt x="-3084" y="27874"/>
                    <a:pt x="1107" y="18603"/>
                    <a:pt x="9489" y="15301"/>
                  </a:cubicBezTo>
                  <a:lnTo>
                    <a:pt x="46446" y="1077"/>
                  </a:lnTo>
                  <a:cubicBezTo>
                    <a:pt x="54828" y="-2098"/>
                    <a:pt x="64226" y="1966"/>
                    <a:pt x="67401" y="10348"/>
                  </a:cubicBezTo>
                  <a:lnTo>
                    <a:pt x="66385" y="28128"/>
                  </a:lnTo>
                  <a:lnTo>
                    <a:pt x="21046" y="45527"/>
                  </a:lnTo>
                  <a:cubicBezTo>
                    <a:pt x="19141" y="46289"/>
                    <a:pt x="17109" y="46670"/>
                    <a:pt x="15204" y="466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28"/>
            <p:cNvSpPr/>
            <p:nvPr/>
          </p:nvSpPr>
          <p:spPr>
            <a:xfrm>
              <a:off x="719420" y="632964"/>
              <a:ext cx="70253" cy="65409"/>
            </a:xfrm>
            <a:custGeom>
              <a:rect b="b" l="l" r="r" t="t"/>
              <a:pathLst>
                <a:path extrusionOk="0" h="65409" w="70253">
                  <a:moveTo>
                    <a:pt x="20609" y="65409"/>
                  </a:moveTo>
                  <a:lnTo>
                    <a:pt x="11084" y="63377"/>
                  </a:lnTo>
                  <a:cubicBezTo>
                    <a:pt x="2321" y="53852"/>
                    <a:pt x="-346" y="45978"/>
                    <a:pt x="35" y="37596"/>
                  </a:cubicBezTo>
                  <a:cubicBezTo>
                    <a:pt x="543" y="27690"/>
                    <a:pt x="5369" y="17911"/>
                    <a:pt x="13243" y="10672"/>
                  </a:cubicBezTo>
                  <a:cubicBezTo>
                    <a:pt x="20101" y="4449"/>
                    <a:pt x="28483" y="766"/>
                    <a:pt x="36992" y="131"/>
                  </a:cubicBezTo>
                  <a:cubicBezTo>
                    <a:pt x="46898" y="-758"/>
                    <a:pt x="56169" y="2925"/>
                    <a:pt x="62519" y="9783"/>
                  </a:cubicBezTo>
                  <a:cubicBezTo>
                    <a:pt x="71409" y="19562"/>
                    <a:pt x="72806" y="34294"/>
                    <a:pt x="65821" y="47375"/>
                  </a:cubicBezTo>
                  <a:lnTo>
                    <a:pt x="51851" y="58297"/>
                  </a:lnTo>
                  <a:cubicBezTo>
                    <a:pt x="36484" y="50169"/>
                    <a:pt x="33309" y="41025"/>
                    <a:pt x="36611" y="33405"/>
                  </a:cubicBezTo>
                  <a:lnTo>
                    <a:pt x="35595" y="34167"/>
                  </a:lnTo>
                  <a:lnTo>
                    <a:pt x="32420" y="38866"/>
                  </a:lnTo>
                  <a:cubicBezTo>
                    <a:pt x="38516" y="45851"/>
                    <a:pt x="37627" y="55376"/>
                    <a:pt x="31023" y="61472"/>
                  </a:cubicBezTo>
                  <a:lnTo>
                    <a:pt x="24419" y="6540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28"/>
            <p:cNvSpPr/>
            <p:nvPr/>
          </p:nvSpPr>
          <p:spPr>
            <a:xfrm>
              <a:off x="580547" y="726757"/>
              <a:ext cx="87425" cy="82106"/>
            </a:xfrm>
            <a:custGeom>
              <a:rect b="b" l="l" r="r" t="t"/>
              <a:pathLst>
                <a:path extrusionOk="0" h="82106" w="87425">
                  <a:moveTo>
                    <a:pt x="30069" y="54801"/>
                  </a:moveTo>
                  <a:lnTo>
                    <a:pt x="30069" y="54801"/>
                  </a:lnTo>
                  <a:lnTo>
                    <a:pt x="30069" y="54801"/>
                  </a:lnTo>
                  <a:moveTo>
                    <a:pt x="18131" y="81852"/>
                  </a:moveTo>
                  <a:lnTo>
                    <a:pt x="9368" y="80074"/>
                  </a:lnTo>
                  <a:cubicBezTo>
                    <a:pt x="-7015" y="62040"/>
                    <a:pt x="-1046" y="37148"/>
                    <a:pt x="20544" y="17590"/>
                  </a:cubicBezTo>
                  <a:lnTo>
                    <a:pt x="48611" y="1461"/>
                  </a:lnTo>
                  <a:cubicBezTo>
                    <a:pt x="61438" y="-1968"/>
                    <a:pt x="73122" y="699"/>
                    <a:pt x="80488" y="8827"/>
                  </a:cubicBezTo>
                  <a:cubicBezTo>
                    <a:pt x="90521" y="19876"/>
                    <a:pt x="89632" y="37275"/>
                    <a:pt x="78075" y="54293"/>
                  </a:cubicBezTo>
                  <a:lnTo>
                    <a:pt x="62962" y="63564"/>
                  </a:lnTo>
                  <a:cubicBezTo>
                    <a:pt x="48230" y="53531"/>
                    <a:pt x="46325" y="43498"/>
                    <a:pt x="51278" y="36005"/>
                  </a:cubicBezTo>
                  <a:lnTo>
                    <a:pt x="51913" y="35116"/>
                  </a:lnTo>
                  <a:lnTo>
                    <a:pt x="45944" y="38291"/>
                  </a:lnTo>
                  <a:cubicBezTo>
                    <a:pt x="35149" y="48197"/>
                    <a:pt x="32355" y="54420"/>
                    <a:pt x="31720" y="57087"/>
                  </a:cubicBezTo>
                  <a:lnTo>
                    <a:pt x="34895" y="72454"/>
                  </a:lnTo>
                  <a:cubicBezTo>
                    <a:pt x="25878" y="80709"/>
                    <a:pt x="21941" y="82106"/>
                    <a:pt x="18131" y="821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28"/>
            <p:cNvSpPr/>
            <p:nvPr/>
          </p:nvSpPr>
          <p:spPr>
            <a:xfrm>
              <a:off x="584327" y="177351"/>
              <a:ext cx="66294" cy="45407"/>
            </a:xfrm>
            <a:custGeom>
              <a:rect b="b" l="l" r="r" t="t"/>
              <a:pathLst>
                <a:path extrusionOk="0" h="45407" w="66294">
                  <a:moveTo>
                    <a:pt x="49657" y="45280"/>
                  </a:moveTo>
                  <a:lnTo>
                    <a:pt x="39751" y="42994"/>
                  </a:lnTo>
                  <a:cubicBezTo>
                    <a:pt x="32258" y="32834"/>
                    <a:pt x="26543" y="31564"/>
                    <a:pt x="25019" y="32580"/>
                  </a:cubicBezTo>
                  <a:lnTo>
                    <a:pt x="7620" y="36390"/>
                  </a:lnTo>
                  <a:cubicBezTo>
                    <a:pt x="-3048" y="22039"/>
                    <a:pt x="-1397" y="11879"/>
                    <a:pt x="5715" y="6545"/>
                  </a:cubicBezTo>
                  <a:cubicBezTo>
                    <a:pt x="22606" y="-5901"/>
                    <a:pt x="48133" y="-59"/>
                    <a:pt x="62484" y="19499"/>
                  </a:cubicBezTo>
                  <a:lnTo>
                    <a:pt x="66294" y="36898"/>
                  </a:lnTo>
                  <a:cubicBezTo>
                    <a:pt x="56261" y="44264"/>
                    <a:pt x="52832" y="45407"/>
                    <a:pt x="49530" y="4540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28"/>
            <p:cNvSpPr/>
            <p:nvPr/>
          </p:nvSpPr>
          <p:spPr>
            <a:xfrm>
              <a:off x="175133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28"/>
            <p:cNvSpPr/>
            <p:nvPr/>
          </p:nvSpPr>
          <p:spPr>
            <a:xfrm>
              <a:off x="175133" y="316230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28"/>
            <p:cNvSpPr/>
            <p:nvPr/>
          </p:nvSpPr>
          <p:spPr>
            <a:xfrm>
              <a:off x="538226" y="372110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28"/>
            <p:cNvSpPr/>
            <p:nvPr/>
          </p:nvSpPr>
          <p:spPr>
            <a:xfrm>
              <a:off x="538226" y="204597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28"/>
            <p:cNvSpPr/>
            <p:nvPr/>
          </p:nvSpPr>
          <p:spPr>
            <a:xfrm>
              <a:off x="566166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28"/>
            <p:cNvSpPr/>
            <p:nvPr/>
          </p:nvSpPr>
          <p:spPr>
            <a:xfrm>
              <a:off x="370586" y="790956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28"/>
            <p:cNvSpPr/>
            <p:nvPr/>
          </p:nvSpPr>
          <p:spPr>
            <a:xfrm>
              <a:off x="398526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28"/>
            <p:cNvSpPr/>
            <p:nvPr/>
          </p:nvSpPr>
          <p:spPr>
            <a:xfrm>
              <a:off x="258953" y="59550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28"/>
            <p:cNvSpPr/>
            <p:nvPr/>
          </p:nvSpPr>
          <p:spPr>
            <a:xfrm>
              <a:off x="337820" y="254635"/>
              <a:ext cx="72771" cy="71882"/>
            </a:xfrm>
            <a:custGeom>
              <a:rect b="b" l="l" r="r" t="t"/>
              <a:pathLst>
                <a:path extrusionOk="0" h="71882" w="72771">
                  <a:moveTo>
                    <a:pt x="17653" y="71882"/>
                  </a:moveTo>
                  <a:lnTo>
                    <a:pt x="15621" y="71755"/>
                  </a:lnTo>
                  <a:lnTo>
                    <a:pt x="0" y="61341"/>
                  </a:lnTo>
                  <a:cubicBezTo>
                    <a:pt x="5969" y="30734"/>
                    <a:pt x="25781" y="0"/>
                    <a:pt x="56515" y="0"/>
                  </a:cubicBezTo>
                  <a:lnTo>
                    <a:pt x="72771" y="7239"/>
                  </a:lnTo>
                  <a:cubicBezTo>
                    <a:pt x="72771" y="25146"/>
                    <a:pt x="65532" y="32385"/>
                    <a:pt x="56515" y="32385"/>
                  </a:cubicBezTo>
                  <a:cubicBezTo>
                    <a:pt x="45720" y="32385"/>
                    <a:pt x="35560" y="48260"/>
                    <a:pt x="33528" y="58674"/>
                  </a:cubicBezTo>
                  <a:lnTo>
                    <a:pt x="25273" y="7175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28"/>
            <p:cNvSpPr/>
            <p:nvPr/>
          </p:nvSpPr>
          <p:spPr>
            <a:xfrm>
              <a:off x="406940" y="77309"/>
              <a:ext cx="195675" cy="104428"/>
            </a:xfrm>
            <a:custGeom>
              <a:rect b="b" l="l" r="r" t="t"/>
              <a:pathLst>
                <a:path extrusionOk="0" h="104428" w="195675">
                  <a:moveTo>
                    <a:pt x="15208" y="104428"/>
                  </a:moveTo>
                  <a:lnTo>
                    <a:pt x="2127" y="100110"/>
                  </a:lnTo>
                  <a:cubicBezTo>
                    <a:pt x="-2953" y="84870"/>
                    <a:pt x="1619" y="75726"/>
                    <a:pt x="10001" y="72805"/>
                  </a:cubicBezTo>
                  <a:lnTo>
                    <a:pt x="49117" y="57565"/>
                  </a:lnTo>
                  <a:lnTo>
                    <a:pt x="174339" y="1431"/>
                  </a:lnTo>
                  <a:cubicBezTo>
                    <a:pt x="182467" y="-2252"/>
                    <a:pt x="192119" y="1431"/>
                    <a:pt x="195675" y="9559"/>
                  </a:cubicBezTo>
                  <a:lnTo>
                    <a:pt x="195675" y="27339"/>
                  </a:lnTo>
                  <a:lnTo>
                    <a:pt x="62452" y="87029"/>
                  </a:lnTo>
                  <a:cubicBezTo>
                    <a:pt x="48736" y="93125"/>
                    <a:pt x="34512" y="98713"/>
                    <a:pt x="20288" y="103539"/>
                  </a:cubicBezTo>
                  <a:lnTo>
                    <a:pt x="16859" y="10442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28"/>
            <p:cNvSpPr/>
            <p:nvPr/>
          </p:nvSpPr>
          <p:spPr>
            <a:xfrm>
              <a:off x="331397" y="164918"/>
              <a:ext cx="51127" cy="35107"/>
            </a:xfrm>
            <a:custGeom>
              <a:rect b="b" l="l" r="r" t="t"/>
              <a:pathLst>
                <a:path extrusionOk="0" h="35107" w="51127">
                  <a:moveTo>
                    <a:pt x="15313" y="34980"/>
                  </a:moveTo>
                  <a:lnTo>
                    <a:pt x="581" y="29265"/>
                  </a:lnTo>
                  <a:cubicBezTo>
                    <a:pt x="-1959" y="12374"/>
                    <a:pt x="4137" y="4119"/>
                    <a:pt x="12900" y="2849"/>
                  </a:cubicBezTo>
                  <a:lnTo>
                    <a:pt x="25727" y="817"/>
                  </a:lnTo>
                  <a:cubicBezTo>
                    <a:pt x="40840" y="-2231"/>
                    <a:pt x="49476" y="3611"/>
                    <a:pt x="51127" y="12374"/>
                  </a:cubicBezTo>
                  <a:lnTo>
                    <a:pt x="47063" y="29646"/>
                  </a:lnTo>
                  <a:cubicBezTo>
                    <a:pt x="31442" y="32694"/>
                    <a:pt x="24584" y="33837"/>
                    <a:pt x="17726" y="34853"/>
                  </a:cubicBezTo>
                  <a:lnTo>
                    <a:pt x="16075" y="35107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28"/>
            <p:cNvSpPr/>
            <p:nvPr/>
          </p:nvSpPr>
          <p:spPr>
            <a:xfrm>
              <a:off x="264287" y="174137"/>
              <a:ext cx="43688" cy="34016"/>
            </a:xfrm>
            <a:custGeom>
              <a:rect b="b" l="l" r="r" t="t"/>
              <a:pathLst>
                <a:path extrusionOk="0" h="34016" w="43688">
                  <a:moveTo>
                    <a:pt x="15494" y="34016"/>
                  </a:moveTo>
                  <a:lnTo>
                    <a:pt x="381" y="27920"/>
                  </a:lnTo>
                  <a:cubicBezTo>
                    <a:pt x="-1651" y="10775"/>
                    <a:pt x="4699" y="2774"/>
                    <a:pt x="13589" y="1631"/>
                  </a:cubicBezTo>
                  <a:lnTo>
                    <a:pt x="25654" y="107"/>
                  </a:lnTo>
                  <a:cubicBezTo>
                    <a:pt x="34544" y="-909"/>
                    <a:pt x="42545" y="5441"/>
                    <a:pt x="43688" y="14331"/>
                  </a:cubicBezTo>
                  <a:lnTo>
                    <a:pt x="38354" y="31222"/>
                  </a:lnTo>
                  <a:lnTo>
                    <a:pt x="17399" y="33762"/>
                  </a:lnTo>
                  <a:lnTo>
                    <a:pt x="16129" y="3388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28"/>
            <p:cNvSpPr/>
            <p:nvPr/>
          </p:nvSpPr>
          <p:spPr>
            <a:xfrm>
              <a:off x="63500" y="63500"/>
              <a:ext cx="746506" cy="842391"/>
            </a:xfrm>
            <a:custGeom>
              <a:rect b="b" l="l" r="r" t="t"/>
              <a:pathLst>
                <a:path extrusionOk="0" h="842391" w="746506">
                  <a:moveTo>
                    <a:pt x="421132" y="842264"/>
                  </a:moveTo>
                  <a:cubicBezTo>
                    <a:pt x="188976" y="842264"/>
                    <a:pt x="0" y="653415"/>
                    <a:pt x="0" y="421132"/>
                  </a:cubicBezTo>
                  <a:cubicBezTo>
                    <a:pt x="0" y="188849"/>
                    <a:pt x="188976" y="0"/>
                    <a:pt x="421132" y="0"/>
                  </a:cubicBezTo>
                  <a:cubicBezTo>
                    <a:pt x="544449" y="0"/>
                    <a:pt x="661162" y="53975"/>
                    <a:pt x="741553" y="148082"/>
                  </a:cubicBezTo>
                  <a:lnTo>
                    <a:pt x="746506" y="165100"/>
                  </a:lnTo>
                  <a:cubicBezTo>
                    <a:pt x="732917" y="176657"/>
                    <a:pt x="722630" y="175895"/>
                    <a:pt x="716915" y="169164"/>
                  </a:cubicBezTo>
                  <a:cubicBezTo>
                    <a:pt x="642747" y="82169"/>
                    <a:pt x="534924" y="32385"/>
                    <a:pt x="421132" y="32385"/>
                  </a:cubicBezTo>
                  <a:cubicBezTo>
                    <a:pt x="206756" y="32385"/>
                    <a:pt x="32385" y="206756"/>
                    <a:pt x="32385" y="421132"/>
                  </a:cubicBezTo>
                  <a:cubicBezTo>
                    <a:pt x="32385" y="635508"/>
                    <a:pt x="206756" y="809879"/>
                    <a:pt x="421132" y="809879"/>
                  </a:cubicBezTo>
                  <a:cubicBezTo>
                    <a:pt x="531749" y="809879"/>
                    <a:pt x="637540" y="762381"/>
                    <a:pt x="711327" y="679577"/>
                  </a:cubicBezTo>
                  <a:lnTo>
                    <a:pt x="727583" y="672338"/>
                  </a:lnTo>
                  <a:cubicBezTo>
                    <a:pt x="740918" y="684276"/>
                    <a:pt x="741553" y="694436"/>
                    <a:pt x="735584" y="701167"/>
                  </a:cubicBezTo>
                  <a:cubicBezTo>
                    <a:pt x="655574" y="790956"/>
                    <a:pt x="541020" y="842391"/>
                    <a:pt x="421259" y="84239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28"/>
            <p:cNvSpPr/>
            <p:nvPr/>
          </p:nvSpPr>
          <p:spPr>
            <a:xfrm>
              <a:off x="792480" y="63500"/>
              <a:ext cx="259207" cy="971804"/>
            </a:xfrm>
            <a:custGeom>
              <a:rect b="b" l="l" r="r" t="t"/>
              <a:pathLst>
                <a:path extrusionOk="0" h="971804" w="259207">
                  <a:moveTo>
                    <a:pt x="129540" y="32385"/>
                  </a:moveTo>
                  <a:cubicBezTo>
                    <a:pt x="102743" y="32385"/>
                    <a:pt x="80899" y="54229"/>
                    <a:pt x="80899" y="81026"/>
                  </a:cubicBezTo>
                  <a:lnTo>
                    <a:pt x="80899" y="749300"/>
                  </a:lnTo>
                  <a:cubicBezTo>
                    <a:pt x="80899" y="754507"/>
                    <a:pt x="78359" y="759460"/>
                    <a:pt x="74041" y="762508"/>
                  </a:cubicBezTo>
                  <a:cubicBezTo>
                    <a:pt x="47498" y="781177"/>
                    <a:pt x="32385" y="810260"/>
                    <a:pt x="32385" y="842264"/>
                  </a:cubicBezTo>
                  <a:cubicBezTo>
                    <a:pt x="32385" y="895858"/>
                    <a:pt x="75946" y="939419"/>
                    <a:pt x="129540" y="939419"/>
                  </a:cubicBezTo>
                  <a:cubicBezTo>
                    <a:pt x="183134" y="939419"/>
                    <a:pt x="226695" y="895858"/>
                    <a:pt x="226695" y="842264"/>
                  </a:cubicBezTo>
                  <a:cubicBezTo>
                    <a:pt x="226695" y="810260"/>
                    <a:pt x="211455" y="781177"/>
                    <a:pt x="185039" y="762508"/>
                  </a:cubicBezTo>
                  <a:lnTo>
                    <a:pt x="178181" y="754507"/>
                  </a:lnTo>
                  <a:lnTo>
                    <a:pt x="178181" y="81026"/>
                  </a:lnTo>
                  <a:cubicBezTo>
                    <a:pt x="178181" y="54229"/>
                    <a:pt x="156337" y="32385"/>
                    <a:pt x="129540" y="32385"/>
                  </a:cubicBezTo>
                  <a:moveTo>
                    <a:pt x="129540" y="971804"/>
                  </a:moveTo>
                  <a:cubicBezTo>
                    <a:pt x="58039" y="971804"/>
                    <a:pt x="0" y="913638"/>
                    <a:pt x="0" y="842264"/>
                  </a:cubicBezTo>
                  <a:cubicBezTo>
                    <a:pt x="0" y="802386"/>
                    <a:pt x="17653" y="766064"/>
                    <a:pt x="48641" y="741172"/>
                  </a:cubicBezTo>
                  <a:lnTo>
                    <a:pt x="48641" y="81026"/>
                  </a:lnTo>
                  <a:cubicBezTo>
                    <a:pt x="48514" y="36322"/>
                    <a:pt x="84836" y="0"/>
                    <a:pt x="129540" y="0"/>
                  </a:cubicBezTo>
                  <a:cubicBezTo>
                    <a:pt x="174244" y="0"/>
                    <a:pt x="210566" y="36322"/>
                    <a:pt x="210566" y="81026"/>
                  </a:cubicBezTo>
                  <a:lnTo>
                    <a:pt x="210566" y="741172"/>
                  </a:lnTo>
                  <a:cubicBezTo>
                    <a:pt x="241554" y="766064"/>
                    <a:pt x="259207" y="802386"/>
                    <a:pt x="259207" y="842264"/>
                  </a:cubicBezTo>
                  <a:cubicBezTo>
                    <a:pt x="259207" y="913765"/>
                    <a:pt x="201041" y="971804"/>
                    <a:pt x="129667" y="97180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28"/>
            <p:cNvSpPr/>
            <p:nvPr/>
          </p:nvSpPr>
          <p:spPr>
            <a:xfrm>
              <a:off x="938276" y="355092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28"/>
            <p:cNvSpPr/>
            <p:nvPr/>
          </p:nvSpPr>
          <p:spPr>
            <a:xfrm>
              <a:off x="938276" y="257937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28"/>
            <p:cNvSpPr/>
            <p:nvPr/>
          </p:nvSpPr>
          <p:spPr>
            <a:xfrm>
              <a:off x="938276" y="549402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28"/>
            <p:cNvSpPr/>
            <p:nvPr/>
          </p:nvSpPr>
          <p:spPr>
            <a:xfrm>
              <a:off x="938276" y="452247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28"/>
            <p:cNvSpPr/>
            <p:nvPr/>
          </p:nvSpPr>
          <p:spPr>
            <a:xfrm>
              <a:off x="938276" y="743839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28"/>
            <p:cNvSpPr/>
            <p:nvPr/>
          </p:nvSpPr>
          <p:spPr>
            <a:xfrm>
              <a:off x="938276" y="646684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60" name="Google Shape;1960;p28"/>
          <p:cNvSpPr/>
          <p:nvPr/>
        </p:nvSpPr>
        <p:spPr>
          <a:xfrm>
            <a:off x="233877" y="502191"/>
            <a:ext cx="608364" cy="610534"/>
          </a:xfrm>
          <a:custGeom>
            <a:rect b="b" l="l" r="r" t="t"/>
            <a:pathLst>
              <a:path extrusionOk="0" h="939283" w="935944">
                <a:moveTo>
                  <a:pt x="594308" y="304156"/>
                </a:moveTo>
                <a:cubicBezTo>
                  <a:pt x="562304" y="328794"/>
                  <a:pt x="536650" y="358512"/>
                  <a:pt x="515060" y="395850"/>
                </a:cubicBezTo>
                <a:lnTo>
                  <a:pt x="522934" y="395596"/>
                </a:lnTo>
                <a:cubicBezTo>
                  <a:pt x="536523" y="387976"/>
                  <a:pt x="547953" y="381118"/>
                  <a:pt x="559256" y="374387"/>
                </a:cubicBezTo>
                <a:lnTo>
                  <a:pt x="562177" y="372355"/>
                </a:lnTo>
                <a:cubicBezTo>
                  <a:pt x="576147" y="350003"/>
                  <a:pt x="587069" y="328032"/>
                  <a:pt x="594308" y="304156"/>
                </a:cubicBezTo>
                <a:moveTo>
                  <a:pt x="385774" y="620259"/>
                </a:moveTo>
                <a:cubicBezTo>
                  <a:pt x="338784" y="635118"/>
                  <a:pt x="293826" y="676901"/>
                  <a:pt x="284682" y="713477"/>
                </a:cubicBezTo>
                <a:cubicBezTo>
                  <a:pt x="324560" y="689474"/>
                  <a:pt x="357834" y="659121"/>
                  <a:pt x="385774" y="620259"/>
                </a:cubicBezTo>
                <a:moveTo>
                  <a:pt x="626312" y="347209"/>
                </a:moveTo>
                <a:cubicBezTo>
                  <a:pt x="636218" y="344034"/>
                  <a:pt x="646632" y="342891"/>
                  <a:pt x="655522" y="335017"/>
                </a:cubicBezTo>
                <a:cubicBezTo>
                  <a:pt x="675715" y="317110"/>
                  <a:pt x="694257" y="297806"/>
                  <a:pt x="709243" y="275454"/>
                </a:cubicBezTo>
                <a:lnTo>
                  <a:pt x="730452" y="240910"/>
                </a:lnTo>
                <a:cubicBezTo>
                  <a:pt x="729690" y="239894"/>
                  <a:pt x="728928" y="238878"/>
                  <a:pt x="728166" y="237862"/>
                </a:cubicBezTo>
                <a:lnTo>
                  <a:pt x="664031" y="260341"/>
                </a:lnTo>
                <a:cubicBezTo>
                  <a:pt x="654379" y="263643"/>
                  <a:pt x="649934" y="269485"/>
                  <a:pt x="647394" y="279518"/>
                </a:cubicBezTo>
                <a:lnTo>
                  <a:pt x="626312" y="347209"/>
                </a:lnTo>
                <a:moveTo>
                  <a:pt x="325322" y="574666"/>
                </a:moveTo>
                <a:lnTo>
                  <a:pt x="243661" y="575428"/>
                </a:lnTo>
                <a:cubicBezTo>
                  <a:pt x="176605" y="571745"/>
                  <a:pt x="155142" y="570094"/>
                  <a:pt x="98627" y="534026"/>
                </a:cubicBezTo>
                <a:cubicBezTo>
                  <a:pt x="87451" y="526914"/>
                  <a:pt x="84530" y="514341"/>
                  <a:pt x="91007" y="503927"/>
                </a:cubicBezTo>
                <a:cubicBezTo>
                  <a:pt x="97611" y="493386"/>
                  <a:pt x="110311" y="490465"/>
                  <a:pt x="121995" y="497831"/>
                </a:cubicBezTo>
                <a:cubicBezTo>
                  <a:pt x="161238" y="522469"/>
                  <a:pt x="163397" y="519929"/>
                  <a:pt x="209117" y="528057"/>
                </a:cubicBezTo>
                <a:cubicBezTo>
                  <a:pt x="251916" y="535677"/>
                  <a:pt x="294715" y="535042"/>
                  <a:pt x="337387" y="526787"/>
                </a:cubicBezTo>
                <a:lnTo>
                  <a:pt x="340562" y="525771"/>
                </a:lnTo>
                <a:lnTo>
                  <a:pt x="340308" y="518786"/>
                </a:lnTo>
                <a:cubicBezTo>
                  <a:pt x="285444" y="459985"/>
                  <a:pt x="221055" y="423790"/>
                  <a:pt x="144855" y="409820"/>
                </a:cubicBezTo>
                <a:cubicBezTo>
                  <a:pt x="122249" y="405756"/>
                  <a:pt x="45668" y="401819"/>
                  <a:pt x="22681" y="400168"/>
                </a:cubicBezTo>
                <a:lnTo>
                  <a:pt x="5790" y="396485"/>
                </a:lnTo>
                <a:cubicBezTo>
                  <a:pt x="-1957" y="379975"/>
                  <a:pt x="-1195" y="372482"/>
                  <a:pt x="3758" y="365624"/>
                </a:cubicBezTo>
                <a:lnTo>
                  <a:pt x="15569" y="356988"/>
                </a:lnTo>
                <a:cubicBezTo>
                  <a:pt x="86943" y="356353"/>
                  <a:pt x="200354" y="373879"/>
                  <a:pt x="257123" y="402200"/>
                </a:cubicBezTo>
                <a:cubicBezTo>
                  <a:pt x="286968" y="417059"/>
                  <a:pt x="314400" y="435474"/>
                  <a:pt x="339546" y="457445"/>
                </a:cubicBezTo>
                <a:lnTo>
                  <a:pt x="343483" y="460493"/>
                </a:lnTo>
                <a:lnTo>
                  <a:pt x="353135" y="448936"/>
                </a:lnTo>
                <a:cubicBezTo>
                  <a:pt x="331037" y="426203"/>
                  <a:pt x="318083" y="415408"/>
                  <a:pt x="302335" y="407153"/>
                </a:cubicBezTo>
                <a:lnTo>
                  <a:pt x="253440" y="376165"/>
                </a:lnTo>
                <a:cubicBezTo>
                  <a:pt x="234263" y="366513"/>
                  <a:pt x="214070" y="357750"/>
                  <a:pt x="193369" y="353051"/>
                </a:cubicBezTo>
                <a:lnTo>
                  <a:pt x="115518" y="343399"/>
                </a:lnTo>
                <a:cubicBezTo>
                  <a:pt x="101421" y="342002"/>
                  <a:pt x="92150" y="335525"/>
                  <a:pt x="91134" y="323714"/>
                </a:cubicBezTo>
                <a:cubicBezTo>
                  <a:pt x="89864" y="310633"/>
                  <a:pt x="99008" y="299584"/>
                  <a:pt x="112724" y="300219"/>
                </a:cubicBezTo>
                <a:lnTo>
                  <a:pt x="176478" y="304791"/>
                </a:lnTo>
                <a:cubicBezTo>
                  <a:pt x="179018" y="304918"/>
                  <a:pt x="181558" y="305426"/>
                  <a:pt x="185495" y="305807"/>
                </a:cubicBezTo>
                <a:lnTo>
                  <a:pt x="183082" y="301235"/>
                </a:lnTo>
                <a:cubicBezTo>
                  <a:pt x="171144" y="279264"/>
                  <a:pt x="136219" y="207890"/>
                  <a:pt x="125932" y="187316"/>
                </a:cubicBezTo>
                <a:cubicBezTo>
                  <a:pt x="118566" y="172457"/>
                  <a:pt x="123011" y="159630"/>
                  <a:pt x="135584" y="154550"/>
                </a:cubicBezTo>
                <a:cubicBezTo>
                  <a:pt x="147903" y="149597"/>
                  <a:pt x="159079" y="155312"/>
                  <a:pt x="165429" y="170171"/>
                </a:cubicBezTo>
                <a:cubicBezTo>
                  <a:pt x="178383" y="200397"/>
                  <a:pt x="218769" y="279391"/>
                  <a:pt x="240613" y="304029"/>
                </a:cubicBezTo>
                <a:cubicBezTo>
                  <a:pt x="254837" y="320031"/>
                  <a:pt x="269950" y="334509"/>
                  <a:pt x="289762" y="344161"/>
                </a:cubicBezTo>
                <a:lnTo>
                  <a:pt x="331164" y="370704"/>
                </a:lnTo>
                <a:cubicBezTo>
                  <a:pt x="350468" y="385436"/>
                  <a:pt x="373074" y="390897"/>
                  <a:pt x="395680" y="396358"/>
                </a:cubicBezTo>
                <a:lnTo>
                  <a:pt x="406983" y="391786"/>
                </a:lnTo>
                <a:cubicBezTo>
                  <a:pt x="420445" y="388230"/>
                  <a:pt x="421715" y="383277"/>
                  <a:pt x="422985" y="376546"/>
                </a:cubicBezTo>
                <a:cubicBezTo>
                  <a:pt x="425271" y="364608"/>
                  <a:pt x="423620" y="353813"/>
                  <a:pt x="420064" y="342129"/>
                </a:cubicBezTo>
                <a:lnTo>
                  <a:pt x="401522" y="266818"/>
                </a:lnTo>
                <a:cubicBezTo>
                  <a:pt x="400633" y="263008"/>
                  <a:pt x="399490" y="258944"/>
                  <a:pt x="397458" y="255642"/>
                </a:cubicBezTo>
                <a:cubicBezTo>
                  <a:pt x="373709" y="217034"/>
                  <a:pt x="343229" y="184649"/>
                  <a:pt x="306526" y="158233"/>
                </a:cubicBezTo>
                <a:lnTo>
                  <a:pt x="297509" y="150740"/>
                </a:lnTo>
                <a:cubicBezTo>
                  <a:pt x="290143" y="137659"/>
                  <a:pt x="293064" y="127118"/>
                  <a:pt x="300430" y="120895"/>
                </a:cubicBezTo>
                <a:cubicBezTo>
                  <a:pt x="307796" y="114672"/>
                  <a:pt x="318591" y="113402"/>
                  <a:pt x="326846" y="120006"/>
                </a:cubicBezTo>
                <a:lnTo>
                  <a:pt x="387298" y="171568"/>
                </a:lnTo>
                <a:cubicBezTo>
                  <a:pt x="391997" y="175632"/>
                  <a:pt x="395934" y="180712"/>
                  <a:pt x="400887" y="186173"/>
                </a:cubicBezTo>
                <a:lnTo>
                  <a:pt x="408380" y="148200"/>
                </a:lnTo>
                <a:cubicBezTo>
                  <a:pt x="412317" y="133214"/>
                  <a:pt x="446099" y="30217"/>
                  <a:pt x="451306" y="15612"/>
                </a:cubicBezTo>
                <a:cubicBezTo>
                  <a:pt x="455751" y="2658"/>
                  <a:pt x="467562" y="-2803"/>
                  <a:pt x="479373" y="1388"/>
                </a:cubicBezTo>
                <a:cubicBezTo>
                  <a:pt x="490930" y="5579"/>
                  <a:pt x="496264" y="17644"/>
                  <a:pt x="491438" y="30725"/>
                </a:cubicBezTo>
                <a:cubicBezTo>
                  <a:pt x="478484" y="66285"/>
                  <a:pt x="442543" y="190872"/>
                  <a:pt x="442416" y="228845"/>
                </a:cubicBezTo>
                <a:cubicBezTo>
                  <a:pt x="442289" y="243069"/>
                  <a:pt x="445337" y="255515"/>
                  <a:pt x="454354" y="267580"/>
                </a:cubicBezTo>
                <a:lnTo>
                  <a:pt x="457148" y="262119"/>
                </a:lnTo>
                <a:cubicBezTo>
                  <a:pt x="486104" y="203064"/>
                  <a:pt x="491565" y="184903"/>
                  <a:pt x="541730" y="147057"/>
                </a:cubicBezTo>
                <a:lnTo>
                  <a:pt x="557224" y="139437"/>
                </a:lnTo>
                <a:cubicBezTo>
                  <a:pt x="573480" y="147057"/>
                  <a:pt x="577544" y="153153"/>
                  <a:pt x="578179" y="161154"/>
                </a:cubicBezTo>
                <a:lnTo>
                  <a:pt x="574242" y="176902"/>
                </a:lnTo>
                <a:cubicBezTo>
                  <a:pt x="534364" y="206747"/>
                  <a:pt x="540587" y="207255"/>
                  <a:pt x="518362" y="241418"/>
                </a:cubicBezTo>
                <a:cubicBezTo>
                  <a:pt x="502741" y="265421"/>
                  <a:pt x="490422" y="291075"/>
                  <a:pt x="480770" y="318126"/>
                </a:cubicBezTo>
                <a:lnTo>
                  <a:pt x="477214" y="334128"/>
                </a:lnTo>
                <a:cubicBezTo>
                  <a:pt x="481786" y="348352"/>
                  <a:pt x="482802" y="354448"/>
                  <a:pt x="484326" y="361052"/>
                </a:cubicBezTo>
                <a:lnTo>
                  <a:pt x="514679" y="321047"/>
                </a:lnTo>
                <a:cubicBezTo>
                  <a:pt x="540333" y="289805"/>
                  <a:pt x="570686" y="263643"/>
                  <a:pt x="605357" y="242815"/>
                </a:cubicBezTo>
                <a:lnTo>
                  <a:pt x="613104" y="236719"/>
                </a:lnTo>
                <a:cubicBezTo>
                  <a:pt x="613485" y="207128"/>
                  <a:pt x="614247" y="139564"/>
                  <a:pt x="614882" y="116069"/>
                </a:cubicBezTo>
                <a:lnTo>
                  <a:pt x="614501" y="111497"/>
                </a:lnTo>
                <a:cubicBezTo>
                  <a:pt x="614120" y="95622"/>
                  <a:pt x="622756" y="85716"/>
                  <a:pt x="635075" y="85208"/>
                </a:cubicBezTo>
                <a:cubicBezTo>
                  <a:pt x="647013" y="84700"/>
                  <a:pt x="656919" y="93590"/>
                  <a:pt x="657554" y="106671"/>
                </a:cubicBezTo>
                <a:cubicBezTo>
                  <a:pt x="658316" y="126483"/>
                  <a:pt x="658316" y="190237"/>
                  <a:pt x="658570" y="210176"/>
                </a:cubicBezTo>
                <a:lnTo>
                  <a:pt x="658570" y="212970"/>
                </a:lnTo>
                <a:lnTo>
                  <a:pt x="666952" y="212462"/>
                </a:lnTo>
                <a:cubicBezTo>
                  <a:pt x="687780" y="206366"/>
                  <a:pt x="704544" y="201159"/>
                  <a:pt x="721689" y="196968"/>
                </a:cubicBezTo>
                <a:cubicBezTo>
                  <a:pt x="743406" y="191761"/>
                  <a:pt x="755725" y="204842"/>
                  <a:pt x="750391" y="227194"/>
                </a:cubicBezTo>
                <a:lnTo>
                  <a:pt x="754201" y="228210"/>
                </a:lnTo>
                <a:cubicBezTo>
                  <a:pt x="770330" y="233544"/>
                  <a:pt x="776553" y="247133"/>
                  <a:pt x="768679" y="260595"/>
                </a:cubicBezTo>
                <a:lnTo>
                  <a:pt x="730452" y="320158"/>
                </a:lnTo>
                <a:cubicBezTo>
                  <a:pt x="728166" y="323714"/>
                  <a:pt x="725118" y="326889"/>
                  <a:pt x="721308" y="331461"/>
                </a:cubicBezTo>
                <a:lnTo>
                  <a:pt x="727912" y="331842"/>
                </a:lnTo>
                <a:cubicBezTo>
                  <a:pt x="760043" y="331969"/>
                  <a:pt x="757757" y="329810"/>
                  <a:pt x="786586" y="336668"/>
                </a:cubicBezTo>
                <a:cubicBezTo>
                  <a:pt x="800683" y="339970"/>
                  <a:pt x="808049" y="350511"/>
                  <a:pt x="805255" y="362957"/>
                </a:cubicBezTo>
                <a:cubicBezTo>
                  <a:pt x="802461" y="375403"/>
                  <a:pt x="791412" y="382007"/>
                  <a:pt x="777188" y="378832"/>
                </a:cubicBezTo>
                <a:cubicBezTo>
                  <a:pt x="731595" y="368672"/>
                  <a:pt x="717244" y="372101"/>
                  <a:pt x="671270" y="381245"/>
                </a:cubicBezTo>
                <a:lnTo>
                  <a:pt x="663142" y="384039"/>
                </a:lnTo>
                <a:cubicBezTo>
                  <a:pt x="635329" y="403089"/>
                  <a:pt x="609421" y="416678"/>
                  <a:pt x="581735" y="427092"/>
                </a:cubicBezTo>
                <a:lnTo>
                  <a:pt x="572591" y="432807"/>
                </a:lnTo>
                <a:lnTo>
                  <a:pt x="567257" y="442840"/>
                </a:lnTo>
                <a:cubicBezTo>
                  <a:pt x="570051" y="451857"/>
                  <a:pt x="574242" y="457572"/>
                  <a:pt x="575131" y="463922"/>
                </a:cubicBezTo>
                <a:cubicBezTo>
                  <a:pt x="576782" y="474463"/>
                  <a:pt x="583513" y="479416"/>
                  <a:pt x="591895" y="483988"/>
                </a:cubicBezTo>
                <a:cubicBezTo>
                  <a:pt x="670254" y="527549"/>
                  <a:pt x="815161" y="520691"/>
                  <a:pt x="900378" y="493132"/>
                </a:cubicBezTo>
                <a:lnTo>
                  <a:pt x="904696" y="491608"/>
                </a:lnTo>
                <a:cubicBezTo>
                  <a:pt x="919428" y="487290"/>
                  <a:pt x="930985" y="492878"/>
                  <a:pt x="934795" y="504435"/>
                </a:cubicBezTo>
                <a:cubicBezTo>
                  <a:pt x="938478" y="515611"/>
                  <a:pt x="933144" y="527549"/>
                  <a:pt x="921079" y="531359"/>
                </a:cubicBezTo>
                <a:lnTo>
                  <a:pt x="865326" y="546599"/>
                </a:lnTo>
                <a:cubicBezTo>
                  <a:pt x="855293" y="549012"/>
                  <a:pt x="782014" y="564633"/>
                  <a:pt x="770203" y="566411"/>
                </a:cubicBezTo>
                <a:lnTo>
                  <a:pt x="775410" y="570602"/>
                </a:lnTo>
                <a:cubicBezTo>
                  <a:pt x="794206" y="587747"/>
                  <a:pt x="811351" y="602733"/>
                  <a:pt x="827607" y="618735"/>
                </a:cubicBezTo>
                <a:cubicBezTo>
                  <a:pt x="839037" y="630038"/>
                  <a:pt x="838910" y="643246"/>
                  <a:pt x="829131" y="652263"/>
                </a:cubicBezTo>
                <a:cubicBezTo>
                  <a:pt x="819352" y="661280"/>
                  <a:pt x="806525" y="659756"/>
                  <a:pt x="795730" y="647818"/>
                </a:cubicBezTo>
                <a:cubicBezTo>
                  <a:pt x="747470" y="594859"/>
                  <a:pt x="688161" y="561712"/>
                  <a:pt x="617676" y="548631"/>
                </a:cubicBezTo>
                <a:lnTo>
                  <a:pt x="580846" y="544186"/>
                </a:lnTo>
                <a:cubicBezTo>
                  <a:pt x="573988" y="543297"/>
                  <a:pt x="570559" y="545710"/>
                  <a:pt x="569924" y="552949"/>
                </a:cubicBezTo>
                <a:lnTo>
                  <a:pt x="616787" y="563109"/>
                </a:lnTo>
                <a:cubicBezTo>
                  <a:pt x="694003" y="583175"/>
                  <a:pt x="813383" y="677663"/>
                  <a:pt x="866596" y="736972"/>
                </a:cubicBezTo>
                <a:cubicBezTo>
                  <a:pt x="876121" y="747513"/>
                  <a:pt x="875994" y="760848"/>
                  <a:pt x="866596" y="769357"/>
                </a:cubicBezTo>
                <a:cubicBezTo>
                  <a:pt x="857071" y="777993"/>
                  <a:pt x="844371" y="776977"/>
                  <a:pt x="834465" y="765928"/>
                </a:cubicBezTo>
                <a:cubicBezTo>
                  <a:pt x="795984" y="723002"/>
                  <a:pt x="695781" y="637023"/>
                  <a:pt x="641933" y="616449"/>
                </a:cubicBezTo>
                <a:cubicBezTo>
                  <a:pt x="611580" y="604892"/>
                  <a:pt x="580084" y="598034"/>
                  <a:pt x="547826" y="594732"/>
                </a:cubicBezTo>
                <a:lnTo>
                  <a:pt x="533856" y="594732"/>
                </a:lnTo>
                <a:cubicBezTo>
                  <a:pt x="523442" y="603622"/>
                  <a:pt x="518108" y="606035"/>
                  <a:pt x="512901" y="609210"/>
                </a:cubicBezTo>
                <a:cubicBezTo>
                  <a:pt x="533348" y="642865"/>
                  <a:pt x="558494" y="671948"/>
                  <a:pt x="588593" y="696713"/>
                </a:cubicBezTo>
                <a:cubicBezTo>
                  <a:pt x="626820" y="728082"/>
                  <a:pt x="654633" y="741163"/>
                  <a:pt x="702131" y="754752"/>
                </a:cubicBezTo>
                <a:cubicBezTo>
                  <a:pt x="716736" y="758943"/>
                  <a:pt x="723594" y="770246"/>
                  <a:pt x="719657" y="782565"/>
                </a:cubicBezTo>
                <a:cubicBezTo>
                  <a:pt x="715720" y="794884"/>
                  <a:pt x="704417" y="800218"/>
                  <a:pt x="690320" y="796281"/>
                </a:cubicBezTo>
                <a:cubicBezTo>
                  <a:pt x="654887" y="786375"/>
                  <a:pt x="636599" y="780914"/>
                  <a:pt x="605103" y="761610"/>
                </a:cubicBezTo>
                <a:cubicBezTo>
                  <a:pt x="562304" y="735321"/>
                  <a:pt x="525982" y="701920"/>
                  <a:pt x="496010" y="661661"/>
                </a:cubicBezTo>
                <a:lnTo>
                  <a:pt x="493851" y="658994"/>
                </a:lnTo>
                <a:lnTo>
                  <a:pt x="496518" y="672837"/>
                </a:lnTo>
                <a:cubicBezTo>
                  <a:pt x="528141" y="745227"/>
                  <a:pt x="623264" y="846065"/>
                  <a:pt x="684732" y="882006"/>
                </a:cubicBezTo>
                <a:lnTo>
                  <a:pt x="686764" y="883149"/>
                </a:lnTo>
                <a:cubicBezTo>
                  <a:pt x="700353" y="891277"/>
                  <a:pt x="704290" y="903215"/>
                  <a:pt x="697940" y="914391"/>
                </a:cubicBezTo>
                <a:cubicBezTo>
                  <a:pt x="691590" y="925567"/>
                  <a:pt x="678763" y="929123"/>
                  <a:pt x="666444" y="921249"/>
                </a:cubicBezTo>
                <a:lnTo>
                  <a:pt x="611707" y="883403"/>
                </a:lnTo>
                <a:cubicBezTo>
                  <a:pt x="577544" y="856098"/>
                  <a:pt x="500201" y="772405"/>
                  <a:pt x="478357" y="734559"/>
                </a:cubicBezTo>
                <a:lnTo>
                  <a:pt x="476325" y="731384"/>
                </a:lnTo>
                <a:cubicBezTo>
                  <a:pt x="474166" y="742306"/>
                  <a:pt x="474420" y="754498"/>
                  <a:pt x="474039" y="766817"/>
                </a:cubicBezTo>
                <a:cubicBezTo>
                  <a:pt x="472769" y="811394"/>
                  <a:pt x="463752" y="854320"/>
                  <a:pt x="447623" y="895849"/>
                </a:cubicBezTo>
                <a:cubicBezTo>
                  <a:pt x="442670" y="908549"/>
                  <a:pt x="430478" y="913883"/>
                  <a:pt x="418921" y="909311"/>
                </a:cubicBezTo>
                <a:cubicBezTo>
                  <a:pt x="407872" y="904866"/>
                  <a:pt x="403046" y="893055"/>
                  <a:pt x="407237" y="880482"/>
                </a:cubicBezTo>
                <a:lnTo>
                  <a:pt x="410031" y="872862"/>
                </a:lnTo>
                <a:cubicBezTo>
                  <a:pt x="412571" y="865242"/>
                  <a:pt x="413714" y="861432"/>
                  <a:pt x="415746" y="855209"/>
                </a:cubicBezTo>
                <a:cubicBezTo>
                  <a:pt x="404697" y="869179"/>
                  <a:pt x="359485" y="916804"/>
                  <a:pt x="349833" y="928742"/>
                </a:cubicBezTo>
                <a:lnTo>
                  <a:pt x="337514" y="939283"/>
                </a:lnTo>
                <a:cubicBezTo>
                  <a:pt x="311479" y="934965"/>
                  <a:pt x="305256" y="916423"/>
                  <a:pt x="315797" y="901818"/>
                </a:cubicBezTo>
                <a:cubicBezTo>
                  <a:pt x="329894" y="882514"/>
                  <a:pt x="380186" y="827777"/>
                  <a:pt x="392505" y="807457"/>
                </a:cubicBezTo>
                <a:cubicBezTo>
                  <a:pt x="410158" y="777993"/>
                  <a:pt x="421842" y="745735"/>
                  <a:pt x="425906" y="711699"/>
                </a:cubicBezTo>
                <a:cubicBezTo>
                  <a:pt x="427684" y="696586"/>
                  <a:pt x="422096" y="680584"/>
                  <a:pt x="419556" y="664963"/>
                </a:cubicBezTo>
                <a:lnTo>
                  <a:pt x="417397" y="657851"/>
                </a:lnTo>
                <a:lnTo>
                  <a:pt x="412190" y="657343"/>
                </a:lnTo>
                <a:cubicBezTo>
                  <a:pt x="371931" y="708397"/>
                  <a:pt x="323925" y="745989"/>
                  <a:pt x="266648" y="771389"/>
                </a:cubicBezTo>
                <a:lnTo>
                  <a:pt x="257758" y="776596"/>
                </a:lnTo>
                <a:cubicBezTo>
                  <a:pt x="254583" y="797424"/>
                  <a:pt x="251789" y="811902"/>
                  <a:pt x="248868" y="826253"/>
                </a:cubicBezTo>
                <a:cubicBezTo>
                  <a:pt x="246328" y="838699"/>
                  <a:pt x="234898" y="846192"/>
                  <a:pt x="223214" y="843525"/>
                </a:cubicBezTo>
                <a:cubicBezTo>
                  <a:pt x="212546" y="841112"/>
                  <a:pt x="205688" y="831968"/>
                  <a:pt x="206577" y="820411"/>
                </a:cubicBezTo>
                <a:lnTo>
                  <a:pt x="210260" y="791201"/>
                </a:lnTo>
                <a:cubicBezTo>
                  <a:pt x="204926" y="793106"/>
                  <a:pt x="200100" y="794249"/>
                  <a:pt x="195782" y="796535"/>
                </a:cubicBezTo>
                <a:cubicBezTo>
                  <a:pt x="184225" y="802377"/>
                  <a:pt x="172668" y="799583"/>
                  <a:pt x="164667" y="788407"/>
                </a:cubicBezTo>
                <a:cubicBezTo>
                  <a:pt x="157936" y="779136"/>
                  <a:pt x="159206" y="767960"/>
                  <a:pt x="167715" y="759451"/>
                </a:cubicBezTo>
                <a:lnTo>
                  <a:pt x="172160" y="754879"/>
                </a:lnTo>
                <a:cubicBezTo>
                  <a:pt x="196163" y="712334"/>
                  <a:pt x="224357" y="677282"/>
                  <a:pt x="259028" y="647310"/>
                </a:cubicBezTo>
                <a:lnTo>
                  <a:pt x="261695" y="646167"/>
                </a:lnTo>
                <a:lnTo>
                  <a:pt x="261314" y="643373"/>
                </a:lnTo>
                <a:lnTo>
                  <a:pt x="219023" y="648961"/>
                </a:lnTo>
                <a:cubicBezTo>
                  <a:pt x="167207" y="653914"/>
                  <a:pt x="85292" y="648326"/>
                  <a:pt x="35889" y="631435"/>
                </a:cubicBezTo>
                <a:cubicBezTo>
                  <a:pt x="23189" y="627117"/>
                  <a:pt x="17093" y="615941"/>
                  <a:pt x="20649" y="604511"/>
                </a:cubicBezTo>
                <a:cubicBezTo>
                  <a:pt x="24459" y="592192"/>
                  <a:pt x="36270" y="586350"/>
                  <a:pt x="49859" y="590795"/>
                </a:cubicBezTo>
                <a:cubicBezTo>
                  <a:pt x="90118" y="604130"/>
                  <a:pt x="162508" y="609464"/>
                  <a:pt x="204799" y="606924"/>
                </a:cubicBezTo>
                <a:cubicBezTo>
                  <a:pt x="246201" y="604384"/>
                  <a:pt x="285444" y="593970"/>
                  <a:pt x="322909" y="576190"/>
                </a:cubicBezTo>
                <a:lnTo>
                  <a:pt x="325703" y="574412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61" name="Google Shape;1961;p28"/>
          <p:cNvGrpSpPr/>
          <p:nvPr/>
        </p:nvGrpSpPr>
        <p:grpSpPr>
          <a:xfrm>
            <a:off x="178004" y="7762777"/>
            <a:ext cx="720087" cy="727028"/>
            <a:chOff x="63500" y="63500"/>
            <a:chExt cx="1106805" cy="1117473"/>
          </a:xfrm>
        </p:grpSpPr>
        <p:sp>
          <p:nvSpPr>
            <p:cNvPr id="1962" name="Google Shape;1962;p28"/>
            <p:cNvSpPr/>
            <p:nvPr/>
          </p:nvSpPr>
          <p:spPr>
            <a:xfrm>
              <a:off x="452417" y="519747"/>
              <a:ext cx="530803" cy="322500"/>
            </a:xfrm>
            <a:custGeom>
              <a:rect b="b" l="l" r="r" t="t"/>
              <a:pathLst>
                <a:path extrusionOk="0" h="322500" w="530803">
                  <a:moveTo>
                    <a:pt x="300693" y="277051"/>
                  </a:moveTo>
                  <a:cubicBezTo>
                    <a:pt x="338031" y="274765"/>
                    <a:pt x="374099" y="269558"/>
                    <a:pt x="406738" y="250635"/>
                  </a:cubicBezTo>
                  <a:cubicBezTo>
                    <a:pt x="451950" y="224473"/>
                    <a:pt x="478747" y="185357"/>
                    <a:pt x="487637" y="133922"/>
                  </a:cubicBezTo>
                  <a:lnTo>
                    <a:pt x="488653" y="127064"/>
                  </a:lnTo>
                  <a:cubicBezTo>
                    <a:pt x="491828" y="110046"/>
                    <a:pt x="500845" y="103061"/>
                    <a:pt x="513418" y="104839"/>
                  </a:cubicBezTo>
                  <a:cubicBezTo>
                    <a:pt x="526372" y="106617"/>
                    <a:pt x="532087" y="114999"/>
                    <a:pt x="530563" y="129731"/>
                  </a:cubicBezTo>
                  <a:cubicBezTo>
                    <a:pt x="520657" y="223330"/>
                    <a:pt x="456014" y="297117"/>
                    <a:pt x="363304" y="316167"/>
                  </a:cubicBezTo>
                  <a:cubicBezTo>
                    <a:pt x="285961" y="332169"/>
                    <a:pt x="212555" y="317183"/>
                    <a:pt x="144229" y="278702"/>
                  </a:cubicBezTo>
                  <a:cubicBezTo>
                    <a:pt x="94191" y="250508"/>
                    <a:pt x="51138" y="214186"/>
                    <a:pt x="22817" y="162878"/>
                  </a:cubicBezTo>
                  <a:cubicBezTo>
                    <a:pt x="11768" y="142812"/>
                    <a:pt x="1608" y="121984"/>
                    <a:pt x="211" y="98489"/>
                  </a:cubicBezTo>
                  <a:cubicBezTo>
                    <a:pt x="-1948" y="59881"/>
                    <a:pt x="12403" y="29020"/>
                    <a:pt x="47455" y="10732"/>
                  </a:cubicBezTo>
                  <a:cubicBezTo>
                    <a:pt x="82634" y="-7683"/>
                    <a:pt x="115781" y="-1587"/>
                    <a:pt x="146134" y="22797"/>
                  </a:cubicBezTo>
                  <a:lnTo>
                    <a:pt x="170391" y="44260"/>
                  </a:lnTo>
                  <a:cubicBezTo>
                    <a:pt x="180932" y="55055"/>
                    <a:pt x="179789" y="65469"/>
                    <a:pt x="167978" y="76518"/>
                  </a:cubicBezTo>
                  <a:cubicBezTo>
                    <a:pt x="158072" y="85789"/>
                    <a:pt x="149817" y="85281"/>
                    <a:pt x="139149" y="74359"/>
                  </a:cubicBezTo>
                  <a:lnTo>
                    <a:pt x="120734" y="55055"/>
                  </a:lnTo>
                  <a:cubicBezTo>
                    <a:pt x="104097" y="40577"/>
                    <a:pt x="85301" y="37783"/>
                    <a:pt x="69807" y="46673"/>
                  </a:cubicBezTo>
                  <a:cubicBezTo>
                    <a:pt x="50503" y="57722"/>
                    <a:pt x="41232" y="77407"/>
                    <a:pt x="45042" y="99124"/>
                  </a:cubicBezTo>
                  <a:cubicBezTo>
                    <a:pt x="49487" y="123635"/>
                    <a:pt x="61044" y="144717"/>
                    <a:pt x="77046" y="163132"/>
                  </a:cubicBezTo>
                  <a:cubicBezTo>
                    <a:pt x="119972" y="212789"/>
                    <a:pt x="170391" y="251651"/>
                    <a:pt x="235542" y="267145"/>
                  </a:cubicBezTo>
                  <a:lnTo>
                    <a:pt x="300439" y="27705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28"/>
            <p:cNvSpPr/>
            <p:nvPr/>
          </p:nvSpPr>
          <p:spPr>
            <a:xfrm>
              <a:off x="277098" y="401210"/>
              <a:ext cx="478944" cy="315717"/>
            </a:xfrm>
            <a:custGeom>
              <a:rect b="b" l="l" r="r" t="t"/>
              <a:pathLst>
                <a:path extrusionOk="0" h="315717" w="478944">
                  <a:moveTo>
                    <a:pt x="178959" y="42020"/>
                  </a:moveTo>
                  <a:cubicBezTo>
                    <a:pt x="134890" y="42147"/>
                    <a:pt x="93996" y="51418"/>
                    <a:pt x="58817" y="79104"/>
                  </a:cubicBezTo>
                  <a:lnTo>
                    <a:pt x="38370" y="97773"/>
                  </a:lnTo>
                  <a:cubicBezTo>
                    <a:pt x="26813" y="108314"/>
                    <a:pt x="16780" y="108695"/>
                    <a:pt x="7382" y="99297"/>
                  </a:cubicBezTo>
                  <a:cubicBezTo>
                    <a:pt x="-2397" y="89518"/>
                    <a:pt x="-2651" y="79485"/>
                    <a:pt x="7763" y="68182"/>
                  </a:cubicBezTo>
                  <a:cubicBezTo>
                    <a:pt x="43196" y="30082"/>
                    <a:pt x="86757" y="6333"/>
                    <a:pt x="138446" y="1634"/>
                  </a:cubicBezTo>
                  <a:cubicBezTo>
                    <a:pt x="257191" y="-9161"/>
                    <a:pt x="354600" y="33765"/>
                    <a:pt x="431816" y="123554"/>
                  </a:cubicBezTo>
                  <a:cubicBezTo>
                    <a:pt x="452009" y="147049"/>
                    <a:pt x="469281" y="172322"/>
                    <a:pt x="476520" y="203564"/>
                  </a:cubicBezTo>
                  <a:cubicBezTo>
                    <a:pt x="485283" y="241410"/>
                    <a:pt x="469662" y="285352"/>
                    <a:pt x="439690" y="303894"/>
                  </a:cubicBezTo>
                  <a:cubicBezTo>
                    <a:pt x="408702" y="323071"/>
                    <a:pt x="361204" y="318499"/>
                    <a:pt x="331486" y="293226"/>
                  </a:cubicBezTo>
                  <a:lnTo>
                    <a:pt x="310404" y="272652"/>
                  </a:lnTo>
                  <a:cubicBezTo>
                    <a:pt x="299355" y="259444"/>
                    <a:pt x="304308" y="242680"/>
                    <a:pt x="320564" y="236330"/>
                  </a:cubicBezTo>
                  <a:lnTo>
                    <a:pt x="334788" y="236711"/>
                  </a:lnTo>
                  <a:cubicBezTo>
                    <a:pt x="348250" y="249411"/>
                    <a:pt x="355489" y="257539"/>
                    <a:pt x="363998" y="264016"/>
                  </a:cubicBezTo>
                  <a:cubicBezTo>
                    <a:pt x="378349" y="274938"/>
                    <a:pt x="394224" y="278494"/>
                    <a:pt x="411369" y="269985"/>
                  </a:cubicBezTo>
                  <a:cubicBezTo>
                    <a:pt x="428768" y="261349"/>
                    <a:pt x="435245" y="246871"/>
                    <a:pt x="436134" y="228075"/>
                  </a:cubicBezTo>
                  <a:cubicBezTo>
                    <a:pt x="436896" y="212073"/>
                    <a:pt x="433086" y="197595"/>
                    <a:pt x="424577" y="184514"/>
                  </a:cubicBezTo>
                  <a:cubicBezTo>
                    <a:pt x="366538" y="95995"/>
                    <a:pt x="286528" y="45068"/>
                    <a:pt x="179086" y="417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28"/>
            <p:cNvSpPr/>
            <p:nvPr/>
          </p:nvSpPr>
          <p:spPr>
            <a:xfrm>
              <a:off x="325981" y="253551"/>
              <a:ext cx="447026" cy="241876"/>
            </a:xfrm>
            <a:custGeom>
              <a:rect b="b" l="l" r="r" t="t"/>
              <a:pathLst>
                <a:path extrusionOk="0" h="241876" w="447026">
                  <a:moveTo>
                    <a:pt x="98072" y="40962"/>
                  </a:moveTo>
                  <a:lnTo>
                    <a:pt x="39652" y="52138"/>
                  </a:lnTo>
                  <a:cubicBezTo>
                    <a:pt x="34953" y="53027"/>
                    <a:pt x="30508" y="54932"/>
                    <a:pt x="25936" y="55948"/>
                  </a:cubicBezTo>
                  <a:cubicBezTo>
                    <a:pt x="13236" y="58615"/>
                    <a:pt x="5743" y="54551"/>
                    <a:pt x="1806" y="43375"/>
                  </a:cubicBezTo>
                  <a:cubicBezTo>
                    <a:pt x="-2385" y="31564"/>
                    <a:pt x="536" y="21277"/>
                    <a:pt x="12474" y="17594"/>
                  </a:cubicBezTo>
                  <a:lnTo>
                    <a:pt x="77117" y="2227"/>
                  </a:lnTo>
                  <a:cubicBezTo>
                    <a:pt x="140236" y="-6663"/>
                    <a:pt x="198021" y="12133"/>
                    <a:pt x="253647" y="39692"/>
                  </a:cubicBezTo>
                  <a:cubicBezTo>
                    <a:pt x="327053" y="76014"/>
                    <a:pt x="390045" y="125036"/>
                    <a:pt x="436019" y="193870"/>
                  </a:cubicBezTo>
                  <a:lnTo>
                    <a:pt x="443766" y="206316"/>
                  </a:lnTo>
                  <a:cubicBezTo>
                    <a:pt x="449735" y="221683"/>
                    <a:pt x="447068" y="229303"/>
                    <a:pt x="439321" y="234764"/>
                  </a:cubicBezTo>
                  <a:lnTo>
                    <a:pt x="423192" y="241876"/>
                  </a:lnTo>
                  <a:cubicBezTo>
                    <a:pt x="410111" y="230954"/>
                    <a:pt x="405412" y="225112"/>
                    <a:pt x="401348" y="219143"/>
                  </a:cubicBezTo>
                  <a:cubicBezTo>
                    <a:pt x="340769" y="129862"/>
                    <a:pt x="256187" y="75379"/>
                    <a:pt x="152809" y="48963"/>
                  </a:cubicBezTo>
                  <a:lnTo>
                    <a:pt x="98072" y="4096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28"/>
            <p:cNvSpPr/>
            <p:nvPr/>
          </p:nvSpPr>
          <p:spPr>
            <a:xfrm>
              <a:off x="432969" y="743106"/>
              <a:ext cx="446193" cy="239366"/>
            </a:xfrm>
            <a:custGeom>
              <a:rect b="b" l="l" r="r" t="t"/>
              <a:pathLst>
                <a:path extrusionOk="0" h="239366" w="446193">
                  <a:moveTo>
                    <a:pt x="348081" y="239366"/>
                  </a:moveTo>
                  <a:cubicBezTo>
                    <a:pt x="272389" y="237842"/>
                    <a:pt x="205206" y="214601"/>
                    <a:pt x="143738" y="174342"/>
                  </a:cubicBezTo>
                  <a:cubicBezTo>
                    <a:pt x="90525" y="139544"/>
                    <a:pt x="43281" y="98269"/>
                    <a:pt x="9118" y="43659"/>
                  </a:cubicBezTo>
                  <a:lnTo>
                    <a:pt x="3530" y="34261"/>
                  </a:lnTo>
                  <a:cubicBezTo>
                    <a:pt x="-3074" y="17497"/>
                    <a:pt x="-153" y="8988"/>
                    <a:pt x="10134" y="3400"/>
                  </a:cubicBezTo>
                  <a:cubicBezTo>
                    <a:pt x="20675" y="-2442"/>
                    <a:pt x="29057" y="-918"/>
                    <a:pt x="36804" y="9242"/>
                  </a:cubicBezTo>
                  <a:lnTo>
                    <a:pt x="79349" y="65503"/>
                  </a:lnTo>
                  <a:cubicBezTo>
                    <a:pt x="139928" y="131289"/>
                    <a:pt x="213080" y="176755"/>
                    <a:pt x="301472" y="195170"/>
                  </a:cubicBezTo>
                  <a:cubicBezTo>
                    <a:pt x="330301" y="201139"/>
                    <a:pt x="359003" y="198853"/>
                    <a:pt x="387705" y="193392"/>
                  </a:cubicBezTo>
                  <a:lnTo>
                    <a:pt x="422630" y="188820"/>
                  </a:lnTo>
                  <a:cubicBezTo>
                    <a:pt x="436473" y="188312"/>
                    <a:pt x="444474" y="194281"/>
                    <a:pt x="445871" y="203806"/>
                  </a:cubicBezTo>
                  <a:cubicBezTo>
                    <a:pt x="447649" y="214601"/>
                    <a:pt x="442061" y="224888"/>
                    <a:pt x="429107" y="228190"/>
                  </a:cubicBezTo>
                  <a:lnTo>
                    <a:pt x="374751" y="237588"/>
                  </a:lnTo>
                  <a:cubicBezTo>
                    <a:pt x="365353" y="238985"/>
                    <a:pt x="355701" y="238731"/>
                    <a:pt x="347700" y="23923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28"/>
            <p:cNvSpPr/>
            <p:nvPr/>
          </p:nvSpPr>
          <p:spPr>
            <a:xfrm>
              <a:off x="323596" y="590075"/>
              <a:ext cx="131850" cy="329767"/>
            </a:xfrm>
            <a:custGeom>
              <a:rect b="b" l="l" r="r" t="t"/>
              <a:pathLst>
                <a:path extrusionOk="0" h="329767" w="131850">
                  <a:moveTo>
                    <a:pt x="127" y="115156"/>
                  </a:moveTo>
                  <a:cubicBezTo>
                    <a:pt x="4318" y="74643"/>
                    <a:pt x="11938" y="39210"/>
                    <a:pt x="36830" y="10000"/>
                  </a:cubicBezTo>
                  <a:cubicBezTo>
                    <a:pt x="47117" y="-2065"/>
                    <a:pt x="57277" y="-2954"/>
                    <a:pt x="68326" y="5936"/>
                  </a:cubicBezTo>
                  <a:lnTo>
                    <a:pt x="77724" y="19271"/>
                  </a:lnTo>
                  <a:cubicBezTo>
                    <a:pt x="73152" y="30701"/>
                    <a:pt x="71882" y="33368"/>
                    <a:pt x="70104" y="35527"/>
                  </a:cubicBezTo>
                  <a:cubicBezTo>
                    <a:pt x="44958" y="67023"/>
                    <a:pt x="42545" y="102837"/>
                    <a:pt x="50038" y="140556"/>
                  </a:cubicBezTo>
                  <a:cubicBezTo>
                    <a:pt x="60325" y="191737"/>
                    <a:pt x="83820" y="236822"/>
                    <a:pt x="114427" y="278605"/>
                  </a:cubicBezTo>
                  <a:lnTo>
                    <a:pt x="122936" y="288892"/>
                  </a:lnTo>
                  <a:cubicBezTo>
                    <a:pt x="135509" y="306164"/>
                    <a:pt x="134112" y="316451"/>
                    <a:pt x="122936" y="325087"/>
                  </a:cubicBezTo>
                  <a:cubicBezTo>
                    <a:pt x="112776" y="332834"/>
                    <a:pt x="103632" y="330929"/>
                    <a:pt x="94234" y="319626"/>
                  </a:cubicBezTo>
                  <a:cubicBezTo>
                    <a:pt x="56134" y="273906"/>
                    <a:pt x="26289" y="223487"/>
                    <a:pt x="9906" y="166083"/>
                  </a:cubicBezTo>
                  <a:lnTo>
                    <a:pt x="0" y="11515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28"/>
            <p:cNvSpPr/>
            <p:nvPr/>
          </p:nvSpPr>
          <p:spPr>
            <a:xfrm>
              <a:off x="747631" y="315829"/>
              <a:ext cx="131971" cy="331109"/>
            </a:xfrm>
            <a:custGeom>
              <a:rect b="b" l="l" r="r" t="t"/>
              <a:pathLst>
                <a:path extrusionOk="0" h="331109" w="131971">
                  <a:moveTo>
                    <a:pt x="131844" y="224556"/>
                  </a:moveTo>
                  <a:cubicBezTo>
                    <a:pt x="133114" y="259862"/>
                    <a:pt x="121557" y="290596"/>
                    <a:pt x="101745" y="318663"/>
                  </a:cubicBezTo>
                  <a:lnTo>
                    <a:pt x="88918" y="331109"/>
                  </a:lnTo>
                  <a:cubicBezTo>
                    <a:pt x="61867" y="324251"/>
                    <a:pt x="56152" y="310281"/>
                    <a:pt x="65931" y="295930"/>
                  </a:cubicBezTo>
                  <a:cubicBezTo>
                    <a:pt x="87648" y="263926"/>
                    <a:pt x="94252" y="228747"/>
                    <a:pt x="86759" y="191155"/>
                  </a:cubicBezTo>
                  <a:cubicBezTo>
                    <a:pt x="79647" y="155595"/>
                    <a:pt x="66566" y="122067"/>
                    <a:pt x="47135" y="91460"/>
                  </a:cubicBezTo>
                  <a:lnTo>
                    <a:pt x="6749" y="37104"/>
                  </a:lnTo>
                  <a:cubicBezTo>
                    <a:pt x="-2014" y="25547"/>
                    <a:pt x="-2395" y="16276"/>
                    <a:pt x="6495" y="7259"/>
                  </a:cubicBezTo>
                  <a:cubicBezTo>
                    <a:pt x="15766" y="-2012"/>
                    <a:pt x="27069" y="-2774"/>
                    <a:pt x="35832" y="7132"/>
                  </a:cubicBezTo>
                  <a:cubicBezTo>
                    <a:pt x="90823" y="69616"/>
                    <a:pt x="129939" y="139212"/>
                    <a:pt x="131971" y="22455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28"/>
            <p:cNvSpPr/>
            <p:nvPr/>
          </p:nvSpPr>
          <p:spPr>
            <a:xfrm>
              <a:off x="63500" y="289687"/>
              <a:ext cx="167132" cy="166624"/>
            </a:xfrm>
            <a:custGeom>
              <a:rect b="b" l="l" r="r" t="t"/>
              <a:pathLst>
                <a:path extrusionOk="0" h="166624" w="167132">
                  <a:moveTo>
                    <a:pt x="167132" y="98171"/>
                  </a:moveTo>
                  <a:lnTo>
                    <a:pt x="117856" y="115062"/>
                  </a:lnTo>
                  <a:cubicBezTo>
                    <a:pt x="111760" y="117475"/>
                    <a:pt x="105791" y="121793"/>
                    <a:pt x="101346" y="126746"/>
                  </a:cubicBezTo>
                  <a:lnTo>
                    <a:pt x="68961" y="166624"/>
                  </a:lnTo>
                  <a:cubicBezTo>
                    <a:pt x="64135" y="152908"/>
                    <a:pt x="58928" y="140843"/>
                    <a:pt x="55880" y="128270"/>
                  </a:cubicBezTo>
                  <a:cubicBezTo>
                    <a:pt x="52324" y="113538"/>
                    <a:pt x="44577" y="102743"/>
                    <a:pt x="32258" y="94107"/>
                  </a:cubicBezTo>
                  <a:lnTo>
                    <a:pt x="0" y="68707"/>
                  </a:lnTo>
                  <a:cubicBezTo>
                    <a:pt x="16637" y="63119"/>
                    <a:pt x="31369" y="57658"/>
                    <a:pt x="46355" y="53213"/>
                  </a:cubicBezTo>
                  <a:cubicBezTo>
                    <a:pt x="55372" y="50546"/>
                    <a:pt x="62103" y="45974"/>
                    <a:pt x="67564" y="38481"/>
                  </a:cubicBezTo>
                  <a:lnTo>
                    <a:pt x="98171" y="0"/>
                  </a:lnTo>
                  <a:cubicBezTo>
                    <a:pt x="103759" y="16383"/>
                    <a:pt x="109474" y="31242"/>
                    <a:pt x="113792" y="46355"/>
                  </a:cubicBezTo>
                  <a:cubicBezTo>
                    <a:pt x="116459" y="55753"/>
                    <a:pt x="121666" y="62484"/>
                    <a:pt x="129413" y="68199"/>
                  </a:cubicBezTo>
                  <a:lnTo>
                    <a:pt x="167132" y="9817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28"/>
            <p:cNvSpPr/>
            <p:nvPr/>
          </p:nvSpPr>
          <p:spPr>
            <a:xfrm>
              <a:off x="551434" y="1033653"/>
              <a:ext cx="146939" cy="147320"/>
            </a:xfrm>
            <a:custGeom>
              <a:rect b="b" l="l" r="r" t="t"/>
              <a:pathLst>
                <a:path extrusionOk="0" h="147320" w="146939">
                  <a:moveTo>
                    <a:pt x="60452" y="147320"/>
                  </a:moveTo>
                  <a:lnTo>
                    <a:pt x="46990" y="107188"/>
                  </a:lnTo>
                  <a:cubicBezTo>
                    <a:pt x="44450" y="98933"/>
                    <a:pt x="40386" y="92583"/>
                    <a:pt x="33401" y="87376"/>
                  </a:cubicBezTo>
                  <a:lnTo>
                    <a:pt x="0" y="60706"/>
                  </a:lnTo>
                  <a:cubicBezTo>
                    <a:pt x="15875" y="55245"/>
                    <a:pt x="30226" y="50673"/>
                    <a:pt x="44323" y="45212"/>
                  </a:cubicBezTo>
                  <a:lnTo>
                    <a:pt x="53721" y="40132"/>
                  </a:lnTo>
                  <a:cubicBezTo>
                    <a:pt x="66802" y="25019"/>
                    <a:pt x="75819" y="13208"/>
                    <a:pt x="86360" y="0"/>
                  </a:cubicBezTo>
                  <a:lnTo>
                    <a:pt x="101346" y="43180"/>
                  </a:lnTo>
                  <a:cubicBezTo>
                    <a:pt x="103378" y="48514"/>
                    <a:pt x="106934" y="53721"/>
                    <a:pt x="111252" y="57531"/>
                  </a:cubicBezTo>
                  <a:lnTo>
                    <a:pt x="146939" y="86487"/>
                  </a:lnTo>
                  <a:cubicBezTo>
                    <a:pt x="130683" y="92075"/>
                    <a:pt x="115951" y="96901"/>
                    <a:pt x="101346" y="102235"/>
                  </a:cubicBezTo>
                  <a:lnTo>
                    <a:pt x="93472" y="106426"/>
                  </a:lnTo>
                  <a:cubicBezTo>
                    <a:pt x="80772" y="121412"/>
                    <a:pt x="71247" y="133604"/>
                    <a:pt x="60325" y="1470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28"/>
            <p:cNvSpPr/>
            <p:nvPr/>
          </p:nvSpPr>
          <p:spPr>
            <a:xfrm>
              <a:off x="922147" y="305181"/>
              <a:ext cx="122174" cy="121793"/>
            </a:xfrm>
            <a:custGeom>
              <a:rect b="b" l="l" r="r" t="t"/>
              <a:pathLst>
                <a:path extrusionOk="0" h="121793" w="122174">
                  <a:moveTo>
                    <a:pt x="71882" y="0"/>
                  </a:moveTo>
                  <a:cubicBezTo>
                    <a:pt x="77343" y="32258"/>
                    <a:pt x="94361" y="55118"/>
                    <a:pt x="122174" y="71628"/>
                  </a:cubicBezTo>
                  <a:cubicBezTo>
                    <a:pt x="89916" y="77216"/>
                    <a:pt x="66548" y="93345"/>
                    <a:pt x="50546" y="121793"/>
                  </a:cubicBezTo>
                  <a:cubicBezTo>
                    <a:pt x="44704" y="89408"/>
                    <a:pt x="28448" y="66167"/>
                    <a:pt x="0" y="50038"/>
                  </a:cubicBezTo>
                  <a:cubicBezTo>
                    <a:pt x="31877" y="44069"/>
                    <a:pt x="55499" y="28448"/>
                    <a:pt x="7200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28"/>
            <p:cNvSpPr/>
            <p:nvPr/>
          </p:nvSpPr>
          <p:spPr>
            <a:xfrm>
              <a:off x="1059053" y="717042"/>
              <a:ext cx="111252" cy="108712"/>
            </a:xfrm>
            <a:custGeom>
              <a:rect b="b" l="l" r="r" t="t"/>
              <a:pathLst>
                <a:path extrusionOk="0" h="108712" w="111252">
                  <a:moveTo>
                    <a:pt x="111125" y="46482"/>
                  </a:moveTo>
                  <a:lnTo>
                    <a:pt x="85598" y="66802"/>
                  </a:lnTo>
                  <a:cubicBezTo>
                    <a:pt x="83185" y="68961"/>
                    <a:pt x="81280" y="73025"/>
                    <a:pt x="81280" y="76200"/>
                  </a:cubicBezTo>
                  <a:lnTo>
                    <a:pt x="82550" y="108712"/>
                  </a:lnTo>
                  <a:cubicBezTo>
                    <a:pt x="75184" y="103886"/>
                    <a:pt x="68326" y="100457"/>
                    <a:pt x="62992" y="95631"/>
                  </a:cubicBezTo>
                  <a:cubicBezTo>
                    <a:pt x="54483" y="88011"/>
                    <a:pt x="46101" y="87503"/>
                    <a:pt x="36195" y="92710"/>
                  </a:cubicBezTo>
                  <a:lnTo>
                    <a:pt x="22987" y="98044"/>
                  </a:lnTo>
                  <a:cubicBezTo>
                    <a:pt x="17653" y="89789"/>
                    <a:pt x="20955" y="80645"/>
                    <a:pt x="22733" y="71120"/>
                  </a:cubicBezTo>
                  <a:lnTo>
                    <a:pt x="22352" y="61849"/>
                  </a:lnTo>
                  <a:cubicBezTo>
                    <a:pt x="14732" y="50419"/>
                    <a:pt x="8128" y="43180"/>
                    <a:pt x="0" y="33020"/>
                  </a:cubicBezTo>
                  <a:lnTo>
                    <a:pt x="31877" y="32766"/>
                  </a:lnTo>
                  <a:cubicBezTo>
                    <a:pt x="35814" y="32385"/>
                    <a:pt x="40640" y="29591"/>
                    <a:pt x="43180" y="26416"/>
                  </a:cubicBezTo>
                  <a:lnTo>
                    <a:pt x="60579" y="0"/>
                  </a:lnTo>
                  <a:cubicBezTo>
                    <a:pt x="64643" y="11176"/>
                    <a:pt x="68326" y="20066"/>
                    <a:pt x="71120" y="29337"/>
                  </a:cubicBezTo>
                  <a:lnTo>
                    <a:pt x="76073" y="37465"/>
                  </a:lnTo>
                  <a:cubicBezTo>
                    <a:pt x="90805" y="40767"/>
                    <a:pt x="99949" y="43561"/>
                    <a:pt x="111252" y="4660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28"/>
            <p:cNvSpPr/>
            <p:nvPr/>
          </p:nvSpPr>
          <p:spPr>
            <a:xfrm>
              <a:off x="174625" y="738378"/>
              <a:ext cx="111125" cy="109093"/>
            </a:xfrm>
            <a:custGeom>
              <a:rect b="b" l="l" r="r" t="t"/>
              <a:pathLst>
                <a:path extrusionOk="0" h="109093" w="111125">
                  <a:moveTo>
                    <a:pt x="60452" y="0"/>
                  </a:moveTo>
                  <a:lnTo>
                    <a:pt x="70358" y="27686"/>
                  </a:lnTo>
                  <a:cubicBezTo>
                    <a:pt x="72263" y="34163"/>
                    <a:pt x="75565" y="37719"/>
                    <a:pt x="82550" y="38989"/>
                  </a:cubicBezTo>
                  <a:lnTo>
                    <a:pt x="111125" y="46609"/>
                  </a:lnTo>
                  <a:cubicBezTo>
                    <a:pt x="101854" y="53848"/>
                    <a:pt x="93726" y="59309"/>
                    <a:pt x="86741" y="65913"/>
                  </a:cubicBezTo>
                  <a:lnTo>
                    <a:pt x="81534" y="73660"/>
                  </a:lnTo>
                  <a:cubicBezTo>
                    <a:pt x="80899" y="87376"/>
                    <a:pt x="81915" y="97155"/>
                    <a:pt x="82550" y="109093"/>
                  </a:cubicBezTo>
                  <a:lnTo>
                    <a:pt x="56134" y="91567"/>
                  </a:lnTo>
                  <a:cubicBezTo>
                    <a:pt x="52832" y="89662"/>
                    <a:pt x="47752" y="89154"/>
                    <a:pt x="44196" y="90297"/>
                  </a:cubicBezTo>
                  <a:lnTo>
                    <a:pt x="14605" y="101346"/>
                  </a:lnTo>
                  <a:cubicBezTo>
                    <a:pt x="17653" y="90170"/>
                    <a:pt x="20955" y="80772"/>
                    <a:pt x="22733" y="71120"/>
                  </a:cubicBezTo>
                  <a:lnTo>
                    <a:pt x="22479" y="61849"/>
                  </a:lnTo>
                  <a:cubicBezTo>
                    <a:pt x="14859" y="50419"/>
                    <a:pt x="8255" y="43180"/>
                    <a:pt x="0" y="33020"/>
                  </a:cubicBezTo>
                  <a:lnTo>
                    <a:pt x="32004" y="32766"/>
                  </a:lnTo>
                  <a:cubicBezTo>
                    <a:pt x="35941" y="32385"/>
                    <a:pt x="40767" y="29718"/>
                    <a:pt x="43180" y="26543"/>
                  </a:cubicBezTo>
                  <a:lnTo>
                    <a:pt x="60452" y="25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28"/>
            <p:cNvSpPr/>
            <p:nvPr/>
          </p:nvSpPr>
          <p:spPr>
            <a:xfrm>
              <a:off x="456438" y="63500"/>
              <a:ext cx="108331" cy="109093"/>
            </a:xfrm>
            <a:custGeom>
              <a:rect b="b" l="l" r="r" t="t"/>
              <a:pathLst>
                <a:path extrusionOk="0" h="109093" w="108331">
                  <a:moveTo>
                    <a:pt x="11557" y="101092"/>
                  </a:moveTo>
                  <a:lnTo>
                    <a:pt x="20320" y="70358"/>
                  </a:lnTo>
                  <a:cubicBezTo>
                    <a:pt x="21082" y="66675"/>
                    <a:pt x="19939" y="61595"/>
                    <a:pt x="17780" y="58547"/>
                  </a:cubicBezTo>
                  <a:lnTo>
                    <a:pt x="0" y="32893"/>
                  </a:lnTo>
                  <a:cubicBezTo>
                    <a:pt x="9652" y="32893"/>
                    <a:pt x="19304" y="33528"/>
                    <a:pt x="28702" y="32639"/>
                  </a:cubicBezTo>
                  <a:lnTo>
                    <a:pt x="37973" y="29337"/>
                  </a:lnTo>
                  <a:cubicBezTo>
                    <a:pt x="46736" y="18288"/>
                    <a:pt x="51562" y="9779"/>
                    <a:pt x="57912" y="0"/>
                  </a:cubicBezTo>
                  <a:lnTo>
                    <a:pt x="68834" y="29210"/>
                  </a:lnTo>
                  <a:cubicBezTo>
                    <a:pt x="70612" y="32893"/>
                    <a:pt x="74549" y="36576"/>
                    <a:pt x="78232" y="37973"/>
                  </a:cubicBezTo>
                  <a:lnTo>
                    <a:pt x="108331" y="46355"/>
                  </a:lnTo>
                  <a:cubicBezTo>
                    <a:pt x="99314" y="53467"/>
                    <a:pt x="91948" y="59817"/>
                    <a:pt x="84074" y="65405"/>
                  </a:cubicBezTo>
                  <a:lnTo>
                    <a:pt x="77724" y="72517"/>
                  </a:lnTo>
                  <a:cubicBezTo>
                    <a:pt x="79121" y="87630"/>
                    <a:pt x="79375" y="97155"/>
                    <a:pt x="80010" y="109093"/>
                  </a:cubicBezTo>
                  <a:lnTo>
                    <a:pt x="53848" y="91567"/>
                  </a:lnTo>
                  <a:cubicBezTo>
                    <a:pt x="50292" y="89662"/>
                    <a:pt x="44958" y="89027"/>
                    <a:pt x="41021" y="90170"/>
                  </a:cubicBezTo>
                  <a:lnTo>
                    <a:pt x="11684" y="10109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28"/>
            <p:cNvSpPr/>
            <p:nvPr/>
          </p:nvSpPr>
          <p:spPr>
            <a:xfrm>
              <a:off x="901227" y="881375"/>
              <a:ext cx="94960" cy="67696"/>
            </a:xfrm>
            <a:custGeom>
              <a:rect b="b" l="l" r="r" t="t"/>
              <a:pathLst>
                <a:path extrusionOk="0" h="67696" w="94960">
                  <a:moveTo>
                    <a:pt x="23587" y="67696"/>
                  </a:moveTo>
                  <a:cubicBezTo>
                    <a:pt x="11268" y="67442"/>
                    <a:pt x="3267" y="61346"/>
                    <a:pt x="854" y="52456"/>
                  </a:cubicBezTo>
                  <a:cubicBezTo>
                    <a:pt x="-1813" y="43058"/>
                    <a:pt x="1870" y="33279"/>
                    <a:pt x="10506" y="28707"/>
                  </a:cubicBezTo>
                  <a:lnTo>
                    <a:pt x="63338" y="2418"/>
                  </a:lnTo>
                  <a:cubicBezTo>
                    <a:pt x="72863" y="-2154"/>
                    <a:pt x="80356" y="-122"/>
                    <a:pt x="86325" y="7498"/>
                  </a:cubicBezTo>
                  <a:lnTo>
                    <a:pt x="94961" y="25532"/>
                  </a:lnTo>
                  <a:cubicBezTo>
                    <a:pt x="70450" y="51694"/>
                    <a:pt x="45558" y="59949"/>
                    <a:pt x="23587" y="675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28"/>
            <p:cNvSpPr/>
            <p:nvPr/>
          </p:nvSpPr>
          <p:spPr>
            <a:xfrm>
              <a:off x="641537" y="236171"/>
              <a:ext cx="88654" cy="73780"/>
            </a:xfrm>
            <a:custGeom>
              <a:rect b="b" l="l" r="r" t="t"/>
              <a:pathLst>
                <a:path extrusionOk="0" h="73780" w="88654">
                  <a:moveTo>
                    <a:pt x="23943" y="49"/>
                  </a:moveTo>
                  <a:lnTo>
                    <a:pt x="30547" y="1446"/>
                  </a:lnTo>
                  <a:cubicBezTo>
                    <a:pt x="50105" y="14781"/>
                    <a:pt x="66234" y="25449"/>
                    <a:pt x="81347" y="37514"/>
                  </a:cubicBezTo>
                  <a:cubicBezTo>
                    <a:pt x="90745" y="44880"/>
                    <a:pt x="90745" y="58088"/>
                    <a:pt x="83252" y="66597"/>
                  </a:cubicBezTo>
                  <a:cubicBezTo>
                    <a:pt x="75886" y="74979"/>
                    <a:pt x="64329" y="76122"/>
                    <a:pt x="54804" y="69518"/>
                  </a:cubicBezTo>
                  <a:lnTo>
                    <a:pt x="9592" y="37768"/>
                  </a:lnTo>
                  <a:cubicBezTo>
                    <a:pt x="1972" y="32307"/>
                    <a:pt x="-2219" y="25322"/>
                    <a:pt x="1210" y="15543"/>
                  </a:cubicBezTo>
                  <a:cubicBezTo>
                    <a:pt x="4893" y="5002"/>
                    <a:pt x="12005" y="-586"/>
                    <a:pt x="23943" y="4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28"/>
            <p:cNvSpPr/>
            <p:nvPr/>
          </p:nvSpPr>
          <p:spPr>
            <a:xfrm>
              <a:off x="464561" y="919978"/>
              <a:ext cx="45217" cy="45095"/>
            </a:xfrm>
            <a:custGeom>
              <a:rect b="b" l="l" r="r" t="t"/>
              <a:pathLst>
                <a:path extrusionOk="0" h="45095" w="45217">
                  <a:moveTo>
                    <a:pt x="5" y="22870"/>
                  </a:moveTo>
                  <a:cubicBezTo>
                    <a:pt x="-249" y="10551"/>
                    <a:pt x="9657" y="264"/>
                    <a:pt x="21976" y="10"/>
                  </a:cubicBezTo>
                  <a:cubicBezTo>
                    <a:pt x="34803" y="-371"/>
                    <a:pt x="45217" y="9789"/>
                    <a:pt x="45217" y="22616"/>
                  </a:cubicBezTo>
                  <a:cubicBezTo>
                    <a:pt x="45217" y="34808"/>
                    <a:pt x="34930" y="45095"/>
                    <a:pt x="22738" y="45095"/>
                  </a:cubicBezTo>
                  <a:cubicBezTo>
                    <a:pt x="10546" y="45095"/>
                    <a:pt x="259" y="35189"/>
                    <a:pt x="5" y="228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28"/>
            <p:cNvSpPr/>
            <p:nvPr/>
          </p:nvSpPr>
          <p:spPr>
            <a:xfrm>
              <a:off x="231892" y="520055"/>
              <a:ext cx="45224" cy="45097"/>
            </a:xfrm>
            <a:custGeom>
              <a:rect b="b" l="l" r="r" t="t"/>
              <a:pathLst>
                <a:path extrusionOk="0" h="45097" w="45224">
                  <a:moveTo>
                    <a:pt x="45222" y="22997"/>
                  </a:moveTo>
                  <a:cubicBezTo>
                    <a:pt x="44968" y="35570"/>
                    <a:pt x="35189" y="45222"/>
                    <a:pt x="22616" y="45095"/>
                  </a:cubicBezTo>
                  <a:cubicBezTo>
                    <a:pt x="9789" y="44968"/>
                    <a:pt x="-371" y="34554"/>
                    <a:pt x="10" y="21727"/>
                  </a:cubicBezTo>
                  <a:cubicBezTo>
                    <a:pt x="391" y="9662"/>
                    <a:pt x="11059" y="-371"/>
                    <a:pt x="23251" y="10"/>
                  </a:cubicBezTo>
                  <a:cubicBezTo>
                    <a:pt x="35697" y="391"/>
                    <a:pt x="45349" y="10551"/>
                    <a:pt x="45222" y="229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28"/>
            <p:cNvSpPr/>
            <p:nvPr/>
          </p:nvSpPr>
          <p:spPr>
            <a:xfrm>
              <a:off x="943355" y="559180"/>
              <a:ext cx="44959" cy="45224"/>
            </a:xfrm>
            <a:custGeom>
              <a:rect b="b" l="l" r="r" t="t"/>
              <a:pathLst>
                <a:path extrusionOk="0" h="45224" w="44959">
                  <a:moveTo>
                    <a:pt x="1" y="22099"/>
                  </a:moveTo>
                  <a:cubicBezTo>
                    <a:pt x="128" y="9653"/>
                    <a:pt x="10161" y="-126"/>
                    <a:pt x="22607" y="1"/>
                  </a:cubicBezTo>
                  <a:cubicBezTo>
                    <a:pt x="35053" y="128"/>
                    <a:pt x="44959" y="10034"/>
                    <a:pt x="44959" y="22480"/>
                  </a:cubicBezTo>
                  <a:cubicBezTo>
                    <a:pt x="44959" y="35434"/>
                    <a:pt x="34545" y="45594"/>
                    <a:pt x="21845" y="45213"/>
                  </a:cubicBezTo>
                  <a:cubicBezTo>
                    <a:pt x="9526" y="44832"/>
                    <a:pt x="-126" y="34672"/>
                    <a:pt x="1" y="222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28"/>
            <p:cNvSpPr/>
            <p:nvPr/>
          </p:nvSpPr>
          <p:spPr>
            <a:xfrm>
              <a:off x="773684" y="687705"/>
              <a:ext cx="60071" cy="58801"/>
            </a:xfrm>
            <a:custGeom>
              <a:rect b="b" l="l" r="r" t="t"/>
              <a:pathLst>
                <a:path extrusionOk="0" h="58801" w="60071">
                  <a:moveTo>
                    <a:pt x="7366" y="54737"/>
                  </a:moveTo>
                  <a:cubicBezTo>
                    <a:pt x="13589" y="40132"/>
                    <a:pt x="12065" y="28702"/>
                    <a:pt x="0" y="18796"/>
                  </a:cubicBezTo>
                  <a:cubicBezTo>
                    <a:pt x="14224" y="18796"/>
                    <a:pt x="26416" y="16891"/>
                    <a:pt x="30861" y="0"/>
                  </a:cubicBezTo>
                  <a:cubicBezTo>
                    <a:pt x="35052" y="14859"/>
                    <a:pt x="42164" y="24511"/>
                    <a:pt x="60071" y="23622"/>
                  </a:cubicBezTo>
                  <a:lnTo>
                    <a:pt x="46482" y="32893"/>
                  </a:lnTo>
                  <a:cubicBezTo>
                    <a:pt x="41783" y="43180"/>
                    <a:pt x="43688" y="50292"/>
                    <a:pt x="43688" y="58801"/>
                  </a:cubicBezTo>
                  <a:cubicBezTo>
                    <a:pt x="32258" y="49149"/>
                    <a:pt x="20955" y="43815"/>
                    <a:pt x="7366" y="547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28"/>
            <p:cNvSpPr/>
            <p:nvPr/>
          </p:nvSpPr>
          <p:spPr>
            <a:xfrm>
              <a:off x="622681" y="843280"/>
              <a:ext cx="37719" cy="37338"/>
            </a:xfrm>
            <a:custGeom>
              <a:rect b="b" l="l" r="r" t="t"/>
              <a:pathLst>
                <a:path extrusionOk="0" h="37338" w="37719">
                  <a:moveTo>
                    <a:pt x="37719" y="18669"/>
                  </a:moveTo>
                  <a:cubicBezTo>
                    <a:pt x="37719" y="28956"/>
                    <a:pt x="29210" y="37338"/>
                    <a:pt x="18796" y="37338"/>
                  </a:cubicBezTo>
                  <a:cubicBezTo>
                    <a:pt x="8255" y="37338"/>
                    <a:pt x="0" y="29083"/>
                    <a:pt x="0" y="18669"/>
                  </a:cubicBezTo>
                  <a:cubicBezTo>
                    <a:pt x="0" y="8255"/>
                    <a:pt x="8255" y="0"/>
                    <a:pt x="18796" y="0"/>
                  </a:cubicBezTo>
                  <a:cubicBezTo>
                    <a:pt x="29337" y="0"/>
                    <a:pt x="37719" y="8509"/>
                    <a:pt x="37719" y="186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28"/>
            <p:cNvSpPr/>
            <p:nvPr/>
          </p:nvSpPr>
          <p:spPr>
            <a:xfrm>
              <a:off x="449453" y="334264"/>
              <a:ext cx="42291" cy="42164"/>
            </a:xfrm>
            <a:custGeom>
              <a:rect b="b" l="l" r="r" t="t"/>
              <a:pathLst>
                <a:path extrusionOk="0" h="42164" w="42291">
                  <a:moveTo>
                    <a:pt x="24765" y="127"/>
                  </a:moveTo>
                  <a:lnTo>
                    <a:pt x="42291" y="24638"/>
                  </a:lnTo>
                  <a:cubicBezTo>
                    <a:pt x="34290" y="30226"/>
                    <a:pt x="25273" y="36576"/>
                    <a:pt x="17399" y="42164"/>
                  </a:cubicBezTo>
                  <a:lnTo>
                    <a:pt x="0" y="17145"/>
                  </a:lnTo>
                  <a:cubicBezTo>
                    <a:pt x="7620" y="11938"/>
                    <a:pt x="16510" y="5715"/>
                    <a:pt x="2476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82" name="Google Shape;1982;p28"/>
          <p:cNvSpPr/>
          <p:nvPr/>
        </p:nvSpPr>
        <p:spPr>
          <a:xfrm>
            <a:off x="235748" y="1856293"/>
            <a:ext cx="605965" cy="614645"/>
          </a:xfrm>
          <a:custGeom>
            <a:rect b="b" l="l" r="r" t="t"/>
            <a:pathLst>
              <a:path extrusionOk="0" h="945607" w="932254">
                <a:moveTo>
                  <a:pt x="514905" y="852495"/>
                </a:moveTo>
                <a:cubicBezTo>
                  <a:pt x="497125" y="852622"/>
                  <a:pt x="483028" y="866592"/>
                  <a:pt x="483282" y="883991"/>
                </a:cubicBezTo>
                <a:cubicBezTo>
                  <a:pt x="483536" y="901390"/>
                  <a:pt x="498268" y="915614"/>
                  <a:pt x="515540" y="915360"/>
                </a:cubicBezTo>
                <a:cubicBezTo>
                  <a:pt x="532177" y="914979"/>
                  <a:pt x="546528" y="900120"/>
                  <a:pt x="546274" y="883483"/>
                </a:cubicBezTo>
                <a:cubicBezTo>
                  <a:pt x="546020" y="866211"/>
                  <a:pt x="532050" y="852495"/>
                  <a:pt x="514905" y="852622"/>
                </a:cubicBezTo>
                <a:moveTo>
                  <a:pt x="129714" y="852622"/>
                </a:moveTo>
                <a:cubicBezTo>
                  <a:pt x="111934" y="852622"/>
                  <a:pt x="97583" y="866465"/>
                  <a:pt x="97456" y="883737"/>
                </a:cubicBezTo>
                <a:cubicBezTo>
                  <a:pt x="97456" y="900501"/>
                  <a:pt x="112696" y="915614"/>
                  <a:pt x="129587" y="915487"/>
                </a:cubicBezTo>
                <a:cubicBezTo>
                  <a:pt x="146732" y="915360"/>
                  <a:pt x="160321" y="901390"/>
                  <a:pt x="160321" y="883864"/>
                </a:cubicBezTo>
                <a:cubicBezTo>
                  <a:pt x="160321" y="866084"/>
                  <a:pt x="147113" y="852622"/>
                  <a:pt x="129714" y="852622"/>
                </a:cubicBezTo>
                <a:moveTo>
                  <a:pt x="112188" y="562173"/>
                </a:moveTo>
                <a:cubicBezTo>
                  <a:pt x="112315" y="544901"/>
                  <a:pt x="98599" y="530931"/>
                  <a:pt x="81327" y="530677"/>
                </a:cubicBezTo>
                <a:cubicBezTo>
                  <a:pt x="64436" y="530423"/>
                  <a:pt x="49450" y="545282"/>
                  <a:pt x="49323" y="562427"/>
                </a:cubicBezTo>
                <a:cubicBezTo>
                  <a:pt x="49196" y="579191"/>
                  <a:pt x="63547" y="593288"/>
                  <a:pt x="80692" y="593415"/>
                </a:cubicBezTo>
                <a:cubicBezTo>
                  <a:pt x="98853" y="593542"/>
                  <a:pt x="112061" y="580334"/>
                  <a:pt x="112188" y="562046"/>
                </a:cubicBezTo>
                <a:moveTo>
                  <a:pt x="787066" y="95448"/>
                </a:moveTo>
                <a:cubicBezTo>
                  <a:pt x="805354" y="95448"/>
                  <a:pt x="818943" y="82367"/>
                  <a:pt x="819070" y="64460"/>
                </a:cubicBezTo>
                <a:cubicBezTo>
                  <a:pt x="819070" y="47315"/>
                  <a:pt x="805354" y="32837"/>
                  <a:pt x="788463" y="32583"/>
                </a:cubicBezTo>
                <a:cubicBezTo>
                  <a:pt x="771318" y="32329"/>
                  <a:pt x="756332" y="46934"/>
                  <a:pt x="756205" y="64079"/>
                </a:cubicBezTo>
                <a:cubicBezTo>
                  <a:pt x="756078" y="81224"/>
                  <a:pt x="770048" y="95448"/>
                  <a:pt x="787066" y="95448"/>
                </a:cubicBezTo>
                <a:moveTo>
                  <a:pt x="386254" y="95448"/>
                </a:moveTo>
                <a:cubicBezTo>
                  <a:pt x="403653" y="95448"/>
                  <a:pt x="417369" y="81986"/>
                  <a:pt x="417496" y="64714"/>
                </a:cubicBezTo>
                <a:cubicBezTo>
                  <a:pt x="417623" y="47061"/>
                  <a:pt x="403526" y="32710"/>
                  <a:pt x="386254" y="32710"/>
                </a:cubicBezTo>
                <a:cubicBezTo>
                  <a:pt x="369490" y="32710"/>
                  <a:pt x="355012" y="47061"/>
                  <a:pt x="354758" y="63825"/>
                </a:cubicBezTo>
                <a:cubicBezTo>
                  <a:pt x="354504" y="81351"/>
                  <a:pt x="368474" y="95448"/>
                  <a:pt x="386254" y="95448"/>
                </a:cubicBezTo>
                <a:moveTo>
                  <a:pt x="321865" y="691586"/>
                </a:moveTo>
                <a:cubicBezTo>
                  <a:pt x="304593" y="691713"/>
                  <a:pt x="289734" y="706699"/>
                  <a:pt x="290242" y="723590"/>
                </a:cubicBezTo>
                <a:cubicBezTo>
                  <a:pt x="290750" y="740481"/>
                  <a:pt x="305228" y="754578"/>
                  <a:pt x="321992" y="754451"/>
                </a:cubicBezTo>
                <a:cubicBezTo>
                  <a:pt x="339772" y="754324"/>
                  <a:pt x="353361" y="740354"/>
                  <a:pt x="353107" y="722574"/>
                </a:cubicBezTo>
                <a:cubicBezTo>
                  <a:pt x="352853" y="705302"/>
                  <a:pt x="338883" y="691459"/>
                  <a:pt x="321865" y="691713"/>
                </a:cubicBezTo>
                <a:moveTo>
                  <a:pt x="594026" y="545282"/>
                </a:moveTo>
                <a:cubicBezTo>
                  <a:pt x="612314" y="545409"/>
                  <a:pt x="626284" y="532201"/>
                  <a:pt x="626538" y="514675"/>
                </a:cubicBezTo>
                <a:cubicBezTo>
                  <a:pt x="626792" y="497530"/>
                  <a:pt x="612314" y="482671"/>
                  <a:pt x="595169" y="482544"/>
                </a:cubicBezTo>
                <a:cubicBezTo>
                  <a:pt x="578278" y="482290"/>
                  <a:pt x="563927" y="496514"/>
                  <a:pt x="563800" y="513532"/>
                </a:cubicBezTo>
                <a:cubicBezTo>
                  <a:pt x="563546" y="531185"/>
                  <a:pt x="576881" y="545155"/>
                  <a:pt x="594026" y="545282"/>
                </a:cubicBezTo>
                <a:moveTo>
                  <a:pt x="321992" y="402661"/>
                </a:moveTo>
                <a:cubicBezTo>
                  <a:pt x="295068" y="402407"/>
                  <a:pt x="275129" y="421965"/>
                  <a:pt x="274748" y="448635"/>
                </a:cubicBezTo>
                <a:cubicBezTo>
                  <a:pt x="274494" y="476829"/>
                  <a:pt x="293671" y="496768"/>
                  <a:pt x="321484" y="497022"/>
                </a:cubicBezTo>
                <a:cubicBezTo>
                  <a:pt x="348281" y="497276"/>
                  <a:pt x="369109" y="477464"/>
                  <a:pt x="369363" y="451429"/>
                </a:cubicBezTo>
                <a:cubicBezTo>
                  <a:pt x="369617" y="422854"/>
                  <a:pt x="350186" y="402788"/>
                  <a:pt x="321992" y="402534"/>
                </a:cubicBezTo>
                <a:moveTo>
                  <a:pt x="804465" y="674822"/>
                </a:moveTo>
                <a:cubicBezTo>
                  <a:pt x="804338" y="701238"/>
                  <a:pt x="825293" y="722320"/>
                  <a:pt x="851836" y="722574"/>
                </a:cubicBezTo>
                <a:cubicBezTo>
                  <a:pt x="878379" y="722828"/>
                  <a:pt x="899080" y="702254"/>
                  <a:pt x="899588" y="675203"/>
                </a:cubicBezTo>
                <a:cubicBezTo>
                  <a:pt x="900096" y="648914"/>
                  <a:pt x="879141" y="627324"/>
                  <a:pt x="852725" y="626943"/>
                </a:cubicBezTo>
                <a:cubicBezTo>
                  <a:pt x="825928" y="626562"/>
                  <a:pt x="804592" y="647771"/>
                  <a:pt x="804592" y="674822"/>
                </a:cubicBezTo>
                <a:moveTo>
                  <a:pt x="80819" y="240101"/>
                </a:moveTo>
                <a:cubicBezTo>
                  <a:pt x="108251" y="240101"/>
                  <a:pt x="128571" y="219781"/>
                  <a:pt x="128571" y="192222"/>
                </a:cubicBezTo>
                <a:cubicBezTo>
                  <a:pt x="128571" y="166060"/>
                  <a:pt x="107997" y="145486"/>
                  <a:pt x="81581" y="145486"/>
                </a:cubicBezTo>
                <a:cubicBezTo>
                  <a:pt x="53895" y="145359"/>
                  <a:pt x="33702" y="165171"/>
                  <a:pt x="33448" y="192857"/>
                </a:cubicBezTo>
                <a:cubicBezTo>
                  <a:pt x="33194" y="219527"/>
                  <a:pt x="53768" y="240101"/>
                  <a:pt x="80819" y="240101"/>
                </a:cubicBezTo>
                <a:moveTo>
                  <a:pt x="547290" y="224734"/>
                </a:moveTo>
                <a:cubicBezTo>
                  <a:pt x="547163" y="251150"/>
                  <a:pt x="568245" y="272613"/>
                  <a:pt x="594534" y="272613"/>
                </a:cubicBezTo>
                <a:cubicBezTo>
                  <a:pt x="621204" y="272740"/>
                  <a:pt x="643048" y="251023"/>
                  <a:pt x="642794" y="224480"/>
                </a:cubicBezTo>
                <a:cubicBezTo>
                  <a:pt x="642540" y="198572"/>
                  <a:pt x="621585" y="177363"/>
                  <a:pt x="595804" y="176982"/>
                </a:cubicBezTo>
                <a:cubicBezTo>
                  <a:pt x="569134" y="176601"/>
                  <a:pt x="547417" y="197937"/>
                  <a:pt x="547290" y="224607"/>
                </a:cubicBezTo>
                <a:moveTo>
                  <a:pt x="279574" y="772231"/>
                </a:moveTo>
                <a:lnTo>
                  <a:pt x="189785" y="849701"/>
                </a:lnTo>
                <a:cubicBezTo>
                  <a:pt x="188134" y="851098"/>
                  <a:pt x="188261" y="856178"/>
                  <a:pt x="189277" y="858972"/>
                </a:cubicBezTo>
                <a:cubicBezTo>
                  <a:pt x="201469" y="890468"/>
                  <a:pt x="189150" y="924631"/>
                  <a:pt x="160194" y="941014"/>
                </a:cubicBezTo>
                <a:cubicBezTo>
                  <a:pt x="148510" y="947618"/>
                  <a:pt x="136191" y="945078"/>
                  <a:pt x="124126" y="945332"/>
                </a:cubicBezTo>
                <a:cubicBezTo>
                  <a:pt x="95678" y="945713"/>
                  <a:pt x="71802" y="926536"/>
                  <a:pt x="66087" y="898850"/>
                </a:cubicBezTo>
                <a:cubicBezTo>
                  <a:pt x="60753" y="873196"/>
                  <a:pt x="67738" y="850971"/>
                  <a:pt x="88058" y="834207"/>
                </a:cubicBezTo>
                <a:cubicBezTo>
                  <a:pt x="109013" y="816935"/>
                  <a:pt x="132508" y="814776"/>
                  <a:pt x="157273" y="825444"/>
                </a:cubicBezTo>
                <a:lnTo>
                  <a:pt x="160575" y="827095"/>
                </a:lnTo>
                <a:cubicBezTo>
                  <a:pt x="179117" y="814522"/>
                  <a:pt x="195500" y="800679"/>
                  <a:pt x="211756" y="786709"/>
                </a:cubicBezTo>
                <a:lnTo>
                  <a:pt x="255317" y="749371"/>
                </a:lnTo>
                <a:cubicBezTo>
                  <a:pt x="259381" y="745942"/>
                  <a:pt x="260016" y="743021"/>
                  <a:pt x="258873" y="737687"/>
                </a:cubicBezTo>
                <a:cubicBezTo>
                  <a:pt x="252015" y="705556"/>
                  <a:pt x="268144" y="675838"/>
                  <a:pt x="298497" y="662630"/>
                </a:cubicBezTo>
                <a:lnTo>
                  <a:pt x="304847" y="657931"/>
                </a:lnTo>
                <a:cubicBezTo>
                  <a:pt x="305228" y="613862"/>
                  <a:pt x="305101" y="572206"/>
                  <a:pt x="305101" y="531439"/>
                </a:cubicBezTo>
                <a:lnTo>
                  <a:pt x="273732" y="515056"/>
                </a:lnTo>
                <a:cubicBezTo>
                  <a:pt x="264588" y="508198"/>
                  <a:pt x="257476" y="498673"/>
                  <a:pt x="248713" y="489529"/>
                </a:cubicBezTo>
                <a:lnTo>
                  <a:pt x="157146" y="535376"/>
                </a:lnTo>
                <a:cubicBezTo>
                  <a:pt x="154352" y="536773"/>
                  <a:pt x="151812" y="538551"/>
                  <a:pt x="148891" y="539440"/>
                </a:cubicBezTo>
                <a:lnTo>
                  <a:pt x="143176" y="543631"/>
                </a:lnTo>
                <a:cubicBezTo>
                  <a:pt x="151558" y="584398"/>
                  <a:pt x="130857" y="617037"/>
                  <a:pt x="95424" y="625673"/>
                </a:cubicBezTo>
                <a:cubicBezTo>
                  <a:pt x="61769" y="633928"/>
                  <a:pt x="26082" y="612084"/>
                  <a:pt x="17954" y="578175"/>
                </a:cubicBezTo>
                <a:cubicBezTo>
                  <a:pt x="9572" y="542742"/>
                  <a:pt x="32051" y="506547"/>
                  <a:pt x="66976" y="499181"/>
                </a:cubicBezTo>
                <a:cubicBezTo>
                  <a:pt x="86280" y="495117"/>
                  <a:pt x="103425" y="499435"/>
                  <a:pt x="119554" y="510230"/>
                </a:cubicBezTo>
                <a:lnTo>
                  <a:pt x="127047" y="512516"/>
                </a:lnTo>
                <a:cubicBezTo>
                  <a:pt x="165020" y="493974"/>
                  <a:pt x="200072" y="476067"/>
                  <a:pt x="235378" y="458668"/>
                </a:cubicBezTo>
                <a:lnTo>
                  <a:pt x="241601" y="454985"/>
                </a:lnTo>
                <a:cubicBezTo>
                  <a:pt x="240585" y="434157"/>
                  <a:pt x="245538" y="419679"/>
                  <a:pt x="254047" y="405201"/>
                </a:cubicBezTo>
                <a:lnTo>
                  <a:pt x="229282" y="377134"/>
                </a:lnTo>
                <a:cubicBezTo>
                  <a:pt x="196516" y="340685"/>
                  <a:pt x="163623" y="304236"/>
                  <a:pt x="131111" y="267660"/>
                </a:cubicBezTo>
                <a:lnTo>
                  <a:pt x="123364" y="262453"/>
                </a:lnTo>
                <a:cubicBezTo>
                  <a:pt x="87423" y="278836"/>
                  <a:pt x="58467" y="277058"/>
                  <a:pt x="31797" y="257246"/>
                </a:cubicBezTo>
                <a:cubicBezTo>
                  <a:pt x="5127" y="237434"/>
                  <a:pt x="-4017" y="209494"/>
                  <a:pt x="1571" y="177871"/>
                </a:cubicBezTo>
                <a:cubicBezTo>
                  <a:pt x="7286" y="145486"/>
                  <a:pt x="27352" y="124023"/>
                  <a:pt x="59356" y="114752"/>
                </a:cubicBezTo>
                <a:cubicBezTo>
                  <a:pt x="90217" y="105862"/>
                  <a:pt x="124761" y="117038"/>
                  <a:pt x="144192" y="141676"/>
                </a:cubicBezTo>
                <a:cubicBezTo>
                  <a:pt x="164639" y="167584"/>
                  <a:pt x="167814" y="203398"/>
                  <a:pt x="152193" y="231973"/>
                </a:cubicBezTo>
                <a:lnTo>
                  <a:pt x="150034" y="235656"/>
                </a:lnTo>
                <a:cubicBezTo>
                  <a:pt x="191817" y="285694"/>
                  <a:pt x="234743" y="333319"/>
                  <a:pt x="275256" y="378404"/>
                </a:cubicBezTo>
                <a:cubicBezTo>
                  <a:pt x="292782" y="375102"/>
                  <a:pt x="307895" y="370022"/>
                  <a:pt x="323135" y="369641"/>
                </a:cubicBezTo>
                <a:cubicBezTo>
                  <a:pt x="360854" y="368752"/>
                  <a:pt x="391969" y="394152"/>
                  <a:pt x="400605" y="430982"/>
                </a:cubicBezTo>
                <a:lnTo>
                  <a:pt x="403653" y="437459"/>
                </a:lnTo>
                <a:cubicBezTo>
                  <a:pt x="451278" y="450286"/>
                  <a:pt x="494458" y="462351"/>
                  <a:pt x="537765" y="473908"/>
                </a:cubicBezTo>
                <a:lnTo>
                  <a:pt x="543861" y="472892"/>
                </a:lnTo>
                <a:cubicBezTo>
                  <a:pt x="555291" y="465526"/>
                  <a:pt x="564054" y="459557"/>
                  <a:pt x="572690" y="453207"/>
                </a:cubicBezTo>
                <a:lnTo>
                  <a:pt x="578151" y="448127"/>
                </a:lnTo>
                <a:cubicBezTo>
                  <a:pt x="578532" y="400502"/>
                  <a:pt x="578532" y="355417"/>
                  <a:pt x="578151" y="310332"/>
                </a:cubicBezTo>
                <a:lnTo>
                  <a:pt x="574849" y="303728"/>
                </a:lnTo>
                <a:cubicBezTo>
                  <a:pt x="535606" y="293187"/>
                  <a:pt x="507031" y="253944"/>
                  <a:pt x="515540" y="210637"/>
                </a:cubicBezTo>
                <a:lnTo>
                  <a:pt x="515286" y="201112"/>
                </a:lnTo>
                <a:cubicBezTo>
                  <a:pt x="495474" y="184729"/>
                  <a:pt x="480615" y="171902"/>
                  <a:pt x="465629" y="158948"/>
                </a:cubicBezTo>
                <a:lnTo>
                  <a:pt x="420163" y="119959"/>
                </a:lnTo>
                <a:cubicBezTo>
                  <a:pt x="402383" y="129484"/>
                  <a:pt x="383841" y="132151"/>
                  <a:pt x="364410" y="125293"/>
                </a:cubicBezTo>
                <a:cubicBezTo>
                  <a:pt x="349932" y="120086"/>
                  <a:pt x="338756" y="110815"/>
                  <a:pt x="330755" y="97861"/>
                </a:cubicBezTo>
                <a:cubicBezTo>
                  <a:pt x="315134" y="72842"/>
                  <a:pt x="319452" y="40965"/>
                  <a:pt x="339899" y="18740"/>
                </a:cubicBezTo>
                <a:cubicBezTo>
                  <a:pt x="359457" y="-2469"/>
                  <a:pt x="399208" y="-3993"/>
                  <a:pt x="419401" y="8580"/>
                </a:cubicBezTo>
                <a:cubicBezTo>
                  <a:pt x="448865" y="26868"/>
                  <a:pt x="457247" y="55697"/>
                  <a:pt x="443785" y="96210"/>
                </a:cubicBezTo>
                <a:lnTo>
                  <a:pt x="532812" y="172537"/>
                </a:lnTo>
                <a:cubicBezTo>
                  <a:pt x="548179" y="155265"/>
                  <a:pt x="567229" y="145486"/>
                  <a:pt x="589835" y="144216"/>
                </a:cubicBezTo>
                <a:cubicBezTo>
                  <a:pt x="612187" y="142946"/>
                  <a:pt x="632380" y="149677"/>
                  <a:pt x="649906" y="165044"/>
                </a:cubicBezTo>
                <a:lnTo>
                  <a:pt x="715311" y="109545"/>
                </a:lnTo>
                <a:cubicBezTo>
                  <a:pt x="725852" y="101163"/>
                  <a:pt x="729916" y="94686"/>
                  <a:pt x="725344" y="79700"/>
                </a:cubicBezTo>
                <a:cubicBezTo>
                  <a:pt x="715692" y="48077"/>
                  <a:pt x="733218" y="15184"/>
                  <a:pt x="764079" y="4389"/>
                </a:cubicBezTo>
                <a:cubicBezTo>
                  <a:pt x="788336" y="-4120"/>
                  <a:pt x="814752" y="-691"/>
                  <a:pt x="833421" y="18486"/>
                </a:cubicBezTo>
                <a:cubicBezTo>
                  <a:pt x="852090" y="37663"/>
                  <a:pt x="857678" y="64968"/>
                  <a:pt x="847391" y="89225"/>
                </a:cubicBezTo>
                <a:cubicBezTo>
                  <a:pt x="837104" y="113482"/>
                  <a:pt x="813863" y="129738"/>
                  <a:pt x="788209" y="128722"/>
                </a:cubicBezTo>
                <a:lnTo>
                  <a:pt x="758745" y="122626"/>
                </a:lnTo>
                <a:cubicBezTo>
                  <a:pt x="755951" y="122118"/>
                  <a:pt x="751887" y="121991"/>
                  <a:pt x="749982" y="123515"/>
                </a:cubicBezTo>
                <a:lnTo>
                  <a:pt x="669337" y="192222"/>
                </a:lnTo>
                <a:cubicBezTo>
                  <a:pt x="677973" y="215717"/>
                  <a:pt x="678481" y="239212"/>
                  <a:pt x="667051" y="261818"/>
                </a:cubicBezTo>
                <a:cubicBezTo>
                  <a:pt x="655621" y="284678"/>
                  <a:pt x="636444" y="298267"/>
                  <a:pt x="611552" y="304617"/>
                </a:cubicBezTo>
                <a:lnTo>
                  <a:pt x="611298" y="426156"/>
                </a:lnTo>
                <a:cubicBezTo>
                  <a:pt x="611044" y="441396"/>
                  <a:pt x="611806" y="452318"/>
                  <a:pt x="629078" y="460319"/>
                </a:cubicBezTo>
                <a:cubicBezTo>
                  <a:pt x="649906" y="469844"/>
                  <a:pt x="658669" y="490545"/>
                  <a:pt x="659685" y="513659"/>
                </a:cubicBezTo>
                <a:lnTo>
                  <a:pt x="661082" y="521406"/>
                </a:lnTo>
                <a:cubicBezTo>
                  <a:pt x="710485" y="551378"/>
                  <a:pt x="757729" y="579699"/>
                  <a:pt x="804719" y="607893"/>
                </a:cubicBezTo>
                <a:cubicBezTo>
                  <a:pt x="845613" y="582239"/>
                  <a:pt x="891206" y="593796"/>
                  <a:pt x="915463" y="624657"/>
                </a:cubicBezTo>
                <a:cubicBezTo>
                  <a:pt x="939085" y="654629"/>
                  <a:pt x="937561" y="700984"/>
                  <a:pt x="912288" y="728670"/>
                </a:cubicBezTo>
                <a:cubicBezTo>
                  <a:pt x="884348" y="759277"/>
                  <a:pt x="840152" y="764865"/>
                  <a:pt x="805735" y="741878"/>
                </a:cubicBezTo>
                <a:cubicBezTo>
                  <a:pt x="775890" y="721939"/>
                  <a:pt x="757729" y="678251"/>
                  <a:pt x="781478" y="632912"/>
                </a:cubicBezTo>
                <a:lnTo>
                  <a:pt x="648001" y="552648"/>
                </a:lnTo>
                <a:cubicBezTo>
                  <a:pt x="626665" y="576905"/>
                  <a:pt x="600757" y="586430"/>
                  <a:pt x="570277" y="573857"/>
                </a:cubicBezTo>
                <a:cubicBezTo>
                  <a:pt x="541448" y="561919"/>
                  <a:pt x="529256" y="538297"/>
                  <a:pt x="530018" y="506674"/>
                </a:cubicBezTo>
                <a:lnTo>
                  <a:pt x="403399" y="472003"/>
                </a:lnTo>
                <a:cubicBezTo>
                  <a:pt x="394382" y="484957"/>
                  <a:pt x="387524" y="498800"/>
                  <a:pt x="376983" y="508833"/>
                </a:cubicBezTo>
                <a:cubicBezTo>
                  <a:pt x="366696" y="518612"/>
                  <a:pt x="352599" y="524454"/>
                  <a:pt x="338248" y="533217"/>
                </a:cubicBezTo>
                <a:lnTo>
                  <a:pt x="338248" y="619577"/>
                </a:lnTo>
                <a:cubicBezTo>
                  <a:pt x="338248" y="630372"/>
                  <a:pt x="338502" y="641167"/>
                  <a:pt x="338121" y="651962"/>
                </a:cubicBezTo>
                <a:lnTo>
                  <a:pt x="339264" y="660344"/>
                </a:lnTo>
                <a:cubicBezTo>
                  <a:pt x="376602" y="675330"/>
                  <a:pt x="391842" y="705683"/>
                  <a:pt x="384730" y="739084"/>
                </a:cubicBezTo>
                <a:lnTo>
                  <a:pt x="385746" y="746323"/>
                </a:lnTo>
                <a:cubicBezTo>
                  <a:pt x="416480" y="773120"/>
                  <a:pt x="445309" y="797758"/>
                  <a:pt x="474011" y="822523"/>
                </a:cubicBezTo>
                <a:lnTo>
                  <a:pt x="482266" y="827476"/>
                </a:lnTo>
                <a:cubicBezTo>
                  <a:pt x="520874" y="809823"/>
                  <a:pt x="558974" y="824555"/>
                  <a:pt x="573706" y="857067"/>
                </a:cubicBezTo>
                <a:cubicBezTo>
                  <a:pt x="588311" y="889198"/>
                  <a:pt x="574468" y="927298"/>
                  <a:pt x="542083" y="941903"/>
                </a:cubicBezTo>
                <a:lnTo>
                  <a:pt x="525954" y="944443"/>
                </a:lnTo>
                <a:cubicBezTo>
                  <a:pt x="499284" y="946983"/>
                  <a:pt x="482647" y="944189"/>
                  <a:pt x="468804" y="929838"/>
                </a:cubicBezTo>
                <a:cubicBezTo>
                  <a:pt x="452802" y="913201"/>
                  <a:pt x="442261" y="885388"/>
                  <a:pt x="457374" y="852114"/>
                </a:cubicBezTo>
                <a:lnTo>
                  <a:pt x="364537" y="772485"/>
                </a:lnTo>
                <a:cubicBezTo>
                  <a:pt x="351837" y="781375"/>
                  <a:pt x="338248" y="788106"/>
                  <a:pt x="322246" y="787979"/>
                </a:cubicBezTo>
                <a:cubicBezTo>
                  <a:pt x="306244" y="787852"/>
                  <a:pt x="292147" y="782518"/>
                  <a:pt x="279447" y="772231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83" name="Google Shape;1983;p28"/>
          <p:cNvGrpSpPr/>
          <p:nvPr/>
        </p:nvGrpSpPr>
        <p:grpSpPr>
          <a:xfrm>
            <a:off x="138506" y="9307774"/>
            <a:ext cx="801318" cy="443295"/>
            <a:chOff x="63500" y="63500"/>
            <a:chExt cx="1508506" cy="834517"/>
          </a:xfrm>
        </p:grpSpPr>
        <p:sp>
          <p:nvSpPr>
            <p:cNvPr id="1984" name="Google Shape;1984;p28"/>
            <p:cNvSpPr/>
            <p:nvPr/>
          </p:nvSpPr>
          <p:spPr>
            <a:xfrm>
              <a:off x="63500" y="63500"/>
              <a:ext cx="1508506" cy="834517"/>
            </a:xfrm>
            <a:custGeom>
              <a:rect b="b" l="l" r="r" t="t"/>
              <a:pathLst>
                <a:path extrusionOk="0" h="834517" w="1508506">
                  <a:moveTo>
                    <a:pt x="754253" y="30988"/>
                  </a:moveTo>
                  <a:cubicBezTo>
                    <a:pt x="355473" y="30988"/>
                    <a:pt x="30988" y="204216"/>
                    <a:pt x="30988" y="417195"/>
                  </a:cubicBezTo>
                  <a:cubicBezTo>
                    <a:pt x="30988" y="630174"/>
                    <a:pt x="355473" y="803402"/>
                    <a:pt x="754253" y="803402"/>
                  </a:cubicBezTo>
                  <a:cubicBezTo>
                    <a:pt x="1153033" y="803402"/>
                    <a:pt x="1477518" y="630174"/>
                    <a:pt x="1477518" y="417195"/>
                  </a:cubicBezTo>
                  <a:cubicBezTo>
                    <a:pt x="1477518" y="204216"/>
                    <a:pt x="1153033" y="30988"/>
                    <a:pt x="754253" y="30988"/>
                  </a:cubicBezTo>
                  <a:moveTo>
                    <a:pt x="754253" y="834390"/>
                  </a:moveTo>
                  <a:cubicBezTo>
                    <a:pt x="338328" y="834517"/>
                    <a:pt x="0" y="647319"/>
                    <a:pt x="0" y="417195"/>
                  </a:cubicBezTo>
                  <a:cubicBezTo>
                    <a:pt x="0" y="187071"/>
                    <a:pt x="338328" y="0"/>
                    <a:pt x="754253" y="0"/>
                  </a:cubicBezTo>
                  <a:cubicBezTo>
                    <a:pt x="1170178" y="0"/>
                    <a:pt x="1508506" y="187198"/>
                    <a:pt x="1508506" y="417195"/>
                  </a:cubicBezTo>
                  <a:cubicBezTo>
                    <a:pt x="1508506" y="647192"/>
                    <a:pt x="1170178" y="834517"/>
                    <a:pt x="754253" y="8345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28"/>
            <p:cNvSpPr/>
            <p:nvPr/>
          </p:nvSpPr>
          <p:spPr>
            <a:xfrm>
              <a:off x="309372" y="287274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28"/>
            <p:cNvSpPr/>
            <p:nvPr/>
          </p:nvSpPr>
          <p:spPr>
            <a:xfrm>
              <a:off x="515239" y="642112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28"/>
            <p:cNvSpPr/>
            <p:nvPr/>
          </p:nvSpPr>
          <p:spPr>
            <a:xfrm>
              <a:off x="372745" y="561467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28"/>
            <p:cNvSpPr/>
            <p:nvPr/>
          </p:nvSpPr>
          <p:spPr>
            <a:xfrm>
              <a:off x="453390" y="39331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28"/>
            <p:cNvSpPr/>
            <p:nvPr/>
          </p:nvSpPr>
          <p:spPr>
            <a:xfrm>
              <a:off x="957580" y="325755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28"/>
            <p:cNvSpPr/>
            <p:nvPr/>
          </p:nvSpPr>
          <p:spPr>
            <a:xfrm>
              <a:off x="850392" y="727202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28"/>
            <p:cNvSpPr/>
            <p:nvPr/>
          </p:nvSpPr>
          <p:spPr>
            <a:xfrm>
              <a:off x="217170" y="451358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28"/>
            <p:cNvSpPr/>
            <p:nvPr/>
          </p:nvSpPr>
          <p:spPr>
            <a:xfrm>
              <a:off x="618490" y="302006"/>
              <a:ext cx="35052" cy="34798"/>
            </a:xfrm>
            <a:custGeom>
              <a:rect b="b" l="l" r="r" t="t"/>
              <a:pathLst>
                <a:path extrusionOk="0" h="34798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747"/>
                  </a:lnTo>
                  <a:cubicBezTo>
                    <a:pt x="0" y="27051"/>
                    <a:pt x="7874" y="34798"/>
                    <a:pt x="17526" y="34798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28"/>
            <p:cNvSpPr/>
            <p:nvPr/>
          </p:nvSpPr>
          <p:spPr>
            <a:xfrm>
              <a:off x="1103122" y="708914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28"/>
            <p:cNvSpPr/>
            <p:nvPr/>
          </p:nvSpPr>
          <p:spPr>
            <a:xfrm>
              <a:off x="845947" y="435483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127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28"/>
            <p:cNvSpPr/>
            <p:nvPr/>
          </p:nvSpPr>
          <p:spPr>
            <a:xfrm>
              <a:off x="1069594" y="284734"/>
              <a:ext cx="35052" cy="34798"/>
            </a:xfrm>
            <a:custGeom>
              <a:rect b="b" l="l" r="r" t="t"/>
              <a:pathLst>
                <a:path extrusionOk="0" h="34798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747"/>
                  </a:lnTo>
                  <a:cubicBezTo>
                    <a:pt x="0" y="27051"/>
                    <a:pt x="7874" y="34798"/>
                    <a:pt x="17526" y="34798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28"/>
            <p:cNvSpPr/>
            <p:nvPr/>
          </p:nvSpPr>
          <p:spPr>
            <a:xfrm>
              <a:off x="615950" y="758190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28"/>
            <p:cNvSpPr/>
            <p:nvPr/>
          </p:nvSpPr>
          <p:spPr>
            <a:xfrm>
              <a:off x="930148" y="19392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28"/>
            <p:cNvSpPr/>
            <p:nvPr/>
          </p:nvSpPr>
          <p:spPr>
            <a:xfrm>
              <a:off x="1380236" y="346964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28"/>
            <p:cNvSpPr/>
            <p:nvPr/>
          </p:nvSpPr>
          <p:spPr>
            <a:xfrm>
              <a:off x="1293622" y="603377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28"/>
            <p:cNvSpPr/>
            <p:nvPr/>
          </p:nvSpPr>
          <p:spPr>
            <a:xfrm>
              <a:off x="691261" y="174498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28"/>
            <p:cNvSpPr/>
            <p:nvPr/>
          </p:nvSpPr>
          <p:spPr>
            <a:xfrm>
              <a:off x="1224153" y="416433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28"/>
            <p:cNvSpPr/>
            <p:nvPr/>
          </p:nvSpPr>
          <p:spPr>
            <a:xfrm>
              <a:off x="276733" y="615696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28"/>
            <p:cNvSpPr/>
            <p:nvPr/>
          </p:nvSpPr>
          <p:spPr>
            <a:xfrm>
              <a:off x="995299" y="455295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28"/>
            <p:cNvSpPr/>
            <p:nvPr/>
          </p:nvSpPr>
          <p:spPr>
            <a:xfrm>
              <a:off x="701421" y="568579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28"/>
            <p:cNvSpPr/>
            <p:nvPr/>
          </p:nvSpPr>
          <p:spPr>
            <a:xfrm>
              <a:off x="740029" y="366141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28"/>
            <p:cNvSpPr/>
            <p:nvPr/>
          </p:nvSpPr>
          <p:spPr>
            <a:xfrm>
              <a:off x="517525" y="16979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28"/>
            <p:cNvSpPr/>
            <p:nvPr/>
          </p:nvSpPr>
          <p:spPr>
            <a:xfrm>
              <a:off x="600075" y="435991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28"/>
            <p:cNvSpPr/>
            <p:nvPr/>
          </p:nvSpPr>
          <p:spPr>
            <a:xfrm>
              <a:off x="884809" y="609981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28"/>
            <p:cNvSpPr/>
            <p:nvPr/>
          </p:nvSpPr>
          <p:spPr>
            <a:xfrm>
              <a:off x="1108710" y="605028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28"/>
            <p:cNvSpPr/>
            <p:nvPr/>
          </p:nvSpPr>
          <p:spPr>
            <a:xfrm>
              <a:off x="1383157" y="511048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28"/>
            <p:cNvSpPr/>
            <p:nvPr/>
          </p:nvSpPr>
          <p:spPr>
            <a:xfrm>
              <a:off x="1134237" y="508381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28"/>
            <p:cNvSpPr/>
            <p:nvPr/>
          </p:nvSpPr>
          <p:spPr>
            <a:xfrm>
              <a:off x="1224407" y="237744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13" name="Google Shape;2013;p28"/>
          <p:cNvGrpSpPr/>
          <p:nvPr/>
        </p:nvGrpSpPr>
        <p:grpSpPr>
          <a:xfrm>
            <a:off x="198554" y="3255792"/>
            <a:ext cx="678939" cy="675634"/>
            <a:chOff x="63500" y="63500"/>
            <a:chExt cx="1043559" cy="1038479"/>
          </a:xfrm>
        </p:grpSpPr>
        <p:sp>
          <p:nvSpPr>
            <p:cNvPr id="2014" name="Google Shape;2014;p28"/>
            <p:cNvSpPr/>
            <p:nvPr/>
          </p:nvSpPr>
          <p:spPr>
            <a:xfrm>
              <a:off x="66929" y="144399"/>
              <a:ext cx="242316" cy="611378"/>
            </a:xfrm>
            <a:custGeom>
              <a:rect b="b" l="l" r="r" t="t"/>
              <a:pathLst>
                <a:path extrusionOk="0" h="611378" w="242316">
                  <a:moveTo>
                    <a:pt x="225044" y="611378"/>
                  </a:moveTo>
                  <a:lnTo>
                    <a:pt x="178308" y="611378"/>
                  </a:lnTo>
                  <a:cubicBezTo>
                    <a:pt x="78359" y="611378"/>
                    <a:pt x="0" y="535305"/>
                    <a:pt x="0" y="438277"/>
                  </a:cubicBezTo>
                  <a:cubicBezTo>
                    <a:pt x="0" y="350520"/>
                    <a:pt x="63246" y="276733"/>
                    <a:pt x="148717" y="262509"/>
                  </a:cubicBezTo>
                  <a:cubicBezTo>
                    <a:pt x="138049" y="234061"/>
                    <a:pt x="132588" y="203962"/>
                    <a:pt x="132588" y="173101"/>
                  </a:cubicBezTo>
                  <a:cubicBezTo>
                    <a:pt x="132588" y="112649"/>
                    <a:pt x="154305" y="53975"/>
                    <a:pt x="193675" y="8001"/>
                  </a:cubicBezTo>
                  <a:lnTo>
                    <a:pt x="210820" y="0"/>
                  </a:lnTo>
                  <a:cubicBezTo>
                    <a:pt x="225298" y="12446"/>
                    <a:pt x="226187" y="23241"/>
                    <a:pt x="219964" y="30607"/>
                  </a:cubicBezTo>
                  <a:cubicBezTo>
                    <a:pt x="185928" y="70358"/>
                    <a:pt x="167259" y="121031"/>
                    <a:pt x="167259" y="173228"/>
                  </a:cubicBezTo>
                  <a:cubicBezTo>
                    <a:pt x="167259" y="202819"/>
                    <a:pt x="172974" y="231521"/>
                    <a:pt x="184404" y="258572"/>
                  </a:cubicBezTo>
                  <a:lnTo>
                    <a:pt x="189357" y="270256"/>
                  </a:lnTo>
                  <a:cubicBezTo>
                    <a:pt x="191516" y="275336"/>
                    <a:pt x="191135" y="281051"/>
                    <a:pt x="188341" y="285750"/>
                  </a:cubicBezTo>
                  <a:lnTo>
                    <a:pt x="180721" y="293624"/>
                  </a:lnTo>
                  <a:lnTo>
                    <a:pt x="162687" y="295656"/>
                  </a:lnTo>
                  <a:cubicBezTo>
                    <a:pt x="89662" y="303403"/>
                    <a:pt x="34671" y="364871"/>
                    <a:pt x="34671" y="438277"/>
                  </a:cubicBezTo>
                  <a:cubicBezTo>
                    <a:pt x="34671" y="515874"/>
                    <a:pt x="97790" y="576707"/>
                    <a:pt x="178308" y="576707"/>
                  </a:cubicBezTo>
                  <a:lnTo>
                    <a:pt x="225044" y="576707"/>
                  </a:lnTo>
                  <a:cubicBezTo>
                    <a:pt x="234569" y="576707"/>
                    <a:pt x="242316" y="584454"/>
                    <a:pt x="242316" y="593979"/>
                  </a:cubicBezTo>
                  <a:lnTo>
                    <a:pt x="234569" y="611251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28"/>
            <p:cNvSpPr/>
            <p:nvPr/>
          </p:nvSpPr>
          <p:spPr>
            <a:xfrm>
              <a:off x="370797" y="63500"/>
              <a:ext cx="734484" cy="692277"/>
            </a:xfrm>
            <a:custGeom>
              <a:rect b="b" l="l" r="r" t="t"/>
              <a:pathLst>
                <a:path extrusionOk="0" h="692277" w="734484">
                  <a:moveTo>
                    <a:pt x="594149" y="692277"/>
                  </a:moveTo>
                  <a:lnTo>
                    <a:pt x="509567" y="692277"/>
                  </a:lnTo>
                  <a:cubicBezTo>
                    <a:pt x="500042" y="692277"/>
                    <a:pt x="492295" y="684530"/>
                    <a:pt x="492295" y="675005"/>
                  </a:cubicBezTo>
                  <a:lnTo>
                    <a:pt x="500042" y="657733"/>
                  </a:lnTo>
                  <a:lnTo>
                    <a:pt x="594149" y="657733"/>
                  </a:lnTo>
                  <a:cubicBezTo>
                    <a:pt x="654474" y="657733"/>
                    <a:pt x="699940" y="614426"/>
                    <a:pt x="699940" y="557149"/>
                  </a:cubicBezTo>
                  <a:cubicBezTo>
                    <a:pt x="699940" y="499872"/>
                    <a:pt x="654982" y="453517"/>
                    <a:pt x="597705" y="451612"/>
                  </a:cubicBezTo>
                  <a:lnTo>
                    <a:pt x="584370" y="451231"/>
                  </a:lnTo>
                  <a:cubicBezTo>
                    <a:pt x="578782" y="451104"/>
                    <a:pt x="573575" y="448183"/>
                    <a:pt x="570527" y="443484"/>
                  </a:cubicBezTo>
                  <a:lnTo>
                    <a:pt x="566844" y="432816"/>
                  </a:lnTo>
                  <a:lnTo>
                    <a:pt x="573829" y="415036"/>
                  </a:lnTo>
                  <a:cubicBezTo>
                    <a:pt x="582211" y="393700"/>
                    <a:pt x="586402" y="371348"/>
                    <a:pt x="586402" y="348869"/>
                  </a:cubicBezTo>
                  <a:cubicBezTo>
                    <a:pt x="586402" y="248793"/>
                    <a:pt x="504868" y="167259"/>
                    <a:pt x="404792" y="167259"/>
                  </a:cubicBezTo>
                  <a:cubicBezTo>
                    <a:pt x="376471" y="167259"/>
                    <a:pt x="349039" y="173736"/>
                    <a:pt x="323385" y="186690"/>
                  </a:cubicBezTo>
                  <a:lnTo>
                    <a:pt x="314368" y="191262"/>
                  </a:lnTo>
                  <a:lnTo>
                    <a:pt x="304970" y="193675"/>
                  </a:lnTo>
                  <a:cubicBezTo>
                    <a:pt x="295953" y="190246"/>
                    <a:pt x="292270" y="186690"/>
                    <a:pt x="290492" y="182245"/>
                  </a:cubicBezTo>
                  <a:lnTo>
                    <a:pt x="286682" y="172593"/>
                  </a:lnTo>
                  <a:cubicBezTo>
                    <a:pt x="252900" y="88773"/>
                    <a:pt x="172890" y="34671"/>
                    <a:pt x="82720" y="34671"/>
                  </a:cubicBezTo>
                  <a:cubicBezTo>
                    <a:pt x="61638" y="34671"/>
                    <a:pt x="40937" y="37592"/>
                    <a:pt x="20998" y="43434"/>
                  </a:cubicBezTo>
                  <a:lnTo>
                    <a:pt x="2202" y="40894"/>
                  </a:lnTo>
                  <a:cubicBezTo>
                    <a:pt x="-3259" y="22606"/>
                    <a:pt x="2075" y="12954"/>
                    <a:pt x="11219" y="10287"/>
                  </a:cubicBezTo>
                  <a:cubicBezTo>
                    <a:pt x="34333" y="3429"/>
                    <a:pt x="58336" y="0"/>
                    <a:pt x="82720" y="0"/>
                  </a:cubicBezTo>
                  <a:cubicBezTo>
                    <a:pt x="184320" y="0"/>
                    <a:pt x="274744" y="59436"/>
                    <a:pt x="315257" y="152019"/>
                  </a:cubicBezTo>
                  <a:cubicBezTo>
                    <a:pt x="343705" y="139065"/>
                    <a:pt x="373677" y="132461"/>
                    <a:pt x="404665" y="132461"/>
                  </a:cubicBezTo>
                  <a:cubicBezTo>
                    <a:pt x="523918" y="132461"/>
                    <a:pt x="620819" y="229489"/>
                    <a:pt x="620819" y="348615"/>
                  </a:cubicBezTo>
                  <a:cubicBezTo>
                    <a:pt x="620819" y="371983"/>
                    <a:pt x="617009" y="395097"/>
                    <a:pt x="609389" y="417449"/>
                  </a:cubicBezTo>
                  <a:cubicBezTo>
                    <a:pt x="680382" y="425069"/>
                    <a:pt x="734484" y="484378"/>
                    <a:pt x="734484" y="556895"/>
                  </a:cubicBezTo>
                  <a:cubicBezTo>
                    <a:pt x="734484" y="632714"/>
                    <a:pt x="672762" y="692150"/>
                    <a:pt x="594022" y="692150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28"/>
            <p:cNvSpPr/>
            <p:nvPr/>
          </p:nvSpPr>
          <p:spPr>
            <a:xfrm>
              <a:off x="414528" y="998093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28"/>
            <p:cNvSpPr/>
            <p:nvPr/>
          </p:nvSpPr>
          <p:spPr>
            <a:xfrm>
              <a:off x="414528" y="790448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28"/>
            <p:cNvSpPr/>
            <p:nvPr/>
          </p:nvSpPr>
          <p:spPr>
            <a:xfrm>
              <a:off x="414528" y="582803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28"/>
            <p:cNvSpPr/>
            <p:nvPr/>
          </p:nvSpPr>
          <p:spPr>
            <a:xfrm>
              <a:off x="343916" y="928878"/>
              <a:ext cx="484505" cy="173101"/>
            </a:xfrm>
            <a:custGeom>
              <a:rect b="b" l="l" r="r" t="t"/>
              <a:pathLst>
                <a:path extrusionOk="0" h="173101" w="484505">
                  <a:moveTo>
                    <a:pt x="34544" y="138430"/>
                  </a:moveTo>
                  <a:lnTo>
                    <a:pt x="449834" y="138430"/>
                  </a:lnTo>
                  <a:lnTo>
                    <a:pt x="449834" y="34544"/>
                  </a:lnTo>
                  <a:lnTo>
                    <a:pt x="34544" y="34544"/>
                  </a:lnTo>
                  <a:close/>
                  <a:moveTo>
                    <a:pt x="467233" y="173101"/>
                  </a:moveTo>
                  <a:lnTo>
                    <a:pt x="17272" y="173101"/>
                  </a:lnTo>
                  <a:cubicBezTo>
                    <a:pt x="7747" y="173101"/>
                    <a:pt x="0" y="165354"/>
                    <a:pt x="0" y="155829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28"/>
            <p:cNvSpPr/>
            <p:nvPr/>
          </p:nvSpPr>
          <p:spPr>
            <a:xfrm>
              <a:off x="343916" y="721233"/>
              <a:ext cx="484505" cy="172974"/>
            </a:xfrm>
            <a:custGeom>
              <a:rect b="b" l="l" r="r" t="t"/>
              <a:pathLst>
                <a:path extrusionOk="0" h="172974" w="484505">
                  <a:moveTo>
                    <a:pt x="34544" y="138303"/>
                  </a:moveTo>
                  <a:lnTo>
                    <a:pt x="449834" y="138303"/>
                  </a:lnTo>
                  <a:lnTo>
                    <a:pt x="449834" y="34544"/>
                  </a:lnTo>
                  <a:lnTo>
                    <a:pt x="34544" y="34544"/>
                  </a:lnTo>
                  <a:close/>
                  <a:moveTo>
                    <a:pt x="467233" y="172974"/>
                  </a:moveTo>
                  <a:lnTo>
                    <a:pt x="17272" y="172974"/>
                  </a:lnTo>
                  <a:cubicBezTo>
                    <a:pt x="7747" y="172974"/>
                    <a:pt x="0" y="165227"/>
                    <a:pt x="0" y="155702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28"/>
            <p:cNvSpPr/>
            <p:nvPr/>
          </p:nvSpPr>
          <p:spPr>
            <a:xfrm>
              <a:off x="343916" y="513461"/>
              <a:ext cx="484505" cy="173101"/>
            </a:xfrm>
            <a:custGeom>
              <a:rect b="b" l="l" r="r" t="t"/>
              <a:pathLst>
                <a:path extrusionOk="0" h="173101" w="484505">
                  <a:moveTo>
                    <a:pt x="34544" y="138430"/>
                  </a:moveTo>
                  <a:lnTo>
                    <a:pt x="449834" y="138430"/>
                  </a:lnTo>
                  <a:lnTo>
                    <a:pt x="449834" y="34671"/>
                  </a:lnTo>
                  <a:lnTo>
                    <a:pt x="34544" y="34671"/>
                  </a:lnTo>
                  <a:close/>
                  <a:moveTo>
                    <a:pt x="467233" y="173101"/>
                  </a:moveTo>
                  <a:lnTo>
                    <a:pt x="17272" y="173101"/>
                  </a:lnTo>
                  <a:cubicBezTo>
                    <a:pt x="7747" y="173101"/>
                    <a:pt x="0" y="165354"/>
                    <a:pt x="0" y="155829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28"/>
            <p:cNvSpPr/>
            <p:nvPr/>
          </p:nvSpPr>
          <p:spPr>
            <a:xfrm>
              <a:off x="170815" y="824992"/>
              <a:ext cx="138430" cy="207645"/>
            </a:xfrm>
            <a:custGeom>
              <a:rect b="b" l="l" r="r" t="t"/>
              <a:pathLst>
                <a:path extrusionOk="0" h="207645" w="138430">
                  <a:moveTo>
                    <a:pt x="51943" y="207645"/>
                  </a:moveTo>
                  <a:lnTo>
                    <a:pt x="17272" y="207645"/>
                  </a:lnTo>
                  <a:cubicBezTo>
                    <a:pt x="7747" y="207645"/>
                    <a:pt x="0" y="199898"/>
                    <a:pt x="0" y="190373"/>
                  </a:cubicBezTo>
                  <a:lnTo>
                    <a:pt x="7747" y="173101"/>
                  </a:lnTo>
                  <a:lnTo>
                    <a:pt x="51943" y="173101"/>
                  </a:lnTo>
                  <a:cubicBezTo>
                    <a:pt x="80518" y="173101"/>
                    <a:pt x="103886" y="149860"/>
                    <a:pt x="103886" y="121158"/>
                  </a:cubicBezTo>
                  <a:lnTo>
                    <a:pt x="103886" y="17272"/>
                  </a:lnTo>
                  <a:cubicBezTo>
                    <a:pt x="103886" y="7747"/>
                    <a:pt x="111633" y="0"/>
                    <a:pt x="121158" y="0"/>
                  </a:cubicBezTo>
                  <a:lnTo>
                    <a:pt x="138430" y="7747"/>
                  </a:lnTo>
                  <a:lnTo>
                    <a:pt x="138430" y="121158"/>
                  </a:lnTo>
                  <a:cubicBezTo>
                    <a:pt x="138430" y="168910"/>
                    <a:pt x="99568" y="207645"/>
                    <a:pt x="51943" y="207645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28"/>
            <p:cNvSpPr/>
            <p:nvPr/>
          </p:nvSpPr>
          <p:spPr>
            <a:xfrm>
              <a:off x="136271" y="790448"/>
              <a:ext cx="103759" cy="138430"/>
            </a:xfrm>
            <a:custGeom>
              <a:rect b="b" l="l" r="r" t="t"/>
              <a:pathLst>
                <a:path extrusionOk="0" h="138430" w="103759">
                  <a:moveTo>
                    <a:pt x="51816" y="138430"/>
                  </a:moveTo>
                  <a:lnTo>
                    <a:pt x="17272" y="138430"/>
                  </a:lnTo>
                  <a:cubicBezTo>
                    <a:pt x="7747" y="138430"/>
                    <a:pt x="0" y="130683"/>
                    <a:pt x="0" y="121158"/>
                  </a:cubicBezTo>
                  <a:lnTo>
                    <a:pt x="7747" y="103886"/>
                  </a:lnTo>
                  <a:lnTo>
                    <a:pt x="51943" y="103886"/>
                  </a:lnTo>
                  <a:cubicBezTo>
                    <a:pt x="61468" y="103886"/>
                    <a:pt x="69215" y="96139"/>
                    <a:pt x="69215" y="86614"/>
                  </a:cubicBezTo>
                  <a:lnTo>
                    <a:pt x="69215" y="17272"/>
                  </a:lnTo>
                  <a:cubicBezTo>
                    <a:pt x="69215" y="7747"/>
                    <a:pt x="76962" y="0"/>
                    <a:pt x="86487" y="0"/>
                  </a:cubicBezTo>
                  <a:lnTo>
                    <a:pt x="103759" y="7747"/>
                  </a:lnTo>
                  <a:lnTo>
                    <a:pt x="103759" y="86487"/>
                  </a:lnTo>
                  <a:cubicBezTo>
                    <a:pt x="103759" y="115062"/>
                    <a:pt x="80518" y="138430"/>
                    <a:pt x="51816" y="138430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28"/>
            <p:cNvSpPr/>
            <p:nvPr/>
          </p:nvSpPr>
          <p:spPr>
            <a:xfrm>
              <a:off x="863092" y="824992"/>
              <a:ext cx="138430" cy="207645"/>
            </a:xfrm>
            <a:custGeom>
              <a:rect b="b" l="l" r="r" t="t"/>
              <a:pathLst>
                <a:path extrusionOk="0" h="207645" w="138430">
                  <a:moveTo>
                    <a:pt x="121031" y="207645"/>
                  </a:moveTo>
                  <a:lnTo>
                    <a:pt x="86487" y="207645"/>
                  </a:lnTo>
                  <a:cubicBezTo>
                    <a:pt x="38735" y="207645"/>
                    <a:pt x="0" y="168783"/>
                    <a:pt x="0" y="121158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34544" y="7747"/>
                  </a:lnTo>
                  <a:lnTo>
                    <a:pt x="34544" y="121158"/>
                  </a:lnTo>
                  <a:cubicBezTo>
                    <a:pt x="34544" y="149860"/>
                    <a:pt x="57785" y="173101"/>
                    <a:pt x="86487" y="173101"/>
                  </a:cubicBezTo>
                  <a:lnTo>
                    <a:pt x="121158" y="173101"/>
                  </a:lnTo>
                  <a:cubicBezTo>
                    <a:pt x="130683" y="173101"/>
                    <a:pt x="138430" y="180848"/>
                    <a:pt x="138430" y="190373"/>
                  </a:cubicBezTo>
                  <a:lnTo>
                    <a:pt x="130683" y="207645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28"/>
            <p:cNvSpPr/>
            <p:nvPr/>
          </p:nvSpPr>
          <p:spPr>
            <a:xfrm>
              <a:off x="932307" y="790448"/>
              <a:ext cx="103759" cy="138430"/>
            </a:xfrm>
            <a:custGeom>
              <a:rect b="b" l="l" r="r" t="t"/>
              <a:pathLst>
                <a:path extrusionOk="0" h="138430" w="103759">
                  <a:moveTo>
                    <a:pt x="86487" y="138430"/>
                  </a:moveTo>
                  <a:lnTo>
                    <a:pt x="51943" y="138430"/>
                  </a:lnTo>
                  <a:cubicBezTo>
                    <a:pt x="23241" y="138430"/>
                    <a:pt x="0" y="115189"/>
                    <a:pt x="0" y="86487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34544" y="7747"/>
                  </a:lnTo>
                  <a:lnTo>
                    <a:pt x="34544" y="86487"/>
                  </a:lnTo>
                  <a:cubicBezTo>
                    <a:pt x="34544" y="96012"/>
                    <a:pt x="42291" y="103759"/>
                    <a:pt x="51816" y="103759"/>
                  </a:cubicBezTo>
                  <a:lnTo>
                    <a:pt x="86487" y="103759"/>
                  </a:lnTo>
                  <a:cubicBezTo>
                    <a:pt x="96012" y="103759"/>
                    <a:pt x="103759" y="111506"/>
                    <a:pt x="103759" y="121031"/>
                  </a:cubicBezTo>
                  <a:lnTo>
                    <a:pt x="96012" y="138303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28"/>
            <p:cNvSpPr/>
            <p:nvPr/>
          </p:nvSpPr>
          <p:spPr>
            <a:xfrm>
              <a:off x="1070737" y="894334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28"/>
            <p:cNvSpPr/>
            <p:nvPr/>
          </p:nvSpPr>
          <p:spPr>
            <a:xfrm>
              <a:off x="1036193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28"/>
            <p:cNvSpPr/>
            <p:nvPr/>
          </p:nvSpPr>
          <p:spPr>
            <a:xfrm>
              <a:off x="63500" y="894334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28"/>
            <p:cNvSpPr/>
            <p:nvPr/>
          </p:nvSpPr>
          <p:spPr>
            <a:xfrm>
              <a:off x="98171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28"/>
            <p:cNvSpPr/>
            <p:nvPr/>
          </p:nvSpPr>
          <p:spPr>
            <a:xfrm>
              <a:off x="652018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28"/>
            <p:cNvSpPr/>
            <p:nvPr/>
          </p:nvSpPr>
          <p:spPr>
            <a:xfrm>
              <a:off x="721233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28"/>
            <p:cNvSpPr/>
            <p:nvPr/>
          </p:nvSpPr>
          <p:spPr>
            <a:xfrm>
              <a:off x="652018" y="790448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28"/>
            <p:cNvSpPr/>
            <p:nvPr/>
          </p:nvSpPr>
          <p:spPr>
            <a:xfrm>
              <a:off x="721233" y="790448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28"/>
            <p:cNvSpPr/>
            <p:nvPr/>
          </p:nvSpPr>
          <p:spPr>
            <a:xfrm>
              <a:off x="652018" y="58280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28"/>
            <p:cNvSpPr/>
            <p:nvPr/>
          </p:nvSpPr>
          <p:spPr>
            <a:xfrm>
              <a:off x="721233" y="58280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28"/>
            <p:cNvSpPr/>
            <p:nvPr/>
          </p:nvSpPr>
          <p:spPr>
            <a:xfrm>
              <a:off x="306395" y="98065"/>
              <a:ext cx="37902" cy="37063"/>
            </a:xfrm>
            <a:custGeom>
              <a:rect b="b" l="l" r="r" t="t"/>
              <a:pathLst>
                <a:path extrusionOk="0" h="37063" w="37902">
                  <a:moveTo>
                    <a:pt x="16693" y="37063"/>
                  </a:moveTo>
                  <a:lnTo>
                    <a:pt x="5898" y="34523"/>
                  </a:lnTo>
                  <a:cubicBezTo>
                    <a:pt x="-2992" y="21950"/>
                    <a:pt x="-1087" y="11155"/>
                    <a:pt x="6660" y="5567"/>
                  </a:cubicBezTo>
                  <a:lnTo>
                    <a:pt x="10089" y="3154"/>
                  </a:lnTo>
                  <a:cubicBezTo>
                    <a:pt x="17963" y="-2307"/>
                    <a:pt x="28758" y="-529"/>
                    <a:pt x="34219" y="7345"/>
                  </a:cubicBezTo>
                  <a:lnTo>
                    <a:pt x="37902" y="25887"/>
                  </a:lnTo>
                  <a:lnTo>
                    <a:pt x="26599" y="33888"/>
                  </a:lnTo>
                  <a:lnTo>
                    <a:pt x="20122" y="37063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7" name="Google Shape;2037;p28"/>
          <p:cNvSpPr/>
          <p:nvPr/>
        </p:nvSpPr>
        <p:spPr>
          <a:xfrm>
            <a:off x="209864" y="4715635"/>
            <a:ext cx="743213" cy="804997"/>
          </a:xfrm>
          <a:custGeom>
            <a:rect b="b" l="l" r="r" t="t"/>
            <a:pathLst>
              <a:path extrusionOk="0" h="804997" w="743213">
                <a:moveTo>
                  <a:pt x="0" y="0"/>
                </a:moveTo>
                <a:lnTo>
                  <a:pt x="743213" y="0"/>
                </a:lnTo>
                <a:lnTo>
                  <a:pt x="743213" y="804997"/>
                </a:lnTo>
                <a:lnTo>
                  <a:pt x="0" y="804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291" l="-16090" r="-16830" t="-11419"/>
            </a:stretch>
          </a:blipFill>
          <a:ln>
            <a:noFill/>
          </a:ln>
        </p:spPr>
      </p:sp>
      <p:sp>
        <p:nvSpPr>
          <p:cNvPr id="2038" name="Google Shape;2038;p28"/>
          <p:cNvSpPr/>
          <p:nvPr/>
        </p:nvSpPr>
        <p:spPr>
          <a:xfrm>
            <a:off x="6873721" y="9529940"/>
            <a:ext cx="1354895" cy="466995"/>
          </a:xfrm>
          <a:custGeom>
            <a:rect b="b" l="l" r="r" t="t"/>
            <a:pathLst>
              <a:path extrusionOk="0" h="466995" w="1354895">
                <a:moveTo>
                  <a:pt x="0" y="0"/>
                </a:moveTo>
                <a:lnTo>
                  <a:pt x="1354895" y="0"/>
                </a:lnTo>
                <a:lnTo>
                  <a:pt x="1354895" y="466994"/>
                </a:lnTo>
                <a:lnTo>
                  <a:pt x="0" y="4669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39" name="Google Shape;2039;p28"/>
          <p:cNvSpPr/>
          <p:nvPr/>
        </p:nvSpPr>
        <p:spPr>
          <a:xfrm>
            <a:off x="8462186" y="9587767"/>
            <a:ext cx="1694380" cy="415653"/>
          </a:xfrm>
          <a:custGeom>
            <a:rect b="b" l="l" r="r" t="t"/>
            <a:pathLst>
              <a:path extrusionOk="0" h="415653" w="1694380">
                <a:moveTo>
                  <a:pt x="0" y="0"/>
                </a:moveTo>
                <a:lnTo>
                  <a:pt x="1694380" y="0"/>
                </a:lnTo>
                <a:lnTo>
                  <a:pt x="1694380" y="415652"/>
                </a:lnTo>
                <a:lnTo>
                  <a:pt x="0" y="4156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40" name="Google Shape;2040;p28"/>
          <p:cNvSpPr/>
          <p:nvPr/>
        </p:nvSpPr>
        <p:spPr>
          <a:xfrm>
            <a:off x="10317519" y="9477357"/>
            <a:ext cx="2368914" cy="614916"/>
          </a:xfrm>
          <a:custGeom>
            <a:rect b="b" l="l" r="r" t="t"/>
            <a:pathLst>
              <a:path extrusionOk="0" h="614916" w="2368914">
                <a:moveTo>
                  <a:pt x="0" y="0"/>
                </a:moveTo>
                <a:lnTo>
                  <a:pt x="2368913" y="0"/>
                </a:lnTo>
                <a:lnTo>
                  <a:pt x="2368913" y="614917"/>
                </a:lnTo>
                <a:lnTo>
                  <a:pt x="0" y="6149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41" name="Google Shape;2041;p28"/>
          <p:cNvSpPr/>
          <p:nvPr/>
        </p:nvSpPr>
        <p:spPr>
          <a:xfrm>
            <a:off x="5601568" y="9500406"/>
            <a:ext cx="1034028" cy="526062"/>
          </a:xfrm>
          <a:custGeom>
            <a:rect b="b" l="l" r="r" t="t"/>
            <a:pathLst>
              <a:path extrusionOk="0" h="526062" w="1034028">
                <a:moveTo>
                  <a:pt x="0" y="0"/>
                </a:moveTo>
                <a:lnTo>
                  <a:pt x="1034028" y="0"/>
                </a:lnTo>
                <a:lnTo>
                  <a:pt x="1034028" y="526062"/>
                </a:lnTo>
                <a:lnTo>
                  <a:pt x="0" y="526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42" name="Google Shape;2042;p28"/>
          <p:cNvSpPr txBox="1"/>
          <p:nvPr/>
        </p:nvSpPr>
        <p:spPr>
          <a:xfrm>
            <a:off x="1401000" y="2114650"/>
            <a:ext cx="16254600" cy="19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750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Condensed"/>
              <a:buChar char="●"/>
            </a:pPr>
            <a:r>
              <a:rPr b="1" i="1" lang="en-US" sz="31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Shift in Collaboration: 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Modern platforms (GitHub, GitLab) transformed code hosting into a </a:t>
            </a:r>
            <a:r>
              <a:rPr b="1"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global social network for developers.</a:t>
            </a:r>
            <a:endParaRPr b="1"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1750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Condensed"/>
              <a:buChar char="●"/>
            </a:pPr>
            <a:r>
              <a:rPr b="1" i="1" lang="en-US" sz="31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Core Impact: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They </a:t>
            </a:r>
            <a:r>
              <a:rPr b="1"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shifted the focus from central organizations to individual developers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, democratizing peer production.</a:t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graphicFrame>
        <p:nvGraphicFramePr>
          <p:cNvPr id="2043" name="Google Shape;2043;p28"/>
          <p:cNvGraphicFramePr/>
          <p:nvPr/>
        </p:nvGraphicFramePr>
        <p:xfrm>
          <a:off x="1513609" y="42810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{2EB0C4A9-A7B6-4682-9099-3721FA065EC6}</a:tableStyleId>
              </a:tblPr>
              <a:tblGrid>
                <a:gridCol w="8191500"/>
                <a:gridCol w="8191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>
                          <a:latin typeface="Barlow Condensed"/>
                          <a:ea typeface="Barlow Condensed"/>
                          <a:cs typeface="Barlow Condensed"/>
                          <a:sym typeface="Barlow Condensed"/>
                        </a:rPr>
                        <a:t>Before Social Coding</a:t>
                      </a:r>
                      <a:endParaRPr sz="3200">
                        <a:latin typeface="Barlow Condensed"/>
                        <a:ea typeface="Barlow Condensed"/>
                        <a:cs typeface="Barlow Condensed"/>
                        <a:sym typeface="Barlow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200">
                          <a:latin typeface="Barlow Condensed"/>
                          <a:ea typeface="Barlow Condensed"/>
                          <a:cs typeface="Barlow Condensed"/>
                          <a:sym typeface="Barlow Condensed"/>
                        </a:rPr>
                        <a:t>With Social Coding</a:t>
                      </a:r>
                      <a:endParaRPr sz="3200">
                        <a:latin typeface="Barlow Condensed"/>
                        <a:ea typeface="Barlow Condensed"/>
                        <a:cs typeface="Barlow Condensed"/>
                        <a:sym typeface="Barlow Condense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600">
                          <a:latin typeface="Barlow Condensed"/>
                          <a:ea typeface="Barlow Condensed"/>
                          <a:cs typeface="Barlow Condensed"/>
                          <a:sym typeface="Barlow Condensed"/>
                        </a:rPr>
                        <a:t>Rigid Hierarchy</a:t>
                      </a:r>
                      <a:r>
                        <a:rPr lang="en-US" sz="2600">
                          <a:latin typeface="Barlow Condensed"/>
                          <a:ea typeface="Barlow Condensed"/>
                          <a:cs typeface="Barlow Condensed"/>
                          <a:sym typeface="Barlow Condensed"/>
                        </a:rPr>
                        <a:t>: Strict separation between code producers and consumers.</a:t>
                      </a:r>
                      <a:endParaRPr sz="2600">
                        <a:latin typeface="Barlow Condensed"/>
                        <a:ea typeface="Barlow Condensed"/>
                        <a:cs typeface="Barlow Condensed"/>
                        <a:sym typeface="Barlow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600">
                          <a:latin typeface="Barlow Condensed"/>
                          <a:ea typeface="Barlow Condensed"/>
                          <a:cs typeface="Barlow Condensed"/>
                          <a:sym typeface="Barlow Condensed"/>
                        </a:rPr>
                        <a:t>Fluid Framework</a:t>
                      </a:r>
                      <a:r>
                        <a:rPr lang="en-US" sz="2600">
                          <a:latin typeface="Barlow Condensed"/>
                          <a:ea typeface="Barlow Condensed"/>
                          <a:cs typeface="Barlow Condensed"/>
                          <a:sym typeface="Barlow Condensed"/>
                        </a:rPr>
                        <a:t>: Consumers are producers. Anyone can contribute.</a:t>
                      </a:r>
                      <a:endParaRPr sz="2600">
                        <a:latin typeface="Barlow Condensed"/>
                        <a:ea typeface="Barlow Condensed"/>
                        <a:cs typeface="Barlow Condensed"/>
                        <a:sym typeface="Barlow Condense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600">
                          <a:latin typeface="Barlow Condensed"/>
                          <a:ea typeface="Barlow Condensed"/>
                          <a:cs typeface="Barlow Condensed"/>
                          <a:sym typeface="Barlow Condensed"/>
                        </a:rPr>
                        <a:t>High Barrier</a:t>
                      </a:r>
                      <a:r>
                        <a:rPr lang="en-US" sz="2600">
                          <a:latin typeface="Barlow Condensed"/>
                          <a:ea typeface="Barlow Condensed"/>
                          <a:cs typeface="Barlow Condensed"/>
                          <a:sym typeface="Barlow Condensed"/>
                        </a:rPr>
                        <a:t>: Only professional developers or core maintainers could easily contribute.</a:t>
                      </a:r>
                      <a:endParaRPr sz="2600">
                        <a:latin typeface="Barlow Condensed"/>
                        <a:ea typeface="Barlow Condensed"/>
                        <a:cs typeface="Barlow Condensed"/>
                        <a:sym typeface="Barlow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600">
                          <a:latin typeface="Barlow Condensed"/>
                          <a:ea typeface="Barlow Condensed"/>
                          <a:cs typeface="Barlow Condensed"/>
                          <a:sym typeface="Barlow Condensed"/>
                        </a:rPr>
                        <a:t>Low Barrier:</a:t>
                      </a:r>
                      <a:r>
                        <a:rPr lang="en-US" sz="2600">
                          <a:latin typeface="Barlow Condensed"/>
                          <a:ea typeface="Barlow Condensed"/>
                          <a:cs typeface="Barlow Condensed"/>
                          <a:sym typeface="Barlow Condensed"/>
                        </a:rPr>
                        <a:t> Forking and Pull Requests made contributing accessible to everyone.</a:t>
                      </a:r>
                      <a:endParaRPr sz="2600">
                        <a:latin typeface="Barlow Condensed"/>
                        <a:ea typeface="Barlow Condensed"/>
                        <a:cs typeface="Barlow Condensed"/>
                        <a:sym typeface="Barlow Condensed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600">
                          <a:latin typeface="Barlow Condensed"/>
                          <a:ea typeface="Barlow Condensed"/>
                          <a:cs typeface="Barlow Condensed"/>
                          <a:sym typeface="Barlow Condensed"/>
                        </a:rPr>
                        <a:t>Centralized Control</a:t>
                      </a:r>
                      <a:r>
                        <a:rPr lang="en-US" sz="2600">
                          <a:latin typeface="Barlow Condensed"/>
                          <a:ea typeface="Barlow Condensed"/>
                          <a:cs typeface="Barlow Condensed"/>
                          <a:sym typeface="Barlow Condensed"/>
                        </a:rPr>
                        <a:t>: Heavy gatekeeping on what gets built and merged.</a:t>
                      </a:r>
                      <a:endParaRPr sz="2600">
                        <a:latin typeface="Barlow Condensed"/>
                        <a:ea typeface="Barlow Condensed"/>
                        <a:cs typeface="Barlow Condensed"/>
                        <a:sym typeface="Barlow Condense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600">
                          <a:latin typeface="Barlow Condensed"/>
                          <a:ea typeface="Barlow Condensed"/>
                          <a:cs typeface="Barlow Condensed"/>
                          <a:sym typeface="Barlow Condensed"/>
                        </a:rPr>
                        <a:t>Decentralized Innovation: </a:t>
                      </a:r>
                      <a:r>
                        <a:rPr lang="en-US" sz="2600">
                          <a:latin typeface="Barlow Condensed"/>
                          <a:ea typeface="Barlow Condensed"/>
                          <a:cs typeface="Barlow Condensed"/>
                          <a:sym typeface="Barlow Condensed"/>
                        </a:rPr>
                        <a:t>The community drives the evolution of the software.</a:t>
                      </a:r>
                      <a:endParaRPr sz="2600">
                        <a:latin typeface="Barlow Condensed"/>
                        <a:ea typeface="Barlow Condensed"/>
                        <a:cs typeface="Barlow Condensed"/>
                        <a:sym typeface="Barlow Condense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44" name="Google Shape;2044;p28"/>
          <p:cNvSpPr txBox="1"/>
          <p:nvPr/>
        </p:nvSpPr>
        <p:spPr>
          <a:xfrm>
            <a:off x="5565675" y="8177088"/>
            <a:ext cx="78594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999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GitHub didn’t just host code; it became the world's resume for developers and the town square for open source.</a:t>
            </a:r>
            <a:endParaRPr b="1" i="1" sz="2999">
              <a:solidFill>
                <a:srgbClr val="191D0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cxnSp>
        <p:nvCxnSpPr>
          <p:cNvPr id="2045" name="Google Shape;2045;p28"/>
          <p:cNvCxnSpPr/>
          <p:nvPr/>
        </p:nvCxnSpPr>
        <p:spPr>
          <a:xfrm>
            <a:off x="5735247" y="8081067"/>
            <a:ext cx="0" cy="11658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046" name="Google Shape;2046;p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271938" y="8904475"/>
            <a:ext cx="2007637" cy="84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7" name="Google Shape;2047;p2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778350" y="7774475"/>
            <a:ext cx="2603301" cy="105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7B9CE"/>
        </a:solidFill>
      </p:bgPr>
    </p:bg>
    <p:spTree>
      <p:nvGrpSpPr>
        <p:cNvPr id="2051" name="Shape 2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52" name="Google Shape;2052;p29"/>
          <p:cNvCxnSpPr/>
          <p:nvPr/>
        </p:nvCxnSpPr>
        <p:spPr>
          <a:xfrm>
            <a:off x="1051792" y="1798524"/>
            <a:ext cx="172593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3" name="Google Shape;2053;p29"/>
          <p:cNvCxnSpPr/>
          <p:nvPr/>
        </p:nvCxnSpPr>
        <p:spPr>
          <a:xfrm rot="-5400000">
            <a:off x="-4105275" y="5119688"/>
            <a:ext cx="102870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4" name="Google Shape;2054;p29"/>
          <p:cNvSpPr txBox="1"/>
          <p:nvPr/>
        </p:nvSpPr>
        <p:spPr>
          <a:xfrm>
            <a:off x="1592775" y="373150"/>
            <a:ext cx="16254600" cy="12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18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WHAT GITHUB ADDS TO GIT</a:t>
            </a:r>
            <a:endParaRPr/>
          </a:p>
        </p:txBody>
      </p:sp>
      <p:grpSp>
        <p:nvGrpSpPr>
          <p:cNvPr id="2055" name="Google Shape;2055;p29"/>
          <p:cNvGrpSpPr/>
          <p:nvPr/>
        </p:nvGrpSpPr>
        <p:grpSpPr>
          <a:xfrm>
            <a:off x="216606" y="6304895"/>
            <a:ext cx="642914" cy="632256"/>
            <a:chOff x="63500" y="63500"/>
            <a:chExt cx="988187" cy="971804"/>
          </a:xfrm>
        </p:grpSpPr>
        <p:sp>
          <p:nvSpPr>
            <p:cNvPr id="2056" name="Google Shape;2056;p29"/>
            <p:cNvSpPr/>
            <p:nvPr/>
          </p:nvSpPr>
          <p:spPr>
            <a:xfrm>
              <a:off x="857250" y="840994"/>
              <a:ext cx="129540" cy="129540"/>
            </a:xfrm>
            <a:custGeom>
              <a:rect b="b" l="l" r="r" t="t"/>
              <a:pathLst>
                <a:path extrusionOk="0" h="129540" w="129540">
                  <a:moveTo>
                    <a:pt x="64770" y="32385"/>
                  </a:moveTo>
                  <a:cubicBezTo>
                    <a:pt x="46863" y="32385"/>
                    <a:pt x="32385" y="46990"/>
                    <a:pt x="32385" y="64770"/>
                  </a:cubicBezTo>
                  <a:cubicBezTo>
                    <a:pt x="32385" y="82550"/>
                    <a:pt x="46990" y="97155"/>
                    <a:pt x="64770" y="97155"/>
                  </a:cubicBezTo>
                  <a:cubicBezTo>
                    <a:pt x="82550" y="97155"/>
                    <a:pt x="97155" y="82550"/>
                    <a:pt x="97155" y="64770"/>
                  </a:cubicBezTo>
                  <a:cubicBezTo>
                    <a:pt x="97155" y="46990"/>
                    <a:pt x="82550" y="32385"/>
                    <a:pt x="64770" y="32385"/>
                  </a:cubicBezTo>
                  <a:moveTo>
                    <a:pt x="64770" y="129540"/>
                  </a:moveTo>
                  <a:cubicBezTo>
                    <a:pt x="29083" y="129540"/>
                    <a:pt x="0" y="100457"/>
                    <a:pt x="0" y="64770"/>
                  </a:cubicBezTo>
                  <a:cubicBezTo>
                    <a:pt x="0" y="29083"/>
                    <a:pt x="29083" y="0"/>
                    <a:pt x="64770" y="0"/>
                  </a:cubicBezTo>
                  <a:cubicBezTo>
                    <a:pt x="100457" y="0"/>
                    <a:pt x="129540" y="29083"/>
                    <a:pt x="129540" y="64770"/>
                  </a:cubicBezTo>
                  <a:cubicBezTo>
                    <a:pt x="129540" y="100457"/>
                    <a:pt x="100457" y="129540"/>
                    <a:pt x="64770" y="1295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29"/>
            <p:cNvSpPr/>
            <p:nvPr/>
          </p:nvSpPr>
          <p:spPr>
            <a:xfrm>
              <a:off x="905764" y="225552"/>
              <a:ext cx="32512" cy="647827"/>
            </a:xfrm>
            <a:custGeom>
              <a:rect b="b" l="l" r="r" t="t"/>
              <a:pathLst>
                <a:path extrusionOk="0" h="647827" w="32512">
                  <a:moveTo>
                    <a:pt x="16256" y="647827"/>
                  </a:moveTo>
                  <a:lnTo>
                    <a:pt x="0" y="640588"/>
                  </a:lnTo>
                  <a:lnTo>
                    <a:pt x="0" y="16129"/>
                  </a:lnTo>
                  <a:cubicBezTo>
                    <a:pt x="0" y="7112"/>
                    <a:pt x="7239" y="0"/>
                    <a:pt x="16256" y="0"/>
                  </a:cubicBezTo>
                  <a:lnTo>
                    <a:pt x="32512" y="7239"/>
                  </a:lnTo>
                  <a:lnTo>
                    <a:pt x="32512" y="631698"/>
                  </a:lnTo>
                  <a:cubicBezTo>
                    <a:pt x="32512" y="640588"/>
                    <a:pt x="25273" y="647827"/>
                    <a:pt x="16256" y="64782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29"/>
            <p:cNvSpPr/>
            <p:nvPr/>
          </p:nvSpPr>
          <p:spPr>
            <a:xfrm>
              <a:off x="121679" y="510286"/>
              <a:ext cx="44042" cy="38989"/>
            </a:xfrm>
            <a:custGeom>
              <a:rect b="b" l="l" r="r" t="t"/>
              <a:pathLst>
                <a:path extrusionOk="0" h="38989" w="44042">
                  <a:moveTo>
                    <a:pt x="27927" y="38989"/>
                  </a:moveTo>
                  <a:lnTo>
                    <a:pt x="23990" y="38608"/>
                  </a:lnTo>
                  <a:lnTo>
                    <a:pt x="10401" y="33401"/>
                  </a:lnTo>
                  <a:cubicBezTo>
                    <a:pt x="2019" y="30226"/>
                    <a:pt x="-2172" y="20828"/>
                    <a:pt x="1130" y="12446"/>
                  </a:cubicBezTo>
                  <a:lnTo>
                    <a:pt x="13703" y="0"/>
                  </a:lnTo>
                  <a:lnTo>
                    <a:pt x="33642" y="7620"/>
                  </a:lnTo>
                  <a:cubicBezTo>
                    <a:pt x="42024" y="10795"/>
                    <a:pt x="46215" y="20193"/>
                    <a:pt x="42913" y="28575"/>
                  </a:cubicBezTo>
                  <a:lnTo>
                    <a:pt x="34277" y="3898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29"/>
            <p:cNvSpPr/>
            <p:nvPr/>
          </p:nvSpPr>
          <p:spPr>
            <a:xfrm>
              <a:off x="180213" y="535721"/>
              <a:ext cx="620903" cy="90770"/>
            </a:xfrm>
            <a:custGeom>
              <a:rect b="b" l="l" r="r" t="t"/>
              <a:pathLst>
                <a:path extrusionOk="0" h="90770" w="620903">
                  <a:moveTo>
                    <a:pt x="476758" y="90770"/>
                  </a:moveTo>
                  <a:lnTo>
                    <a:pt x="300863" y="90770"/>
                  </a:lnTo>
                  <a:cubicBezTo>
                    <a:pt x="291211" y="90770"/>
                    <a:pt x="281813" y="88230"/>
                    <a:pt x="273431" y="83531"/>
                  </a:cubicBezTo>
                  <a:lnTo>
                    <a:pt x="193675" y="37938"/>
                  </a:lnTo>
                  <a:cubicBezTo>
                    <a:pt x="190246" y="36033"/>
                    <a:pt x="186309" y="34890"/>
                    <a:pt x="182245" y="34890"/>
                  </a:cubicBezTo>
                  <a:lnTo>
                    <a:pt x="32385" y="34890"/>
                  </a:lnTo>
                  <a:cubicBezTo>
                    <a:pt x="25527" y="34890"/>
                    <a:pt x="18923" y="33620"/>
                    <a:pt x="12446" y="31207"/>
                  </a:cubicBezTo>
                  <a:lnTo>
                    <a:pt x="0" y="18634"/>
                  </a:lnTo>
                  <a:cubicBezTo>
                    <a:pt x="6477" y="1997"/>
                    <a:pt x="15875" y="-2194"/>
                    <a:pt x="24130" y="981"/>
                  </a:cubicBezTo>
                  <a:lnTo>
                    <a:pt x="29464" y="2505"/>
                  </a:lnTo>
                  <a:lnTo>
                    <a:pt x="182372" y="2505"/>
                  </a:lnTo>
                  <a:cubicBezTo>
                    <a:pt x="192024" y="2505"/>
                    <a:pt x="201549" y="5045"/>
                    <a:pt x="209804" y="9744"/>
                  </a:cubicBezTo>
                  <a:lnTo>
                    <a:pt x="289560" y="55337"/>
                  </a:lnTo>
                  <a:cubicBezTo>
                    <a:pt x="292989" y="57242"/>
                    <a:pt x="296926" y="58385"/>
                    <a:pt x="300863" y="58385"/>
                  </a:cubicBezTo>
                  <a:lnTo>
                    <a:pt x="476758" y="58385"/>
                  </a:lnTo>
                  <a:cubicBezTo>
                    <a:pt x="480314" y="58385"/>
                    <a:pt x="483870" y="57496"/>
                    <a:pt x="486918" y="55972"/>
                  </a:cubicBezTo>
                  <a:lnTo>
                    <a:pt x="526288" y="36287"/>
                  </a:lnTo>
                  <a:cubicBezTo>
                    <a:pt x="533908" y="32477"/>
                    <a:pt x="542417" y="30445"/>
                    <a:pt x="551053" y="30445"/>
                  </a:cubicBezTo>
                  <a:lnTo>
                    <a:pt x="604647" y="30445"/>
                  </a:lnTo>
                  <a:cubicBezTo>
                    <a:pt x="613664" y="30445"/>
                    <a:pt x="620903" y="37684"/>
                    <a:pt x="620903" y="46574"/>
                  </a:cubicBezTo>
                  <a:lnTo>
                    <a:pt x="613664" y="62830"/>
                  </a:lnTo>
                  <a:lnTo>
                    <a:pt x="551053" y="62830"/>
                  </a:lnTo>
                  <a:cubicBezTo>
                    <a:pt x="547497" y="62830"/>
                    <a:pt x="543941" y="63719"/>
                    <a:pt x="540893" y="65243"/>
                  </a:cubicBezTo>
                  <a:lnTo>
                    <a:pt x="501523" y="84928"/>
                  </a:lnTo>
                  <a:cubicBezTo>
                    <a:pt x="493903" y="88738"/>
                    <a:pt x="485394" y="90770"/>
                    <a:pt x="476758" y="907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29"/>
            <p:cNvSpPr/>
            <p:nvPr/>
          </p:nvSpPr>
          <p:spPr>
            <a:xfrm>
              <a:off x="378206" y="705739"/>
              <a:ext cx="120232" cy="139192"/>
            </a:xfrm>
            <a:custGeom>
              <a:rect b="b" l="l" r="r" t="t"/>
              <a:pathLst>
                <a:path extrusionOk="0" h="139192" w="120232">
                  <a:moveTo>
                    <a:pt x="89916" y="139192"/>
                  </a:moveTo>
                  <a:lnTo>
                    <a:pt x="78232" y="135890"/>
                  </a:lnTo>
                  <a:cubicBezTo>
                    <a:pt x="65532" y="110490"/>
                    <a:pt x="68326" y="86995"/>
                    <a:pt x="82423" y="70104"/>
                  </a:cubicBezTo>
                  <a:lnTo>
                    <a:pt x="89408" y="53975"/>
                  </a:lnTo>
                  <a:cubicBezTo>
                    <a:pt x="81661" y="37465"/>
                    <a:pt x="73914" y="32512"/>
                    <a:pt x="64770" y="32512"/>
                  </a:cubicBezTo>
                  <a:lnTo>
                    <a:pt x="16256" y="32512"/>
                  </a:lnTo>
                  <a:cubicBezTo>
                    <a:pt x="7239" y="32512"/>
                    <a:pt x="0" y="25273"/>
                    <a:pt x="0" y="16256"/>
                  </a:cubicBezTo>
                  <a:lnTo>
                    <a:pt x="7239" y="0"/>
                  </a:lnTo>
                  <a:lnTo>
                    <a:pt x="64897" y="0"/>
                  </a:lnTo>
                  <a:cubicBezTo>
                    <a:pt x="86614" y="0"/>
                    <a:pt x="105791" y="12192"/>
                    <a:pt x="114935" y="31877"/>
                  </a:cubicBezTo>
                  <a:cubicBezTo>
                    <a:pt x="124079" y="51562"/>
                    <a:pt x="121285" y="74041"/>
                    <a:pt x="107315" y="90805"/>
                  </a:cubicBezTo>
                  <a:lnTo>
                    <a:pt x="100457" y="107569"/>
                  </a:lnTo>
                  <a:cubicBezTo>
                    <a:pt x="108585" y="123698"/>
                    <a:pt x="105283" y="133477"/>
                    <a:pt x="97282" y="137414"/>
                  </a:cubicBezTo>
                  <a:lnTo>
                    <a:pt x="92456" y="13906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29"/>
            <p:cNvSpPr/>
            <p:nvPr/>
          </p:nvSpPr>
          <p:spPr>
            <a:xfrm>
              <a:off x="322072" y="705866"/>
              <a:ext cx="49657" cy="32385"/>
            </a:xfrm>
            <a:custGeom>
              <a:rect b="b" l="l" r="r" t="t"/>
              <a:pathLst>
                <a:path extrusionOk="0" h="32385" w="49657">
                  <a:moveTo>
                    <a:pt x="33401" y="32385"/>
                  </a:moveTo>
                  <a:lnTo>
                    <a:pt x="16256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33401" y="0"/>
                  </a:lnTo>
                  <a:cubicBezTo>
                    <a:pt x="42418" y="0"/>
                    <a:pt x="49657" y="7239"/>
                    <a:pt x="49657" y="16256"/>
                  </a:cubicBezTo>
                  <a:lnTo>
                    <a:pt x="42418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29"/>
            <p:cNvSpPr/>
            <p:nvPr/>
          </p:nvSpPr>
          <p:spPr>
            <a:xfrm>
              <a:off x="247178" y="717997"/>
              <a:ext cx="67401" cy="46670"/>
            </a:xfrm>
            <a:custGeom>
              <a:rect b="b" l="l" r="r" t="t"/>
              <a:pathLst>
                <a:path extrusionOk="0" h="46670" w="67401">
                  <a:moveTo>
                    <a:pt x="15204" y="46670"/>
                  </a:moveTo>
                  <a:lnTo>
                    <a:pt x="2631" y="42733"/>
                  </a:lnTo>
                  <a:cubicBezTo>
                    <a:pt x="-3084" y="27874"/>
                    <a:pt x="1107" y="18603"/>
                    <a:pt x="9489" y="15301"/>
                  </a:cubicBezTo>
                  <a:lnTo>
                    <a:pt x="46446" y="1077"/>
                  </a:lnTo>
                  <a:cubicBezTo>
                    <a:pt x="54828" y="-2098"/>
                    <a:pt x="64226" y="1966"/>
                    <a:pt x="67401" y="10348"/>
                  </a:cubicBezTo>
                  <a:lnTo>
                    <a:pt x="66385" y="28128"/>
                  </a:lnTo>
                  <a:lnTo>
                    <a:pt x="21046" y="45527"/>
                  </a:lnTo>
                  <a:cubicBezTo>
                    <a:pt x="19141" y="46289"/>
                    <a:pt x="17109" y="46670"/>
                    <a:pt x="15204" y="466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29"/>
            <p:cNvSpPr/>
            <p:nvPr/>
          </p:nvSpPr>
          <p:spPr>
            <a:xfrm>
              <a:off x="719420" y="632964"/>
              <a:ext cx="70253" cy="65409"/>
            </a:xfrm>
            <a:custGeom>
              <a:rect b="b" l="l" r="r" t="t"/>
              <a:pathLst>
                <a:path extrusionOk="0" h="65409" w="70253">
                  <a:moveTo>
                    <a:pt x="20609" y="65409"/>
                  </a:moveTo>
                  <a:lnTo>
                    <a:pt x="11084" y="63377"/>
                  </a:lnTo>
                  <a:cubicBezTo>
                    <a:pt x="2321" y="53852"/>
                    <a:pt x="-346" y="45978"/>
                    <a:pt x="35" y="37596"/>
                  </a:cubicBezTo>
                  <a:cubicBezTo>
                    <a:pt x="543" y="27690"/>
                    <a:pt x="5369" y="17911"/>
                    <a:pt x="13243" y="10672"/>
                  </a:cubicBezTo>
                  <a:cubicBezTo>
                    <a:pt x="20101" y="4449"/>
                    <a:pt x="28483" y="766"/>
                    <a:pt x="36992" y="131"/>
                  </a:cubicBezTo>
                  <a:cubicBezTo>
                    <a:pt x="46898" y="-758"/>
                    <a:pt x="56169" y="2925"/>
                    <a:pt x="62519" y="9783"/>
                  </a:cubicBezTo>
                  <a:cubicBezTo>
                    <a:pt x="71409" y="19562"/>
                    <a:pt x="72806" y="34294"/>
                    <a:pt x="65821" y="47375"/>
                  </a:cubicBezTo>
                  <a:lnTo>
                    <a:pt x="51851" y="58297"/>
                  </a:lnTo>
                  <a:cubicBezTo>
                    <a:pt x="36484" y="50169"/>
                    <a:pt x="33309" y="41025"/>
                    <a:pt x="36611" y="33405"/>
                  </a:cubicBezTo>
                  <a:lnTo>
                    <a:pt x="35595" y="34167"/>
                  </a:lnTo>
                  <a:lnTo>
                    <a:pt x="32420" y="38866"/>
                  </a:lnTo>
                  <a:cubicBezTo>
                    <a:pt x="38516" y="45851"/>
                    <a:pt x="37627" y="55376"/>
                    <a:pt x="31023" y="61472"/>
                  </a:cubicBezTo>
                  <a:lnTo>
                    <a:pt x="24419" y="6540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29"/>
            <p:cNvSpPr/>
            <p:nvPr/>
          </p:nvSpPr>
          <p:spPr>
            <a:xfrm>
              <a:off x="580547" y="726757"/>
              <a:ext cx="87425" cy="82106"/>
            </a:xfrm>
            <a:custGeom>
              <a:rect b="b" l="l" r="r" t="t"/>
              <a:pathLst>
                <a:path extrusionOk="0" h="82106" w="87425">
                  <a:moveTo>
                    <a:pt x="30069" y="54801"/>
                  </a:moveTo>
                  <a:lnTo>
                    <a:pt x="30069" y="54801"/>
                  </a:lnTo>
                  <a:lnTo>
                    <a:pt x="30069" y="54801"/>
                  </a:lnTo>
                  <a:moveTo>
                    <a:pt x="18131" y="81852"/>
                  </a:moveTo>
                  <a:lnTo>
                    <a:pt x="9368" y="80074"/>
                  </a:lnTo>
                  <a:cubicBezTo>
                    <a:pt x="-7015" y="62040"/>
                    <a:pt x="-1046" y="37148"/>
                    <a:pt x="20544" y="17590"/>
                  </a:cubicBezTo>
                  <a:lnTo>
                    <a:pt x="48611" y="1461"/>
                  </a:lnTo>
                  <a:cubicBezTo>
                    <a:pt x="61438" y="-1968"/>
                    <a:pt x="73122" y="699"/>
                    <a:pt x="80488" y="8827"/>
                  </a:cubicBezTo>
                  <a:cubicBezTo>
                    <a:pt x="90521" y="19876"/>
                    <a:pt x="89632" y="37275"/>
                    <a:pt x="78075" y="54293"/>
                  </a:cubicBezTo>
                  <a:lnTo>
                    <a:pt x="62962" y="63564"/>
                  </a:lnTo>
                  <a:cubicBezTo>
                    <a:pt x="48230" y="53531"/>
                    <a:pt x="46325" y="43498"/>
                    <a:pt x="51278" y="36005"/>
                  </a:cubicBezTo>
                  <a:lnTo>
                    <a:pt x="51913" y="35116"/>
                  </a:lnTo>
                  <a:lnTo>
                    <a:pt x="45944" y="38291"/>
                  </a:lnTo>
                  <a:cubicBezTo>
                    <a:pt x="35149" y="48197"/>
                    <a:pt x="32355" y="54420"/>
                    <a:pt x="31720" y="57087"/>
                  </a:cubicBezTo>
                  <a:lnTo>
                    <a:pt x="34895" y="72454"/>
                  </a:lnTo>
                  <a:cubicBezTo>
                    <a:pt x="25878" y="80709"/>
                    <a:pt x="21941" y="82106"/>
                    <a:pt x="18131" y="821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29"/>
            <p:cNvSpPr/>
            <p:nvPr/>
          </p:nvSpPr>
          <p:spPr>
            <a:xfrm>
              <a:off x="584327" y="177351"/>
              <a:ext cx="66294" cy="45407"/>
            </a:xfrm>
            <a:custGeom>
              <a:rect b="b" l="l" r="r" t="t"/>
              <a:pathLst>
                <a:path extrusionOk="0" h="45407" w="66294">
                  <a:moveTo>
                    <a:pt x="49657" y="45280"/>
                  </a:moveTo>
                  <a:lnTo>
                    <a:pt x="39751" y="42994"/>
                  </a:lnTo>
                  <a:cubicBezTo>
                    <a:pt x="32258" y="32834"/>
                    <a:pt x="26543" y="31564"/>
                    <a:pt x="25019" y="32580"/>
                  </a:cubicBezTo>
                  <a:lnTo>
                    <a:pt x="7620" y="36390"/>
                  </a:lnTo>
                  <a:cubicBezTo>
                    <a:pt x="-3048" y="22039"/>
                    <a:pt x="-1397" y="11879"/>
                    <a:pt x="5715" y="6545"/>
                  </a:cubicBezTo>
                  <a:cubicBezTo>
                    <a:pt x="22606" y="-5901"/>
                    <a:pt x="48133" y="-59"/>
                    <a:pt x="62484" y="19499"/>
                  </a:cubicBezTo>
                  <a:lnTo>
                    <a:pt x="66294" y="36898"/>
                  </a:lnTo>
                  <a:cubicBezTo>
                    <a:pt x="56261" y="44264"/>
                    <a:pt x="52832" y="45407"/>
                    <a:pt x="49530" y="4540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29"/>
            <p:cNvSpPr/>
            <p:nvPr/>
          </p:nvSpPr>
          <p:spPr>
            <a:xfrm>
              <a:off x="175133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29"/>
            <p:cNvSpPr/>
            <p:nvPr/>
          </p:nvSpPr>
          <p:spPr>
            <a:xfrm>
              <a:off x="175133" y="316230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29"/>
            <p:cNvSpPr/>
            <p:nvPr/>
          </p:nvSpPr>
          <p:spPr>
            <a:xfrm>
              <a:off x="538226" y="372110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29"/>
            <p:cNvSpPr/>
            <p:nvPr/>
          </p:nvSpPr>
          <p:spPr>
            <a:xfrm>
              <a:off x="538226" y="204597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29"/>
            <p:cNvSpPr/>
            <p:nvPr/>
          </p:nvSpPr>
          <p:spPr>
            <a:xfrm>
              <a:off x="566166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29"/>
            <p:cNvSpPr/>
            <p:nvPr/>
          </p:nvSpPr>
          <p:spPr>
            <a:xfrm>
              <a:off x="370586" y="790956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29"/>
            <p:cNvSpPr/>
            <p:nvPr/>
          </p:nvSpPr>
          <p:spPr>
            <a:xfrm>
              <a:off x="398526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29"/>
            <p:cNvSpPr/>
            <p:nvPr/>
          </p:nvSpPr>
          <p:spPr>
            <a:xfrm>
              <a:off x="258953" y="59550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29"/>
            <p:cNvSpPr/>
            <p:nvPr/>
          </p:nvSpPr>
          <p:spPr>
            <a:xfrm>
              <a:off x="337820" y="254635"/>
              <a:ext cx="72771" cy="71882"/>
            </a:xfrm>
            <a:custGeom>
              <a:rect b="b" l="l" r="r" t="t"/>
              <a:pathLst>
                <a:path extrusionOk="0" h="71882" w="72771">
                  <a:moveTo>
                    <a:pt x="17653" y="71882"/>
                  </a:moveTo>
                  <a:lnTo>
                    <a:pt x="15621" y="71755"/>
                  </a:lnTo>
                  <a:lnTo>
                    <a:pt x="0" y="61341"/>
                  </a:lnTo>
                  <a:cubicBezTo>
                    <a:pt x="5969" y="30734"/>
                    <a:pt x="25781" y="0"/>
                    <a:pt x="56515" y="0"/>
                  </a:cubicBezTo>
                  <a:lnTo>
                    <a:pt x="72771" y="7239"/>
                  </a:lnTo>
                  <a:cubicBezTo>
                    <a:pt x="72771" y="25146"/>
                    <a:pt x="65532" y="32385"/>
                    <a:pt x="56515" y="32385"/>
                  </a:cubicBezTo>
                  <a:cubicBezTo>
                    <a:pt x="45720" y="32385"/>
                    <a:pt x="35560" y="48260"/>
                    <a:pt x="33528" y="58674"/>
                  </a:cubicBezTo>
                  <a:lnTo>
                    <a:pt x="25273" y="7175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29"/>
            <p:cNvSpPr/>
            <p:nvPr/>
          </p:nvSpPr>
          <p:spPr>
            <a:xfrm>
              <a:off x="406940" y="77309"/>
              <a:ext cx="195675" cy="104428"/>
            </a:xfrm>
            <a:custGeom>
              <a:rect b="b" l="l" r="r" t="t"/>
              <a:pathLst>
                <a:path extrusionOk="0" h="104428" w="195675">
                  <a:moveTo>
                    <a:pt x="15208" y="104428"/>
                  </a:moveTo>
                  <a:lnTo>
                    <a:pt x="2127" y="100110"/>
                  </a:lnTo>
                  <a:cubicBezTo>
                    <a:pt x="-2953" y="84870"/>
                    <a:pt x="1619" y="75726"/>
                    <a:pt x="10001" y="72805"/>
                  </a:cubicBezTo>
                  <a:lnTo>
                    <a:pt x="49117" y="57565"/>
                  </a:lnTo>
                  <a:lnTo>
                    <a:pt x="174339" y="1431"/>
                  </a:lnTo>
                  <a:cubicBezTo>
                    <a:pt x="182467" y="-2252"/>
                    <a:pt x="192119" y="1431"/>
                    <a:pt x="195675" y="9559"/>
                  </a:cubicBezTo>
                  <a:lnTo>
                    <a:pt x="195675" y="27339"/>
                  </a:lnTo>
                  <a:lnTo>
                    <a:pt x="62452" y="87029"/>
                  </a:lnTo>
                  <a:cubicBezTo>
                    <a:pt x="48736" y="93125"/>
                    <a:pt x="34512" y="98713"/>
                    <a:pt x="20288" y="103539"/>
                  </a:cubicBezTo>
                  <a:lnTo>
                    <a:pt x="16859" y="10442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29"/>
            <p:cNvSpPr/>
            <p:nvPr/>
          </p:nvSpPr>
          <p:spPr>
            <a:xfrm>
              <a:off x="331397" y="164918"/>
              <a:ext cx="51127" cy="35107"/>
            </a:xfrm>
            <a:custGeom>
              <a:rect b="b" l="l" r="r" t="t"/>
              <a:pathLst>
                <a:path extrusionOk="0" h="35107" w="51127">
                  <a:moveTo>
                    <a:pt x="15313" y="34980"/>
                  </a:moveTo>
                  <a:lnTo>
                    <a:pt x="581" y="29265"/>
                  </a:lnTo>
                  <a:cubicBezTo>
                    <a:pt x="-1959" y="12374"/>
                    <a:pt x="4137" y="4119"/>
                    <a:pt x="12900" y="2849"/>
                  </a:cubicBezTo>
                  <a:lnTo>
                    <a:pt x="25727" y="817"/>
                  </a:lnTo>
                  <a:cubicBezTo>
                    <a:pt x="40840" y="-2231"/>
                    <a:pt x="49476" y="3611"/>
                    <a:pt x="51127" y="12374"/>
                  </a:cubicBezTo>
                  <a:lnTo>
                    <a:pt x="47063" y="29646"/>
                  </a:lnTo>
                  <a:cubicBezTo>
                    <a:pt x="31442" y="32694"/>
                    <a:pt x="24584" y="33837"/>
                    <a:pt x="17726" y="34853"/>
                  </a:cubicBezTo>
                  <a:lnTo>
                    <a:pt x="16075" y="35107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29"/>
            <p:cNvSpPr/>
            <p:nvPr/>
          </p:nvSpPr>
          <p:spPr>
            <a:xfrm>
              <a:off x="264287" y="174137"/>
              <a:ext cx="43688" cy="34016"/>
            </a:xfrm>
            <a:custGeom>
              <a:rect b="b" l="l" r="r" t="t"/>
              <a:pathLst>
                <a:path extrusionOk="0" h="34016" w="43688">
                  <a:moveTo>
                    <a:pt x="15494" y="34016"/>
                  </a:moveTo>
                  <a:lnTo>
                    <a:pt x="381" y="27920"/>
                  </a:lnTo>
                  <a:cubicBezTo>
                    <a:pt x="-1651" y="10775"/>
                    <a:pt x="4699" y="2774"/>
                    <a:pt x="13589" y="1631"/>
                  </a:cubicBezTo>
                  <a:lnTo>
                    <a:pt x="25654" y="107"/>
                  </a:lnTo>
                  <a:cubicBezTo>
                    <a:pt x="34544" y="-909"/>
                    <a:pt x="42545" y="5441"/>
                    <a:pt x="43688" y="14331"/>
                  </a:cubicBezTo>
                  <a:lnTo>
                    <a:pt x="38354" y="31222"/>
                  </a:lnTo>
                  <a:lnTo>
                    <a:pt x="17399" y="33762"/>
                  </a:lnTo>
                  <a:lnTo>
                    <a:pt x="16129" y="3388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29"/>
            <p:cNvSpPr/>
            <p:nvPr/>
          </p:nvSpPr>
          <p:spPr>
            <a:xfrm>
              <a:off x="63500" y="63500"/>
              <a:ext cx="746506" cy="842391"/>
            </a:xfrm>
            <a:custGeom>
              <a:rect b="b" l="l" r="r" t="t"/>
              <a:pathLst>
                <a:path extrusionOk="0" h="842391" w="746506">
                  <a:moveTo>
                    <a:pt x="421132" y="842264"/>
                  </a:moveTo>
                  <a:cubicBezTo>
                    <a:pt x="188976" y="842264"/>
                    <a:pt x="0" y="653415"/>
                    <a:pt x="0" y="421132"/>
                  </a:cubicBezTo>
                  <a:cubicBezTo>
                    <a:pt x="0" y="188849"/>
                    <a:pt x="188976" y="0"/>
                    <a:pt x="421132" y="0"/>
                  </a:cubicBezTo>
                  <a:cubicBezTo>
                    <a:pt x="544449" y="0"/>
                    <a:pt x="661162" y="53975"/>
                    <a:pt x="741553" y="148082"/>
                  </a:cubicBezTo>
                  <a:lnTo>
                    <a:pt x="746506" y="165100"/>
                  </a:lnTo>
                  <a:cubicBezTo>
                    <a:pt x="732917" y="176657"/>
                    <a:pt x="722630" y="175895"/>
                    <a:pt x="716915" y="169164"/>
                  </a:cubicBezTo>
                  <a:cubicBezTo>
                    <a:pt x="642747" y="82169"/>
                    <a:pt x="534924" y="32385"/>
                    <a:pt x="421132" y="32385"/>
                  </a:cubicBezTo>
                  <a:cubicBezTo>
                    <a:pt x="206756" y="32385"/>
                    <a:pt x="32385" y="206756"/>
                    <a:pt x="32385" y="421132"/>
                  </a:cubicBezTo>
                  <a:cubicBezTo>
                    <a:pt x="32385" y="635508"/>
                    <a:pt x="206756" y="809879"/>
                    <a:pt x="421132" y="809879"/>
                  </a:cubicBezTo>
                  <a:cubicBezTo>
                    <a:pt x="531749" y="809879"/>
                    <a:pt x="637540" y="762381"/>
                    <a:pt x="711327" y="679577"/>
                  </a:cubicBezTo>
                  <a:lnTo>
                    <a:pt x="727583" y="672338"/>
                  </a:lnTo>
                  <a:cubicBezTo>
                    <a:pt x="740918" y="684276"/>
                    <a:pt x="741553" y="694436"/>
                    <a:pt x="735584" y="701167"/>
                  </a:cubicBezTo>
                  <a:cubicBezTo>
                    <a:pt x="655574" y="790956"/>
                    <a:pt x="541020" y="842391"/>
                    <a:pt x="421259" y="84239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29"/>
            <p:cNvSpPr/>
            <p:nvPr/>
          </p:nvSpPr>
          <p:spPr>
            <a:xfrm>
              <a:off x="792480" y="63500"/>
              <a:ext cx="259207" cy="971804"/>
            </a:xfrm>
            <a:custGeom>
              <a:rect b="b" l="l" r="r" t="t"/>
              <a:pathLst>
                <a:path extrusionOk="0" h="971804" w="259207">
                  <a:moveTo>
                    <a:pt x="129540" y="32385"/>
                  </a:moveTo>
                  <a:cubicBezTo>
                    <a:pt x="102743" y="32385"/>
                    <a:pt x="80899" y="54229"/>
                    <a:pt x="80899" y="81026"/>
                  </a:cubicBezTo>
                  <a:lnTo>
                    <a:pt x="80899" y="749300"/>
                  </a:lnTo>
                  <a:cubicBezTo>
                    <a:pt x="80899" y="754507"/>
                    <a:pt x="78359" y="759460"/>
                    <a:pt x="74041" y="762508"/>
                  </a:cubicBezTo>
                  <a:cubicBezTo>
                    <a:pt x="47498" y="781177"/>
                    <a:pt x="32385" y="810260"/>
                    <a:pt x="32385" y="842264"/>
                  </a:cubicBezTo>
                  <a:cubicBezTo>
                    <a:pt x="32385" y="895858"/>
                    <a:pt x="75946" y="939419"/>
                    <a:pt x="129540" y="939419"/>
                  </a:cubicBezTo>
                  <a:cubicBezTo>
                    <a:pt x="183134" y="939419"/>
                    <a:pt x="226695" y="895858"/>
                    <a:pt x="226695" y="842264"/>
                  </a:cubicBezTo>
                  <a:cubicBezTo>
                    <a:pt x="226695" y="810260"/>
                    <a:pt x="211455" y="781177"/>
                    <a:pt x="185039" y="762508"/>
                  </a:cubicBezTo>
                  <a:lnTo>
                    <a:pt x="178181" y="754507"/>
                  </a:lnTo>
                  <a:lnTo>
                    <a:pt x="178181" y="81026"/>
                  </a:lnTo>
                  <a:cubicBezTo>
                    <a:pt x="178181" y="54229"/>
                    <a:pt x="156337" y="32385"/>
                    <a:pt x="129540" y="32385"/>
                  </a:cubicBezTo>
                  <a:moveTo>
                    <a:pt x="129540" y="971804"/>
                  </a:moveTo>
                  <a:cubicBezTo>
                    <a:pt x="58039" y="971804"/>
                    <a:pt x="0" y="913638"/>
                    <a:pt x="0" y="842264"/>
                  </a:cubicBezTo>
                  <a:cubicBezTo>
                    <a:pt x="0" y="802386"/>
                    <a:pt x="17653" y="766064"/>
                    <a:pt x="48641" y="741172"/>
                  </a:cubicBezTo>
                  <a:lnTo>
                    <a:pt x="48641" y="81026"/>
                  </a:lnTo>
                  <a:cubicBezTo>
                    <a:pt x="48514" y="36322"/>
                    <a:pt x="84836" y="0"/>
                    <a:pt x="129540" y="0"/>
                  </a:cubicBezTo>
                  <a:cubicBezTo>
                    <a:pt x="174244" y="0"/>
                    <a:pt x="210566" y="36322"/>
                    <a:pt x="210566" y="81026"/>
                  </a:cubicBezTo>
                  <a:lnTo>
                    <a:pt x="210566" y="741172"/>
                  </a:lnTo>
                  <a:cubicBezTo>
                    <a:pt x="241554" y="766064"/>
                    <a:pt x="259207" y="802386"/>
                    <a:pt x="259207" y="842264"/>
                  </a:cubicBezTo>
                  <a:cubicBezTo>
                    <a:pt x="259207" y="913765"/>
                    <a:pt x="201041" y="971804"/>
                    <a:pt x="129667" y="97180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29"/>
            <p:cNvSpPr/>
            <p:nvPr/>
          </p:nvSpPr>
          <p:spPr>
            <a:xfrm>
              <a:off x="938276" y="355092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29"/>
            <p:cNvSpPr/>
            <p:nvPr/>
          </p:nvSpPr>
          <p:spPr>
            <a:xfrm>
              <a:off x="938276" y="257937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29"/>
            <p:cNvSpPr/>
            <p:nvPr/>
          </p:nvSpPr>
          <p:spPr>
            <a:xfrm>
              <a:off x="938276" y="549402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29"/>
            <p:cNvSpPr/>
            <p:nvPr/>
          </p:nvSpPr>
          <p:spPr>
            <a:xfrm>
              <a:off x="938276" y="452247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29"/>
            <p:cNvSpPr/>
            <p:nvPr/>
          </p:nvSpPr>
          <p:spPr>
            <a:xfrm>
              <a:off x="938276" y="743839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29"/>
            <p:cNvSpPr/>
            <p:nvPr/>
          </p:nvSpPr>
          <p:spPr>
            <a:xfrm>
              <a:off x="938276" y="646684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86" name="Google Shape;2086;p29"/>
          <p:cNvSpPr/>
          <p:nvPr/>
        </p:nvSpPr>
        <p:spPr>
          <a:xfrm>
            <a:off x="233877" y="502191"/>
            <a:ext cx="608364" cy="610534"/>
          </a:xfrm>
          <a:custGeom>
            <a:rect b="b" l="l" r="r" t="t"/>
            <a:pathLst>
              <a:path extrusionOk="0" h="939283" w="935944">
                <a:moveTo>
                  <a:pt x="594308" y="304156"/>
                </a:moveTo>
                <a:cubicBezTo>
                  <a:pt x="562304" y="328794"/>
                  <a:pt x="536650" y="358512"/>
                  <a:pt x="515060" y="395850"/>
                </a:cubicBezTo>
                <a:lnTo>
                  <a:pt x="522934" y="395596"/>
                </a:lnTo>
                <a:cubicBezTo>
                  <a:pt x="536523" y="387976"/>
                  <a:pt x="547953" y="381118"/>
                  <a:pt x="559256" y="374387"/>
                </a:cubicBezTo>
                <a:lnTo>
                  <a:pt x="562177" y="372355"/>
                </a:lnTo>
                <a:cubicBezTo>
                  <a:pt x="576147" y="350003"/>
                  <a:pt x="587069" y="328032"/>
                  <a:pt x="594308" y="304156"/>
                </a:cubicBezTo>
                <a:moveTo>
                  <a:pt x="385774" y="620259"/>
                </a:moveTo>
                <a:cubicBezTo>
                  <a:pt x="338784" y="635118"/>
                  <a:pt x="293826" y="676901"/>
                  <a:pt x="284682" y="713477"/>
                </a:cubicBezTo>
                <a:cubicBezTo>
                  <a:pt x="324560" y="689474"/>
                  <a:pt x="357834" y="659121"/>
                  <a:pt x="385774" y="620259"/>
                </a:cubicBezTo>
                <a:moveTo>
                  <a:pt x="626312" y="347209"/>
                </a:moveTo>
                <a:cubicBezTo>
                  <a:pt x="636218" y="344034"/>
                  <a:pt x="646632" y="342891"/>
                  <a:pt x="655522" y="335017"/>
                </a:cubicBezTo>
                <a:cubicBezTo>
                  <a:pt x="675715" y="317110"/>
                  <a:pt x="694257" y="297806"/>
                  <a:pt x="709243" y="275454"/>
                </a:cubicBezTo>
                <a:lnTo>
                  <a:pt x="730452" y="240910"/>
                </a:lnTo>
                <a:cubicBezTo>
                  <a:pt x="729690" y="239894"/>
                  <a:pt x="728928" y="238878"/>
                  <a:pt x="728166" y="237862"/>
                </a:cubicBezTo>
                <a:lnTo>
                  <a:pt x="664031" y="260341"/>
                </a:lnTo>
                <a:cubicBezTo>
                  <a:pt x="654379" y="263643"/>
                  <a:pt x="649934" y="269485"/>
                  <a:pt x="647394" y="279518"/>
                </a:cubicBezTo>
                <a:lnTo>
                  <a:pt x="626312" y="347209"/>
                </a:lnTo>
                <a:moveTo>
                  <a:pt x="325322" y="574666"/>
                </a:moveTo>
                <a:lnTo>
                  <a:pt x="243661" y="575428"/>
                </a:lnTo>
                <a:cubicBezTo>
                  <a:pt x="176605" y="571745"/>
                  <a:pt x="155142" y="570094"/>
                  <a:pt x="98627" y="534026"/>
                </a:cubicBezTo>
                <a:cubicBezTo>
                  <a:pt x="87451" y="526914"/>
                  <a:pt x="84530" y="514341"/>
                  <a:pt x="91007" y="503927"/>
                </a:cubicBezTo>
                <a:cubicBezTo>
                  <a:pt x="97611" y="493386"/>
                  <a:pt x="110311" y="490465"/>
                  <a:pt x="121995" y="497831"/>
                </a:cubicBezTo>
                <a:cubicBezTo>
                  <a:pt x="161238" y="522469"/>
                  <a:pt x="163397" y="519929"/>
                  <a:pt x="209117" y="528057"/>
                </a:cubicBezTo>
                <a:cubicBezTo>
                  <a:pt x="251916" y="535677"/>
                  <a:pt x="294715" y="535042"/>
                  <a:pt x="337387" y="526787"/>
                </a:cubicBezTo>
                <a:lnTo>
                  <a:pt x="340562" y="525771"/>
                </a:lnTo>
                <a:lnTo>
                  <a:pt x="340308" y="518786"/>
                </a:lnTo>
                <a:cubicBezTo>
                  <a:pt x="285444" y="459985"/>
                  <a:pt x="221055" y="423790"/>
                  <a:pt x="144855" y="409820"/>
                </a:cubicBezTo>
                <a:cubicBezTo>
                  <a:pt x="122249" y="405756"/>
                  <a:pt x="45668" y="401819"/>
                  <a:pt x="22681" y="400168"/>
                </a:cubicBezTo>
                <a:lnTo>
                  <a:pt x="5790" y="396485"/>
                </a:lnTo>
                <a:cubicBezTo>
                  <a:pt x="-1957" y="379975"/>
                  <a:pt x="-1195" y="372482"/>
                  <a:pt x="3758" y="365624"/>
                </a:cubicBezTo>
                <a:lnTo>
                  <a:pt x="15569" y="356988"/>
                </a:lnTo>
                <a:cubicBezTo>
                  <a:pt x="86943" y="356353"/>
                  <a:pt x="200354" y="373879"/>
                  <a:pt x="257123" y="402200"/>
                </a:cubicBezTo>
                <a:cubicBezTo>
                  <a:pt x="286968" y="417059"/>
                  <a:pt x="314400" y="435474"/>
                  <a:pt x="339546" y="457445"/>
                </a:cubicBezTo>
                <a:lnTo>
                  <a:pt x="343483" y="460493"/>
                </a:lnTo>
                <a:lnTo>
                  <a:pt x="353135" y="448936"/>
                </a:lnTo>
                <a:cubicBezTo>
                  <a:pt x="331037" y="426203"/>
                  <a:pt x="318083" y="415408"/>
                  <a:pt x="302335" y="407153"/>
                </a:cubicBezTo>
                <a:lnTo>
                  <a:pt x="253440" y="376165"/>
                </a:lnTo>
                <a:cubicBezTo>
                  <a:pt x="234263" y="366513"/>
                  <a:pt x="214070" y="357750"/>
                  <a:pt x="193369" y="353051"/>
                </a:cubicBezTo>
                <a:lnTo>
                  <a:pt x="115518" y="343399"/>
                </a:lnTo>
                <a:cubicBezTo>
                  <a:pt x="101421" y="342002"/>
                  <a:pt x="92150" y="335525"/>
                  <a:pt x="91134" y="323714"/>
                </a:cubicBezTo>
                <a:cubicBezTo>
                  <a:pt x="89864" y="310633"/>
                  <a:pt x="99008" y="299584"/>
                  <a:pt x="112724" y="300219"/>
                </a:cubicBezTo>
                <a:lnTo>
                  <a:pt x="176478" y="304791"/>
                </a:lnTo>
                <a:cubicBezTo>
                  <a:pt x="179018" y="304918"/>
                  <a:pt x="181558" y="305426"/>
                  <a:pt x="185495" y="305807"/>
                </a:cubicBezTo>
                <a:lnTo>
                  <a:pt x="183082" y="301235"/>
                </a:lnTo>
                <a:cubicBezTo>
                  <a:pt x="171144" y="279264"/>
                  <a:pt x="136219" y="207890"/>
                  <a:pt x="125932" y="187316"/>
                </a:cubicBezTo>
                <a:cubicBezTo>
                  <a:pt x="118566" y="172457"/>
                  <a:pt x="123011" y="159630"/>
                  <a:pt x="135584" y="154550"/>
                </a:cubicBezTo>
                <a:cubicBezTo>
                  <a:pt x="147903" y="149597"/>
                  <a:pt x="159079" y="155312"/>
                  <a:pt x="165429" y="170171"/>
                </a:cubicBezTo>
                <a:cubicBezTo>
                  <a:pt x="178383" y="200397"/>
                  <a:pt x="218769" y="279391"/>
                  <a:pt x="240613" y="304029"/>
                </a:cubicBezTo>
                <a:cubicBezTo>
                  <a:pt x="254837" y="320031"/>
                  <a:pt x="269950" y="334509"/>
                  <a:pt x="289762" y="344161"/>
                </a:cubicBezTo>
                <a:lnTo>
                  <a:pt x="331164" y="370704"/>
                </a:lnTo>
                <a:cubicBezTo>
                  <a:pt x="350468" y="385436"/>
                  <a:pt x="373074" y="390897"/>
                  <a:pt x="395680" y="396358"/>
                </a:cubicBezTo>
                <a:lnTo>
                  <a:pt x="406983" y="391786"/>
                </a:lnTo>
                <a:cubicBezTo>
                  <a:pt x="420445" y="388230"/>
                  <a:pt x="421715" y="383277"/>
                  <a:pt x="422985" y="376546"/>
                </a:cubicBezTo>
                <a:cubicBezTo>
                  <a:pt x="425271" y="364608"/>
                  <a:pt x="423620" y="353813"/>
                  <a:pt x="420064" y="342129"/>
                </a:cubicBezTo>
                <a:lnTo>
                  <a:pt x="401522" y="266818"/>
                </a:lnTo>
                <a:cubicBezTo>
                  <a:pt x="400633" y="263008"/>
                  <a:pt x="399490" y="258944"/>
                  <a:pt x="397458" y="255642"/>
                </a:cubicBezTo>
                <a:cubicBezTo>
                  <a:pt x="373709" y="217034"/>
                  <a:pt x="343229" y="184649"/>
                  <a:pt x="306526" y="158233"/>
                </a:cubicBezTo>
                <a:lnTo>
                  <a:pt x="297509" y="150740"/>
                </a:lnTo>
                <a:cubicBezTo>
                  <a:pt x="290143" y="137659"/>
                  <a:pt x="293064" y="127118"/>
                  <a:pt x="300430" y="120895"/>
                </a:cubicBezTo>
                <a:cubicBezTo>
                  <a:pt x="307796" y="114672"/>
                  <a:pt x="318591" y="113402"/>
                  <a:pt x="326846" y="120006"/>
                </a:cubicBezTo>
                <a:lnTo>
                  <a:pt x="387298" y="171568"/>
                </a:lnTo>
                <a:cubicBezTo>
                  <a:pt x="391997" y="175632"/>
                  <a:pt x="395934" y="180712"/>
                  <a:pt x="400887" y="186173"/>
                </a:cubicBezTo>
                <a:lnTo>
                  <a:pt x="408380" y="148200"/>
                </a:lnTo>
                <a:cubicBezTo>
                  <a:pt x="412317" y="133214"/>
                  <a:pt x="446099" y="30217"/>
                  <a:pt x="451306" y="15612"/>
                </a:cubicBezTo>
                <a:cubicBezTo>
                  <a:pt x="455751" y="2658"/>
                  <a:pt x="467562" y="-2803"/>
                  <a:pt x="479373" y="1388"/>
                </a:cubicBezTo>
                <a:cubicBezTo>
                  <a:pt x="490930" y="5579"/>
                  <a:pt x="496264" y="17644"/>
                  <a:pt x="491438" y="30725"/>
                </a:cubicBezTo>
                <a:cubicBezTo>
                  <a:pt x="478484" y="66285"/>
                  <a:pt x="442543" y="190872"/>
                  <a:pt x="442416" y="228845"/>
                </a:cubicBezTo>
                <a:cubicBezTo>
                  <a:pt x="442289" y="243069"/>
                  <a:pt x="445337" y="255515"/>
                  <a:pt x="454354" y="267580"/>
                </a:cubicBezTo>
                <a:lnTo>
                  <a:pt x="457148" y="262119"/>
                </a:lnTo>
                <a:cubicBezTo>
                  <a:pt x="486104" y="203064"/>
                  <a:pt x="491565" y="184903"/>
                  <a:pt x="541730" y="147057"/>
                </a:cubicBezTo>
                <a:lnTo>
                  <a:pt x="557224" y="139437"/>
                </a:lnTo>
                <a:cubicBezTo>
                  <a:pt x="573480" y="147057"/>
                  <a:pt x="577544" y="153153"/>
                  <a:pt x="578179" y="161154"/>
                </a:cubicBezTo>
                <a:lnTo>
                  <a:pt x="574242" y="176902"/>
                </a:lnTo>
                <a:cubicBezTo>
                  <a:pt x="534364" y="206747"/>
                  <a:pt x="540587" y="207255"/>
                  <a:pt x="518362" y="241418"/>
                </a:cubicBezTo>
                <a:cubicBezTo>
                  <a:pt x="502741" y="265421"/>
                  <a:pt x="490422" y="291075"/>
                  <a:pt x="480770" y="318126"/>
                </a:cubicBezTo>
                <a:lnTo>
                  <a:pt x="477214" y="334128"/>
                </a:lnTo>
                <a:cubicBezTo>
                  <a:pt x="481786" y="348352"/>
                  <a:pt x="482802" y="354448"/>
                  <a:pt x="484326" y="361052"/>
                </a:cubicBezTo>
                <a:lnTo>
                  <a:pt x="514679" y="321047"/>
                </a:lnTo>
                <a:cubicBezTo>
                  <a:pt x="540333" y="289805"/>
                  <a:pt x="570686" y="263643"/>
                  <a:pt x="605357" y="242815"/>
                </a:cubicBezTo>
                <a:lnTo>
                  <a:pt x="613104" y="236719"/>
                </a:lnTo>
                <a:cubicBezTo>
                  <a:pt x="613485" y="207128"/>
                  <a:pt x="614247" y="139564"/>
                  <a:pt x="614882" y="116069"/>
                </a:cubicBezTo>
                <a:lnTo>
                  <a:pt x="614501" y="111497"/>
                </a:lnTo>
                <a:cubicBezTo>
                  <a:pt x="614120" y="95622"/>
                  <a:pt x="622756" y="85716"/>
                  <a:pt x="635075" y="85208"/>
                </a:cubicBezTo>
                <a:cubicBezTo>
                  <a:pt x="647013" y="84700"/>
                  <a:pt x="656919" y="93590"/>
                  <a:pt x="657554" y="106671"/>
                </a:cubicBezTo>
                <a:cubicBezTo>
                  <a:pt x="658316" y="126483"/>
                  <a:pt x="658316" y="190237"/>
                  <a:pt x="658570" y="210176"/>
                </a:cubicBezTo>
                <a:lnTo>
                  <a:pt x="658570" y="212970"/>
                </a:lnTo>
                <a:lnTo>
                  <a:pt x="666952" y="212462"/>
                </a:lnTo>
                <a:cubicBezTo>
                  <a:pt x="687780" y="206366"/>
                  <a:pt x="704544" y="201159"/>
                  <a:pt x="721689" y="196968"/>
                </a:cubicBezTo>
                <a:cubicBezTo>
                  <a:pt x="743406" y="191761"/>
                  <a:pt x="755725" y="204842"/>
                  <a:pt x="750391" y="227194"/>
                </a:cubicBezTo>
                <a:lnTo>
                  <a:pt x="754201" y="228210"/>
                </a:lnTo>
                <a:cubicBezTo>
                  <a:pt x="770330" y="233544"/>
                  <a:pt x="776553" y="247133"/>
                  <a:pt x="768679" y="260595"/>
                </a:cubicBezTo>
                <a:lnTo>
                  <a:pt x="730452" y="320158"/>
                </a:lnTo>
                <a:cubicBezTo>
                  <a:pt x="728166" y="323714"/>
                  <a:pt x="725118" y="326889"/>
                  <a:pt x="721308" y="331461"/>
                </a:cubicBezTo>
                <a:lnTo>
                  <a:pt x="727912" y="331842"/>
                </a:lnTo>
                <a:cubicBezTo>
                  <a:pt x="760043" y="331969"/>
                  <a:pt x="757757" y="329810"/>
                  <a:pt x="786586" y="336668"/>
                </a:cubicBezTo>
                <a:cubicBezTo>
                  <a:pt x="800683" y="339970"/>
                  <a:pt x="808049" y="350511"/>
                  <a:pt x="805255" y="362957"/>
                </a:cubicBezTo>
                <a:cubicBezTo>
                  <a:pt x="802461" y="375403"/>
                  <a:pt x="791412" y="382007"/>
                  <a:pt x="777188" y="378832"/>
                </a:cubicBezTo>
                <a:cubicBezTo>
                  <a:pt x="731595" y="368672"/>
                  <a:pt x="717244" y="372101"/>
                  <a:pt x="671270" y="381245"/>
                </a:cubicBezTo>
                <a:lnTo>
                  <a:pt x="663142" y="384039"/>
                </a:lnTo>
                <a:cubicBezTo>
                  <a:pt x="635329" y="403089"/>
                  <a:pt x="609421" y="416678"/>
                  <a:pt x="581735" y="427092"/>
                </a:cubicBezTo>
                <a:lnTo>
                  <a:pt x="572591" y="432807"/>
                </a:lnTo>
                <a:lnTo>
                  <a:pt x="567257" y="442840"/>
                </a:lnTo>
                <a:cubicBezTo>
                  <a:pt x="570051" y="451857"/>
                  <a:pt x="574242" y="457572"/>
                  <a:pt x="575131" y="463922"/>
                </a:cubicBezTo>
                <a:cubicBezTo>
                  <a:pt x="576782" y="474463"/>
                  <a:pt x="583513" y="479416"/>
                  <a:pt x="591895" y="483988"/>
                </a:cubicBezTo>
                <a:cubicBezTo>
                  <a:pt x="670254" y="527549"/>
                  <a:pt x="815161" y="520691"/>
                  <a:pt x="900378" y="493132"/>
                </a:cubicBezTo>
                <a:lnTo>
                  <a:pt x="904696" y="491608"/>
                </a:lnTo>
                <a:cubicBezTo>
                  <a:pt x="919428" y="487290"/>
                  <a:pt x="930985" y="492878"/>
                  <a:pt x="934795" y="504435"/>
                </a:cubicBezTo>
                <a:cubicBezTo>
                  <a:pt x="938478" y="515611"/>
                  <a:pt x="933144" y="527549"/>
                  <a:pt x="921079" y="531359"/>
                </a:cubicBezTo>
                <a:lnTo>
                  <a:pt x="865326" y="546599"/>
                </a:lnTo>
                <a:cubicBezTo>
                  <a:pt x="855293" y="549012"/>
                  <a:pt x="782014" y="564633"/>
                  <a:pt x="770203" y="566411"/>
                </a:cubicBezTo>
                <a:lnTo>
                  <a:pt x="775410" y="570602"/>
                </a:lnTo>
                <a:cubicBezTo>
                  <a:pt x="794206" y="587747"/>
                  <a:pt x="811351" y="602733"/>
                  <a:pt x="827607" y="618735"/>
                </a:cubicBezTo>
                <a:cubicBezTo>
                  <a:pt x="839037" y="630038"/>
                  <a:pt x="838910" y="643246"/>
                  <a:pt x="829131" y="652263"/>
                </a:cubicBezTo>
                <a:cubicBezTo>
                  <a:pt x="819352" y="661280"/>
                  <a:pt x="806525" y="659756"/>
                  <a:pt x="795730" y="647818"/>
                </a:cubicBezTo>
                <a:cubicBezTo>
                  <a:pt x="747470" y="594859"/>
                  <a:pt x="688161" y="561712"/>
                  <a:pt x="617676" y="548631"/>
                </a:cubicBezTo>
                <a:lnTo>
                  <a:pt x="580846" y="544186"/>
                </a:lnTo>
                <a:cubicBezTo>
                  <a:pt x="573988" y="543297"/>
                  <a:pt x="570559" y="545710"/>
                  <a:pt x="569924" y="552949"/>
                </a:cubicBezTo>
                <a:lnTo>
                  <a:pt x="616787" y="563109"/>
                </a:lnTo>
                <a:cubicBezTo>
                  <a:pt x="694003" y="583175"/>
                  <a:pt x="813383" y="677663"/>
                  <a:pt x="866596" y="736972"/>
                </a:cubicBezTo>
                <a:cubicBezTo>
                  <a:pt x="876121" y="747513"/>
                  <a:pt x="875994" y="760848"/>
                  <a:pt x="866596" y="769357"/>
                </a:cubicBezTo>
                <a:cubicBezTo>
                  <a:pt x="857071" y="777993"/>
                  <a:pt x="844371" y="776977"/>
                  <a:pt x="834465" y="765928"/>
                </a:cubicBezTo>
                <a:cubicBezTo>
                  <a:pt x="795984" y="723002"/>
                  <a:pt x="695781" y="637023"/>
                  <a:pt x="641933" y="616449"/>
                </a:cubicBezTo>
                <a:cubicBezTo>
                  <a:pt x="611580" y="604892"/>
                  <a:pt x="580084" y="598034"/>
                  <a:pt x="547826" y="594732"/>
                </a:cubicBezTo>
                <a:lnTo>
                  <a:pt x="533856" y="594732"/>
                </a:lnTo>
                <a:cubicBezTo>
                  <a:pt x="523442" y="603622"/>
                  <a:pt x="518108" y="606035"/>
                  <a:pt x="512901" y="609210"/>
                </a:cubicBezTo>
                <a:cubicBezTo>
                  <a:pt x="533348" y="642865"/>
                  <a:pt x="558494" y="671948"/>
                  <a:pt x="588593" y="696713"/>
                </a:cubicBezTo>
                <a:cubicBezTo>
                  <a:pt x="626820" y="728082"/>
                  <a:pt x="654633" y="741163"/>
                  <a:pt x="702131" y="754752"/>
                </a:cubicBezTo>
                <a:cubicBezTo>
                  <a:pt x="716736" y="758943"/>
                  <a:pt x="723594" y="770246"/>
                  <a:pt x="719657" y="782565"/>
                </a:cubicBezTo>
                <a:cubicBezTo>
                  <a:pt x="715720" y="794884"/>
                  <a:pt x="704417" y="800218"/>
                  <a:pt x="690320" y="796281"/>
                </a:cubicBezTo>
                <a:cubicBezTo>
                  <a:pt x="654887" y="786375"/>
                  <a:pt x="636599" y="780914"/>
                  <a:pt x="605103" y="761610"/>
                </a:cubicBezTo>
                <a:cubicBezTo>
                  <a:pt x="562304" y="735321"/>
                  <a:pt x="525982" y="701920"/>
                  <a:pt x="496010" y="661661"/>
                </a:cubicBezTo>
                <a:lnTo>
                  <a:pt x="493851" y="658994"/>
                </a:lnTo>
                <a:lnTo>
                  <a:pt x="496518" y="672837"/>
                </a:lnTo>
                <a:cubicBezTo>
                  <a:pt x="528141" y="745227"/>
                  <a:pt x="623264" y="846065"/>
                  <a:pt x="684732" y="882006"/>
                </a:cubicBezTo>
                <a:lnTo>
                  <a:pt x="686764" y="883149"/>
                </a:lnTo>
                <a:cubicBezTo>
                  <a:pt x="700353" y="891277"/>
                  <a:pt x="704290" y="903215"/>
                  <a:pt x="697940" y="914391"/>
                </a:cubicBezTo>
                <a:cubicBezTo>
                  <a:pt x="691590" y="925567"/>
                  <a:pt x="678763" y="929123"/>
                  <a:pt x="666444" y="921249"/>
                </a:cubicBezTo>
                <a:lnTo>
                  <a:pt x="611707" y="883403"/>
                </a:lnTo>
                <a:cubicBezTo>
                  <a:pt x="577544" y="856098"/>
                  <a:pt x="500201" y="772405"/>
                  <a:pt x="478357" y="734559"/>
                </a:cubicBezTo>
                <a:lnTo>
                  <a:pt x="476325" y="731384"/>
                </a:lnTo>
                <a:cubicBezTo>
                  <a:pt x="474166" y="742306"/>
                  <a:pt x="474420" y="754498"/>
                  <a:pt x="474039" y="766817"/>
                </a:cubicBezTo>
                <a:cubicBezTo>
                  <a:pt x="472769" y="811394"/>
                  <a:pt x="463752" y="854320"/>
                  <a:pt x="447623" y="895849"/>
                </a:cubicBezTo>
                <a:cubicBezTo>
                  <a:pt x="442670" y="908549"/>
                  <a:pt x="430478" y="913883"/>
                  <a:pt x="418921" y="909311"/>
                </a:cubicBezTo>
                <a:cubicBezTo>
                  <a:pt x="407872" y="904866"/>
                  <a:pt x="403046" y="893055"/>
                  <a:pt x="407237" y="880482"/>
                </a:cubicBezTo>
                <a:lnTo>
                  <a:pt x="410031" y="872862"/>
                </a:lnTo>
                <a:cubicBezTo>
                  <a:pt x="412571" y="865242"/>
                  <a:pt x="413714" y="861432"/>
                  <a:pt x="415746" y="855209"/>
                </a:cubicBezTo>
                <a:cubicBezTo>
                  <a:pt x="404697" y="869179"/>
                  <a:pt x="359485" y="916804"/>
                  <a:pt x="349833" y="928742"/>
                </a:cubicBezTo>
                <a:lnTo>
                  <a:pt x="337514" y="939283"/>
                </a:lnTo>
                <a:cubicBezTo>
                  <a:pt x="311479" y="934965"/>
                  <a:pt x="305256" y="916423"/>
                  <a:pt x="315797" y="901818"/>
                </a:cubicBezTo>
                <a:cubicBezTo>
                  <a:pt x="329894" y="882514"/>
                  <a:pt x="380186" y="827777"/>
                  <a:pt x="392505" y="807457"/>
                </a:cubicBezTo>
                <a:cubicBezTo>
                  <a:pt x="410158" y="777993"/>
                  <a:pt x="421842" y="745735"/>
                  <a:pt x="425906" y="711699"/>
                </a:cubicBezTo>
                <a:cubicBezTo>
                  <a:pt x="427684" y="696586"/>
                  <a:pt x="422096" y="680584"/>
                  <a:pt x="419556" y="664963"/>
                </a:cubicBezTo>
                <a:lnTo>
                  <a:pt x="417397" y="657851"/>
                </a:lnTo>
                <a:lnTo>
                  <a:pt x="412190" y="657343"/>
                </a:lnTo>
                <a:cubicBezTo>
                  <a:pt x="371931" y="708397"/>
                  <a:pt x="323925" y="745989"/>
                  <a:pt x="266648" y="771389"/>
                </a:cubicBezTo>
                <a:lnTo>
                  <a:pt x="257758" y="776596"/>
                </a:lnTo>
                <a:cubicBezTo>
                  <a:pt x="254583" y="797424"/>
                  <a:pt x="251789" y="811902"/>
                  <a:pt x="248868" y="826253"/>
                </a:cubicBezTo>
                <a:cubicBezTo>
                  <a:pt x="246328" y="838699"/>
                  <a:pt x="234898" y="846192"/>
                  <a:pt x="223214" y="843525"/>
                </a:cubicBezTo>
                <a:cubicBezTo>
                  <a:pt x="212546" y="841112"/>
                  <a:pt x="205688" y="831968"/>
                  <a:pt x="206577" y="820411"/>
                </a:cubicBezTo>
                <a:lnTo>
                  <a:pt x="210260" y="791201"/>
                </a:lnTo>
                <a:cubicBezTo>
                  <a:pt x="204926" y="793106"/>
                  <a:pt x="200100" y="794249"/>
                  <a:pt x="195782" y="796535"/>
                </a:cubicBezTo>
                <a:cubicBezTo>
                  <a:pt x="184225" y="802377"/>
                  <a:pt x="172668" y="799583"/>
                  <a:pt x="164667" y="788407"/>
                </a:cubicBezTo>
                <a:cubicBezTo>
                  <a:pt x="157936" y="779136"/>
                  <a:pt x="159206" y="767960"/>
                  <a:pt x="167715" y="759451"/>
                </a:cubicBezTo>
                <a:lnTo>
                  <a:pt x="172160" y="754879"/>
                </a:lnTo>
                <a:cubicBezTo>
                  <a:pt x="196163" y="712334"/>
                  <a:pt x="224357" y="677282"/>
                  <a:pt x="259028" y="647310"/>
                </a:cubicBezTo>
                <a:lnTo>
                  <a:pt x="261695" y="646167"/>
                </a:lnTo>
                <a:lnTo>
                  <a:pt x="261314" y="643373"/>
                </a:lnTo>
                <a:lnTo>
                  <a:pt x="219023" y="648961"/>
                </a:lnTo>
                <a:cubicBezTo>
                  <a:pt x="167207" y="653914"/>
                  <a:pt x="85292" y="648326"/>
                  <a:pt x="35889" y="631435"/>
                </a:cubicBezTo>
                <a:cubicBezTo>
                  <a:pt x="23189" y="627117"/>
                  <a:pt x="17093" y="615941"/>
                  <a:pt x="20649" y="604511"/>
                </a:cubicBezTo>
                <a:cubicBezTo>
                  <a:pt x="24459" y="592192"/>
                  <a:pt x="36270" y="586350"/>
                  <a:pt x="49859" y="590795"/>
                </a:cubicBezTo>
                <a:cubicBezTo>
                  <a:pt x="90118" y="604130"/>
                  <a:pt x="162508" y="609464"/>
                  <a:pt x="204799" y="606924"/>
                </a:cubicBezTo>
                <a:cubicBezTo>
                  <a:pt x="246201" y="604384"/>
                  <a:pt x="285444" y="593970"/>
                  <a:pt x="322909" y="576190"/>
                </a:cubicBezTo>
                <a:lnTo>
                  <a:pt x="325703" y="574412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87" name="Google Shape;2087;p29"/>
          <p:cNvGrpSpPr/>
          <p:nvPr/>
        </p:nvGrpSpPr>
        <p:grpSpPr>
          <a:xfrm>
            <a:off x="178004" y="7762777"/>
            <a:ext cx="720087" cy="727028"/>
            <a:chOff x="63500" y="63500"/>
            <a:chExt cx="1106805" cy="1117473"/>
          </a:xfrm>
        </p:grpSpPr>
        <p:sp>
          <p:nvSpPr>
            <p:cNvPr id="2088" name="Google Shape;2088;p29"/>
            <p:cNvSpPr/>
            <p:nvPr/>
          </p:nvSpPr>
          <p:spPr>
            <a:xfrm>
              <a:off x="452417" y="519747"/>
              <a:ext cx="530803" cy="322500"/>
            </a:xfrm>
            <a:custGeom>
              <a:rect b="b" l="l" r="r" t="t"/>
              <a:pathLst>
                <a:path extrusionOk="0" h="322500" w="530803">
                  <a:moveTo>
                    <a:pt x="300693" y="277051"/>
                  </a:moveTo>
                  <a:cubicBezTo>
                    <a:pt x="338031" y="274765"/>
                    <a:pt x="374099" y="269558"/>
                    <a:pt x="406738" y="250635"/>
                  </a:cubicBezTo>
                  <a:cubicBezTo>
                    <a:pt x="451950" y="224473"/>
                    <a:pt x="478747" y="185357"/>
                    <a:pt x="487637" y="133922"/>
                  </a:cubicBezTo>
                  <a:lnTo>
                    <a:pt x="488653" y="127064"/>
                  </a:lnTo>
                  <a:cubicBezTo>
                    <a:pt x="491828" y="110046"/>
                    <a:pt x="500845" y="103061"/>
                    <a:pt x="513418" y="104839"/>
                  </a:cubicBezTo>
                  <a:cubicBezTo>
                    <a:pt x="526372" y="106617"/>
                    <a:pt x="532087" y="114999"/>
                    <a:pt x="530563" y="129731"/>
                  </a:cubicBezTo>
                  <a:cubicBezTo>
                    <a:pt x="520657" y="223330"/>
                    <a:pt x="456014" y="297117"/>
                    <a:pt x="363304" y="316167"/>
                  </a:cubicBezTo>
                  <a:cubicBezTo>
                    <a:pt x="285961" y="332169"/>
                    <a:pt x="212555" y="317183"/>
                    <a:pt x="144229" y="278702"/>
                  </a:cubicBezTo>
                  <a:cubicBezTo>
                    <a:pt x="94191" y="250508"/>
                    <a:pt x="51138" y="214186"/>
                    <a:pt x="22817" y="162878"/>
                  </a:cubicBezTo>
                  <a:cubicBezTo>
                    <a:pt x="11768" y="142812"/>
                    <a:pt x="1608" y="121984"/>
                    <a:pt x="211" y="98489"/>
                  </a:cubicBezTo>
                  <a:cubicBezTo>
                    <a:pt x="-1948" y="59881"/>
                    <a:pt x="12403" y="29020"/>
                    <a:pt x="47455" y="10732"/>
                  </a:cubicBezTo>
                  <a:cubicBezTo>
                    <a:pt x="82634" y="-7683"/>
                    <a:pt x="115781" y="-1587"/>
                    <a:pt x="146134" y="22797"/>
                  </a:cubicBezTo>
                  <a:lnTo>
                    <a:pt x="170391" y="44260"/>
                  </a:lnTo>
                  <a:cubicBezTo>
                    <a:pt x="180932" y="55055"/>
                    <a:pt x="179789" y="65469"/>
                    <a:pt x="167978" y="76518"/>
                  </a:cubicBezTo>
                  <a:cubicBezTo>
                    <a:pt x="158072" y="85789"/>
                    <a:pt x="149817" y="85281"/>
                    <a:pt x="139149" y="74359"/>
                  </a:cubicBezTo>
                  <a:lnTo>
                    <a:pt x="120734" y="55055"/>
                  </a:lnTo>
                  <a:cubicBezTo>
                    <a:pt x="104097" y="40577"/>
                    <a:pt x="85301" y="37783"/>
                    <a:pt x="69807" y="46673"/>
                  </a:cubicBezTo>
                  <a:cubicBezTo>
                    <a:pt x="50503" y="57722"/>
                    <a:pt x="41232" y="77407"/>
                    <a:pt x="45042" y="99124"/>
                  </a:cubicBezTo>
                  <a:cubicBezTo>
                    <a:pt x="49487" y="123635"/>
                    <a:pt x="61044" y="144717"/>
                    <a:pt x="77046" y="163132"/>
                  </a:cubicBezTo>
                  <a:cubicBezTo>
                    <a:pt x="119972" y="212789"/>
                    <a:pt x="170391" y="251651"/>
                    <a:pt x="235542" y="267145"/>
                  </a:cubicBezTo>
                  <a:lnTo>
                    <a:pt x="300439" y="27705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29"/>
            <p:cNvSpPr/>
            <p:nvPr/>
          </p:nvSpPr>
          <p:spPr>
            <a:xfrm>
              <a:off x="277098" y="401210"/>
              <a:ext cx="478944" cy="315717"/>
            </a:xfrm>
            <a:custGeom>
              <a:rect b="b" l="l" r="r" t="t"/>
              <a:pathLst>
                <a:path extrusionOk="0" h="315717" w="478944">
                  <a:moveTo>
                    <a:pt x="178959" y="42020"/>
                  </a:moveTo>
                  <a:cubicBezTo>
                    <a:pt x="134890" y="42147"/>
                    <a:pt x="93996" y="51418"/>
                    <a:pt x="58817" y="79104"/>
                  </a:cubicBezTo>
                  <a:lnTo>
                    <a:pt x="38370" y="97773"/>
                  </a:lnTo>
                  <a:cubicBezTo>
                    <a:pt x="26813" y="108314"/>
                    <a:pt x="16780" y="108695"/>
                    <a:pt x="7382" y="99297"/>
                  </a:cubicBezTo>
                  <a:cubicBezTo>
                    <a:pt x="-2397" y="89518"/>
                    <a:pt x="-2651" y="79485"/>
                    <a:pt x="7763" y="68182"/>
                  </a:cubicBezTo>
                  <a:cubicBezTo>
                    <a:pt x="43196" y="30082"/>
                    <a:pt x="86757" y="6333"/>
                    <a:pt x="138446" y="1634"/>
                  </a:cubicBezTo>
                  <a:cubicBezTo>
                    <a:pt x="257191" y="-9161"/>
                    <a:pt x="354600" y="33765"/>
                    <a:pt x="431816" y="123554"/>
                  </a:cubicBezTo>
                  <a:cubicBezTo>
                    <a:pt x="452009" y="147049"/>
                    <a:pt x="469281" y="172322"/>
                    <a:pt x="476520" y="203564"/>
                  </a:cubicBezTo>
                  <a:cubicBezTo>
                    <a:pt x="485283" y="241410"/>
                    <a:pt x="469662" y="285352"/>
                    <a:pt x="439690" y="303894"/>
                  </a:cubicBezTo>
                  <a:cubicBezTo>
                    <a:pt x="408702" y="323071"/>
                    <a:pt x="361204" y="318499"/>
                    <a:pt x="331486" y="293226"/>
                  </a:cubicBezTo>
                  <a:lnTo>
                    <a:pt x="310404" y="272652"/>
                  </a:lnTo>
                  <a:cubicBezTo>
                    <a:pt x="299355" y="259444"/>
                    <a:pt x="304308" y="242680"/>
                    <a:pt x="320564" y="236330"/>
                  </a:cubicBezTo>
                  <a:lnTo>
                    <a:pt x="334788" y="236711"/>
                  </a:lnTo>
                  <a:cubicBezTo>
                    <a:pt x="348250" y="249411"/>
                    <a:pt x="355489" y="257539"/>
                    <a:pt x="363998" y="264016"/>
                  </a:cubicBezTo>
                  <a:cubicBezTo>
                    <a:pt x="378349" y="274938"/>
                    <a:pt x="394224" y="278494"/>
                    <a:pt x="411369" y="269985"/>
                  </a:cubicBezTo>
                  <a:cubicBezTo>
                    <a:pt x="428768" y="261349"/>
                    <a:pt x="435245" y="246871"/>
                    <a:pt x="436134" y="228075"/>
                  </a:cubicBezTo>
                  <a:cubicBezTo>
                    <a:pt x="436896" y="212073"/>
                    <a:pt x="433086" y="197595"/>
                    <a:pt x="424577" y="184514"/>
                  </a:cubicBezTo>
                  <a:cubicBezTo>
                    <a:pt x="366538" y="95995"/>
                    <a:pt x="286528" y="45068"/>
                    <a:pt x="179086" y="417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29"/>
            <p:cNvSpPr/>
            <p:nvPr/>
          </p:nvSpPr>
          <p:spPr>
            <a:xfrm>
              <a:off x="325981" y="253551"/>
              <a:ext cx="447026" cy="241876"/>
            </a:xfrm>
            <a:custGeom>
              <a:rect b="b" l="l" r="r" t="t"/>
              <a:pathLst>
                <a:path extrusionOk="0" h="241876" w="447026">
                  <a:moveTo>
                    <a:pt x="98072" y="40962"/>
                  </a:moveTo>
                  <a:lnTo>
                    <a:pt x="39652" y="52138"/>
                  </a:lnTo>
                  <a:cubicBezTo>
                    <a:pt x="34953" y="53027"/>
                    <a:pt x="30508" y="54932"/>
                    <a:pt x="25936" y="55948"/>
                  </a:cubicBezTo>
                  <a:cubicBezTo>
                    <a:pt x="13236" y="58615"/>
                    <a:pt x="5743" y="54551"/>
                    <a:pt x="1806" y="43375"/>
                  </a:cubicBezTo>
                  <a:cubicBezTo>
                    <a:pt x="-2385" y="31564"/>
                    <a:pt x="536" y="21277"/>
                    <a:pt x="12474" y="17594"/>
                  </a:cubicBezTo>
                  <a:lnTo>
                    <a:pt x="77117" y="2227"/>
                  </a:lnTo>
                  <a:cubicBezTo>
                    <a:pt x="140236" y="-6663"/>
                    <a:pt x="198021" y="12133"/>
                    <a:pt x="253647" y="39692"/>
                  </a:cubicBezTo>
                  <a:cubicBezTo>
                    <a:pt x="327053" y="76014"/>
                    <a:pt x="390045" y="125036"/>
                    <a:pt x="436019" y="193870"/>
                  </a:cubicBezTo>
                  <a:lnTo>
                    <a:pt x="443766" y="206316"/>
                  </a:lnTo>
                  <a:cubicBezTo>
                    <a:pt x="449735" y="221683"/>
                    <a:pt x="447068" y="229303"/>
                    <a:pt x="439321" y="234764"/>
                  </a:cubicBezTo>
                  <a:lnTo>
                    <a:pt x="423192" y="241876"/>
                  </a:lnTo>
                  <a:cubicBezTo>
                    <a:pt x="410111" y="230954"/>
                    <a:pt x="405412" y="225112"/>
                    <a:pt x="401348" y="219143"/>
                  </a:cubicBezTo>
                  <a:cubicBezTo>
                    <a:pt x="340769" y="129862"/>
                    <a:pt x="256187" y="75379"/>
                    <a:pt x="152809" y="48963"/>
                  </a:cubicBezTo>
                  <a:lnTo>
                    <a:pt x="98072" y="4096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29"/>
            <p:cNvSpPr/>
            <p:nvPr/>
          </p:nvSpPr>
          <p:spPr>
            <a:xfrm>
              <a:off x="432969" y="743106"/>
              <a:ext cx="446193" cy="239366"/>
            </a:xfrm>
            <a:custGeom>
              <a:rect b="b" l="l" r="r" t="t"/>
              <a:pathLst>
                <a:path extrusionOk="0" h="239366" w="446193">
                  <a:moveTo>
                    <a:pt x="348081" y="239366"/>
                  </a:moveTo>
                  <a:cubicBezTo>
                    <a:pt x="272389" y="237842"/>
                    <a:pt x="205206" y="214601"/>
                    <a:pt x="143738" y="174342"/>
                  </a:cubicBezTo>
                  <a:cubicBezTo>
                    <a:pt x="90525" y="139544"/>
                    <a:pt x="43281" y="98269"/>
                    <a:pt x="9118" y="43659"/>
                  </a:cubicBezTo>
                  <a:lnTo>
                    <a:pt x="3530" y="34261"/>
                  </a:lnTo>
                  <a:cubicBezTo>
                    <a:pt x="-3074" y="17497"/>
                    <a:pt x="-153" y="8988"/>
                    <a:pt x="10134" y="3400"/>
                  </a:cubicBezTo>
                  <a:cubicBezTo>
                    <a:pt x="20675" y="-2442"/>
                    <a:pt x="29057" y="-918"/>
                    <a:pt x="36804" y="9242"/>
                  </a:cubicBezTo>
                  <a:lnTo>
                    <a:pt x="79349" y="65503"/>
                  </a:lnTo>
                  <a:cubicBezTo>
                    <a:pt x="139928" y="131289"/>
                    <a:pt x="213080" y="176755"/>
                    <a:pt x="301472" y="195170"/>
                  </a:cubicBezTo>
                  <a:cubicBezTo>
                    <a:pt x="330301" y="201139"/>
                    <a:pt x="359003" y="198853"/>
                    <a:pt x="387705" y="193392"/>
                  </a:cubicBezTo>
                  <a:lnTo>
                    <a:pt x="422630" y="188820"/>
                  </a:lnTo>
                  <a:cubicBezTo>
                    <a:pt x="436473" y="188312"/>
                    <a:pt x="444474" y="194281"/>
                    <a:pt x="445871" y="203806"/>
                  </a:cubicBezTo>
                  <a:cubicBezTo>
                    <a:pt x="447649" y="214601"/>
                    <a:pt x="442061" y="224888"/>
                    <a:pt x="429107" y="228190"/>
                  </a:cubicBezTo>
                  <a:lnTo>
                    <a:pt x="374751" y="237588"/>
                  </a:lnTo>
                  <a:cubicBezTo>
                    <a:pt x="365353" y="238985"/>
                    <a:pt x="355701" y="238731"/>
                    <a:pt x="347700" y="23923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29"/>
            <p:cNvSpPr/>
            <p:nvPr/>
          </p:nvSpPr>
          <p:spPr>
            <a:xfrm>
              <a:off x="323596" y="590075"/>
              <a:ext cx="131850" cy="329767"/>
            </a:xfrm>
            <a:custGeom>
              <a:rect b="b" l="l" r="r" t="t"/>
              <a:pathLst>
                <a:path extrusionOk="0" h="329767" w="131850">
                  <a:moveTo>
                    <a:pt x="127" y="115156"/>
                  </a:moveTo>
                  <a:cubicBezTo>
                    <a:pt x="4318" y="74643"/>
                    <a:pt x="11938" y="39210"/>
                    <a:pt x="36830" y="10000"/>
                  </a:cubicBezTo>
                  <a:cubicBezTo>
                    <a:pt x="47117" y="-2065"/>
                    <a:pt x="57277" y="-2954"/>
                    <a:pt x="68326" y="5936"/>
                  </a:cubicBezTo>
                  <a:lnTo>
                    <a:pt x="77724" y="19271"/>
                  </a:lnTo>
                  <a:cubicBezTo>
                    <a:pt x="73152" y="30701"/>
                    <a:pt x="71882" y="33368"/>
                    <a:pt x="70104" y="35527"/>
                  </a:cubicBezTo>
                  <a:cubicBezTo>
                    <a:pt x="44958" y="67023"/>
                    <a:pt x="42545" y="102837"/>
                    <a:pt x="50038" y="140556"/>
                  </a:cubicBezTo>
                  <a:cubicBezTo>
                    <a:pt x="60325" y="191737"/>
                    <a:pt x="83820" y="236822"/>
                    <a:pt x="114427" y="278605"/>
                  </a:cubicBezTo>
                  <a:lnTo>
                    <a:pt x="122936" y="288892"/>
                  </a:lnTo>
                  <a:cubicBezTo>
                    <a:pt x="135509" y="306164"/>
                    <a:pt x="134112" y="316451"/>
                    <a:pt x="122936" y="325087"/>
                  </a:cubicBezTo>
                  <a:cubicBezTo>
                    <a:pt x="112776" y="332834"/>
                    <a:pt x="103632" y="330929"/>
                    <a:pt x="94234" y="319626"/>
                  </a:cubicBezTo>
                  <a:cubicBezTo>
                    <a:pt x="56134" y="273906"/>
                    <a:pt x="26289" y="223487"/>
                    <a:pt x="9906" y="166083"/>
                  </a:cubicBezTo>
                  <a:lnTo>
                    <a:pt x="0" y="11515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29"/>
            <p:cNvSpPr/>
            <p:nvPr/>
          </p:nvSpPr>
          <p:spPr>
            <a:xfrm>
              <a:off x="747631" y="315829"/>
              <a:ext cx="131971" cy="331109"/>
            </a:xfrm>
            <a:custGeom>
              <a:rect b="b" l="l" r="r" t="t"/>
              <a:pathLst>
                <a:path extrusionOk="0" h="331109" w="131971">
                  <a:moveTo>
                    <a:pt x="131844" y="224556"/>
                  </a:moveTo>
                  <a:cubicBezTo>
                    <a:pt x="133114" y="259862"/>
                    <a:pt x="121557" y="290596"/>
                    <a:pt x="101745" y="318663"/>
                  </a:cubicBezTo>
                  <a:lnTo>
                    <a:pt x="88918" y="331109"/>
                  </a:lnTo>
                  <a:cubicBezTo>
                    <a:pt x="61867" y="324251"/>
                    <a:pt x="56152" y="310281"/>
                    <a:pt x="65931" y="295930"/>
                  </a:cubicBezTo>
                  <a:cubicBezTo>
                    <a:pt x="87648" y="263926"/>
                    <a:pt x="94252" y="228747"/>
                    <a:pt x="86759" y="191155"/>
                  </a:cubicBezTo>
                  <a:cubicBezTo>
                    <a:pt x="79647" y="155595"/>
                    <a:pt x="66566" y="122067"/>
                    <a:pt x="47135" y="91460"/>
                  </a:cubicBezTo>
                  <a:lnTo>
                    <a:pt x="6749" y="37104"/>
                  </a:lnTo>
                  <a:cubicBezTo>
                    <a:pt x="-2014" y="25547"/>
                    <a:pt x="-2395" y="16276"/>
                    <a:pt x="6495" y="7259"/>
                  </a:cubicBezTo>
                  <a:cubicBezTo>
                    <a:pt x="15766" y="-2012"/>
                    <a:pt x="27069" y="-2774"/>
                    <a:pt x="35832" y="7132"/>
                  </a:cubicBezTo>
                  <a:cubicBezTo>
                    <a:pt x="90823" y="69616"/>
                    <a:pt x="129939" y="139212"/>
                    <a:pt x="131971" y="22455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29"/>
            <p:cNvSpPr/>
            <p:nvPr/>
          </p:nvSpPr>
          <p:spPr>
            <a:xfrm>
              <a:off x="63500" y="289687"/>
              <a:ext cx="167132" cy="166624"/>
            </a:xfrm>
            <a:custGeom>
              <a:rect b="b" l="l" r="r" t="t"/>
              <a:pathLst>
                <a:path extrusionOk="0" h="166624" w="167132">
                  <a:moveTo>
                    <a:pt x="167132" y="98171"/>
                  </a:moveTo>
                  <a:lnTo>
                    <a:pt x="117856" y="115062"/>
                  </a:lnTo>
                  <a:cubicBezTo>
                    <a:pt x="111760" y="117475"/>
                    <a:pt x="105791" y="121793"/>
                    <a:pt x="101346" y="126746"/>
                  </a:cubicBezTo>
                  <a:lnTo>
                    <a:pt x="68961" y="166624"/>
                  </a:lnTo>
                  <a:cubicBezTo>
                    <a:pt x="64135" y="152908"/>
                    <a:pt x="58928" y="140843"/>
                    <a:pt x="55880" y="128270"/>
                  </a:cubicBezTo>
                  <a:cubicBezTo>
                    <a:pt x="52324" y="113538"/>
                    <a:pt x="44577" y="102743"/>
                    <a:pt x="32258" y="94107"/>
                  </a:cubicBezTo>
                  <a:lnTo>
                    <a:pt x="0" y="68707"/>
                  </a:lnTo>
                  <a:cubicBezTo>
                    <a:pt x="16637" y="63119"/>
                    <a:pt x="31369" y="57658"/>
                    <a:pt x="46355" y="53213"/>
                  </a:cubicBezTo>
                  <a:cubicBezTo>
                    <a:pt x="55372" y="50546"/>
                    <a:pt x="62103" y="45974"/>
                    <a:pt x="67564" y="38481"/>
                  </a:cubicBezTo>
                  <a:lnTo>
                    <a:pt x="98171" y="0"/>
                  </a:lnTo>
                  <a:cubicBezTo>
                    <a:pt x="103759" y="16383"/>
                    <a:pt x="109474" y="31242"/>
                    <a:pt x="113792" y="46355"/>
                  </a:cubicBezTo>
                  <a:cubicBezTo>
                    <a:pt x="116459" y="55753"/>
                    <a:pt x="121666" y="62484"/>
                    <a:pt x="129413" y="68199"/>
                  </a:cubicBezTo>
                  <a:lnTo>
                    <a:pt x="167132" y="9817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29"/>
            <p:cNvSpPr/>
            <p:nvPr/>
          </p:nvSpPr>
          <p:spPr>
            <a:xfrm>
              <a:off x="551434" y="1033653"/>
              <a:ext cx="146939" cy="147320"/>
            </a:xfrm>
            <a:custGeom>
              <a:rect b="b" l="l" r="r" t="t"/>
              <a:pathLst>
                <a:path extrusionOk="0" h="147320" w="146939">
                  <a:moveTo>
                    <a:pt x="60452" y="147320"/>
                  </a:moveTo>
                  <a:lnTo>
                    <a:pt x="46990" y="107188"/>
                  </a:lnTo>
                  <a:cubicBezTo>
                    <a:pt x="44450" y="98933"/>
                    <a:pt x="40386" y="92583"/>
                    <a:pt x="33401" y="87376"/>
                  </a:cubicBezTo>
                  <a:lnTo>
                    <a:pt x="0" y="60706"/>
                  </a:lnTo>
                  <a:cubicBezTo>
                    <a:pt x="15875" y="55245"/>
                    <a:pt x="30226" y="50673"/>
                    <a:pt x="44323" y="45212"/>
                  </a:cubicBezTo>
                  <a:lnTo>
                    <a:pt x="53721" y="40132"/>
                  </a:lnTo>
                  <a:cubicBezTo>
                    <a:pt x="66802" y="25019"/>
                    <a:pt x="75819" y="13208"/>
                    <a:pt x="86360" y="0"/>
                  </a:cubicBezTo>
                  <a:lnTo>
                    <a:pt x="101346" y="43180"/>
                  </a:lnTo>
                  <a:cubicBezTo>
                    <a:pt x="103378" y="48514"/>
                    <a:pt x="106934" y="53721"/>
                    <a:pt x="111252" y="57531"/>
                  </a:cubicBezTo>
                  <a:lnTo>
                    <a:pt x="146939" y="86487"/>
                  </a:lnTo>
                  <a:cubicBezTo>
                    <a:pt x="130683" y="92075"/>
                    <a:pt x="115951" y="96901"/>
                    <a:pt x="101346" y="102235"/>
                  </a:cubicBezTo>
                  <a:lnTo>
                    <a:pt x="93472" y="106426"/>
                  </a:lnTo>
                  <a:cubicBezTo>
                    <a:pt x="80772" y="121412"/>
                    <a:pt x="71247" y="133604"/>
                    <a:pt x="60325" y="1470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29"/>
            <p:cNvSpPr/>
            <p:nvPr/>
          </p:nvSpPr>
          <p:spPr>
            <a:xfrm>
              <a:off x="922147" y="305181"/>
              <a:ext cx="122174" cy="121793"/>
            </a:xfrm>
            <a:custGeom>
              <a:rect b="b" l="l" r="r" t="t"/>
              <a:pathLst>
                <a:path extrusionOk="0" h="121793" w="122174">
                  <a:moveTo>
                    <a:pt x="71882" y="0"/>
                  </a:moveTo>
                  <a:cubicBezTo>
                    <a:pt x="77343" y="32258"/>
                    <a:pt x="94361" y="55118"/>
                    <a:pt x="122174" y="71628"/>
                  </a:cubicBezTo>
                  <a:cubicBezTo>
                    <a:pt x="89916" y="77216"/>
                    <a:pt x="66548" y="93345"/>
                    <a:pt x="50546" y="121793"/>
                  </a:cubicBezTo>
                  <a:cubicBezTo>
                    <a:pt x="44704" y="89408"/>
                    <a:pt x="28448" y="66167"/>
                    <a:pt x="0" y="50038"/>
                  </a:cubicBezTo>
                  <a:cubicBezTo>
                    <a:pt x="31877" y="44069"/>
                    <a:pt x="55499" y="28448"/>
                    <a:pt x="7200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29"/>
            <p:cNvSpPr/>
            <p:nvPr/>
          </p:nvSpPr>
          <p:spPr>
            <a:xfrm>
              <a:off x="1059053" y="717042"/>
              <a:ext cx="111252" cy="108712"/>
            </a:xfrm>
            <a:custGeom>
              <a:rect b="b" l="l" r="r" t="t"/>
              <a:pathLst>
                <a:path extrusionOk="0" h="108712" w="111252">
                  <a:moveTo>
                    <a:pt x="111125" y="46482"/>
                  </a:moveTo>
                  <a:lnTo>
                    <a:pt x="85598" y="66802"/>
                  </a:lnTo>
                  <a:cubicBezTo>
                    <a:pt x="83185" y="68961"/>
                    <a:pt x="81280" y="73025"/>
                    <a:pt x="81280" y="76200"/>
                  </a:cubicBezTo>
                  <a:lnTo>
                    <a:pt x="82550" y="108712"/>
                  </a:lnTo>
                  <a:cubicBezTo>
                    <a:pt x="75184" y="103886"/>
                    <a:pt x="68326" y="100457"/>
                    <a:pt x="62992" y="95631"/>
                  </a:cubicBezTo>
                  <a:cubicBezTo>
                    <a:pt x="54483" y="88011"/>
                    <a:pt x="46101" y="87503"/>
                    <a:pt x="36195" y="92710"/>
                  </a:cubicBezTo>
                  <a:lnTo>
                    <a:pt x="22987" y="98044"/>
                  </a:lnTo>
                  <a:cubicBezTo>
                    <a:pt x="17653" y="89789"/>
                    <a:pt x="20955" y="80645"/>
                    <a:pt x="22733" y="71120"/>
                  </a:cubicBezTo>
                  <a:lnTo>
                    <a:pt x="22352" y="61849"/>
                  </a:lnTo>
                  <a:cubicBezTo>
                    <a:pt x="14732" y="50419"/>
                    <a:pt x="8128" y="43180"/>
                    <a:pt x="0" y="33020"/>
                  </a:cubicBezTo>
                  <a:lnTo>
                    <a:pt x="31877" y="32766"/>
                  </a:lnTo>
                  <a:cubicBezTo>
                    <a:pt x="35814" y="32385"/>
                    <a:pt x="40640" y="29591"/>
                    <a:pt x="43180" y="26416"/>
                  </a:cubicBezTo>
                  <a:lnTo>
                    <a:pt x="60579" y="0"/>
                  </a:lnTo>
                  <a:cubicBezTo>
                    <a:pt x="64643" y="11176"/>
                    <a:pt x="68326" y="20066"/>
                    <a:pt x="71120" y="29337"/>
                  </a:cubicBezTo>
                  <a:lnTo>
                    <a:pt x="76073" y="37465"/>
                  </a:lnTo>
                  <a:cubicBezTo>
                    <a:pt x="90805" y="40767"/>
                    <a:pt x="99949" y="43561"/>
                    <a:pt x="111252" y="4660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29"/>
            <p:cNvSpPr/>
            <p:nvPr/>
          </p:nvSpPr>
          <p:spPr>
            <a:xfrm>
              <a:off x="174625" y="738378"/>
              <a:ext cx="111125" cy="109093"/>
            </a:xfrm>
            <a:custGeom>
              <a:rect b="b" l="l" r="r" t="t"/>
              <a:pathLst>
                <a:path extrusionOk="0" h="109093" w="111125">
                  <a:moveTo>
                    <a:pt x="60452" y="0"/>
                  </a:moveTo>
                  <a:lnTo>
                    <a:pt x="70358" y="27686"/>
                  </a:lnTo>
                  <a:cubicBezTo>
                    <a:pt x="72263" y="34163"/>
                    <a:pt x="75565" y="37719"/>
                    <a:pt x="82550" y="38989"/>
                  </a:cubicBezTo>
                  <a:lnTo>
                    <a:pt x="111125" y="46609"/>
                  </a:lnTo>
                  <a:cubicBezTo>
                    <a:pt x="101854" y="53848"/>
                    <a:pt x="93726" y="59309"/>
                    <a:pt x="86741" y="65913"/>
                  </a:cubicBezTo>
                  <a:lnTo>
                    <a:pt x="81534" y="73660"/>
                  </a:lnTo>
                  <a:cubicBezTo>
                    <a:pt x="80899" y="87376"/>
                    <a:pt x="81915" y="97155"/>
                    <a:pt x="82550" y="109093"/>
                  </a:cubicBezTo>
                  <a:lnTo>
                    <a:pt x="56134" y="91567"/>
                  </a:lnTo>
                  <a:cubicBezTo>
                    <a:pt x="52832" y="89662"/>
                    <a:pt x="47752" y="89154"/>
                    <a:pt x="44196" y="90297"/>
                  </a:cubicBezTo>
                  <a:lnTo>
                    <a:pt x="14605" y="101346"/>
                  </a:lnTo>
                  <a:cubicBezTo>
                    <a:pt x="17653" y="90170"/>
                    <a:pt x="20955" y="80772"/>
                    <a:pt x="22733" y="71120"/>
                  </a:cubicBezTo>
                  <a:lnTo>
                    <a:pt x="22479" y="61849"/>
                  </a:lnTo>
                  <a:cubicBezTo>
                    <a:pt x="14859" y="50419"/>
                    <a:pt x="8255" y="43180"/>
                    <a:pt x="0" y="33020"/>
                  </a:cubicBezTo>
                  <a:lnTo>
                    <a:pt x="32004" y="32766"/>
                  </a:lnTo>
                  <a:cubicBezTo>
                    <a:pt x="35941" y="32385"/>
                    <a:pt x="40767" y="29718"/>
                    <a:pt x="43180" y="26543"/>
                  </a:cubicBezTo>
                  <a:lnTo>
                    <a:pt x="60452" y="25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29"/>
            <p:cNvSpPr/>
            <p:nvPr/>
          </p:nvSpPr>
          <p:spPr>
            <a:xfrm>
              <a:off x="456438" y="63500"/>
              <a:ext cx="108331" cy="109093"/>
            </a:xfrm>
            <a:custGeom>
              <a:rect b="b" l="l" r="r" t="t"/>
              <a:pathLst>
                <a:path extrusionOk="0" h="109093" w="108331">
                  <a:moveTo>
                    <a:pt x="11557" y="101092"/>
                  </a:moveTo>
                  <a:lnTo>
                    <a:pt x="20320" y="70358"/>
                  </a:lnTo>
                  <a:cubicBezTo>
                    <a:pt x="21082" y="66675"/>
                    <a:pt x="19939" y="61595"/>
                    <a:pt x="17780" y="58547"/>
                  </a:cubicBezTo>
                  <a:lnTo>
                    <a:pt x="0" y="32893"/>
                  </a:lnTo>
                  <a:cubicBezTo>
                    <a:pt x="9652" y="32893"/>
                    <a:pt x="19304" y="33528"/>
                    <a:pt x="28702" y="32639"/>
                  </a:cubicBezTo>
                  <a:lnTo>
                    <a:pt x="37973" y="29337"/>
                  </a:lnTo>
                  <a:cubicBezTo>
                    <a:pt x="46736" y="18288"/>
                    <a:pt x="51562" y="9779"/>
                    <a:pt x="57912" y="0"/>
                  </a:cubicBezTo>
                  <a:lnTo>
                    <a:pt x="68834" y="29210"/>
                  </a:lnTo>
                  <a:cubicBezTo>
                    <a:pt x="70612" y="32893"/>
                    <a:pt x="74549" y="36576"/>
                    <a:pt x="78232" y="37973"/>
                  </a:cubicBezTo>
                  <a:lnTo>
                    <a:pt x="108331" y="46355"/>
                  </a:lnTo>
                  <a:cubicBezTo>
                    <a:pt x="99314" y="53467"/>
                    <a:pt x="91948" y="59817"/>
                    <a:pt x="84074" y="65405"/>
                  </a:cubicBezTo>
                  <a:lnTo>
                    <a:pt x="77724" y="72517"/>
                  </a:lnTo>
                  <a:cubicBezTo>
                    <a:pt x="79121" y="87630"/>
                    <a:pt x="79375" y="97155"/>
                    <a:pt x="80010" y="109093"/>
                  </a:cubicBezTo>
                  <a:lnTo>
                    <a:pt x="53848" y="91567"/>
                  </a:lnTo>
                  <a:cubicBezTo>
                    <a:pt x="50292" y="89662"/>
                    <a:pt x="44958" y="89027"/>
                    <a:pt x="41021" y="90170"/>
                  </a:cubicBezTo>
                  <a:lnTo>
                    <a:pt x="11684" y="10109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29"/>
            <p:cNvSpPr/>
            <p:nvPr/>
          </p:nvSpPr>
          <p:spPr>
            <a:xfrm>
              <a:off x="901227" y="881375"/>
              <a:ext cx="94960" cy="67696"/>
            </a:xfrm>
            <a:custGeom>
              <a:rect b="b" l="l" r="r" t="t"/>
              <a:pathLst>
                <a:path extrusionOk="0" h="67696" w="94960">
                  <a:moveTo>
                    <a:pt x="23587" y="67696"/>
                  </a:moveTo>
                  <a:cubicBezTo>
                    <a:pt x="11268" y="67442"/>
                    <a:pt x="3267" y="61346"/>
                    <a:pt x="854" y="52456"/>
                  </a:cubicBezTo>
                  <a:cubicBezTo>
                    <a:pt x="-1813" y="43058"/>
                    <a:pt x="1870" y="33279"/>
                    <a:pt x="10506" y="28707"/>
                  </a:cubicBezTo>
                  <a:lnTo>
                    <a:pt x="63338" y="2418"/>
                  </a:lnTo>
                  <a:cubicBezTo>
                    <a:pt x="72863" y="-2154"/>
                    <a:pt x="80356" y="-122"/>
                    <a:pt x="86325" y="7498"/>
                  </a:cubicBezTo>
                  <a:lnTo>
                    <a:pt x="94961" y="25532"/>
                  </a:lnTo>
                  <a:cubicBezTo>
                    <a:pt x="70450" y="51694"/>
                    <a:pt x="45558" y="59949"/>
                    <a:pt x="23587" y="675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29"/>
            <p:cNvSpPr/>
            <p:nvPr/>
          </p:nvSpPr>
          <p:spPr>
            <a:xfrm>
              <a:off x="641537" y="236171"/>
              <a:ext cx="88654" cy="73780"/>
            </a:xfrm>
            <a:custGeom>
              <a:rect b="b" l="l" r="r" t="t"/>
              <a:pathLst>
                <a:path extrusionOk="0" h="73780" w="88654">
                  <a:moveTo>
                    <a:pt x="23943" y="49"/>
                  </a:moveTo>
                  <a:lnTo>
                    <a:pt x="30547" y="1446"/>
                  </a:lnTo>
                  <a:cubicBezTo>
                    <a:pt x="50105" y="14781"/>
                    <a:pt x="66234" y="25449"/>
                    <a:pt x="81347" y="37514"/>
                  </a:cubicBezTo>
                  <a:cubicBezTo>
                    <a:pt x="90745" y="44880"/>
                    <a:pt x="90745" y="58088"/>
                    <a:pt x="83252" y="66597"/>
                  </a:cubicBezTo>
                  <a:cubicBezTo>
                    <a:pt x="75886" y="74979"/>
                    <a:pt x="64329" y="76122"/>
                    <a:pt x="54804" y="69518"/>
                  </a:cubicBezTo>
                  <a:lnTo>
                    <a:pt x="9592" y="37768"/>
                  </a:lnTo>
                  <a:cubicBezTo>
                    <a:pt x="1972" y="32307"/>
                    <a:pt x="-2219" y="25322"/>
                    <a:pt x="1210" y="15543"/>
                  </a:cubicBezTo>
                  <a:cubicBezTo>
                    <a:pt x="4893" y="5002"/>
                    <a:pt x="12005" y="-586"/>
                    <a:pt x="23943" y="4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29"/>
            <p:cNvSpPr/>
            <p:nvPr/>
          </p:nvSpPr>
          <p:spPr>
            <a:xfrm>
              <a:off x="464561" y="919978"/>
              <a:ext cx="45217" cy="45095"/>
            </a:xfrm>
            <a:custGeom>
              <a:rect b="b" l="l" r="r" t="t"/>
              <a:pathLst>
                <a:path extrusionOk="0" h="45095" w="45217">
                  <a:moveTo>
                    <a:pt x="5" y="22870"/>
                  </a:moveTo>
                  <a:cubicBezTo>
                    <a:pt x="-249" y="10551"/>
                    <a:pt x="9657" y="264"/>
                    <a:pt x="21976" y="10"/>
                  </a:cubicBezTo>
                  <a:cubicBezTo>
                    <a:pt x="34803" y="-371"/>
                    <a:pt x="45217" y="9789"/>
                    <a:pt x="45217" y="22616"/>
                  </a:cubicBezTo>
                  <a:cubicBezTo>
                    <a:pt x="45217" y="34808"/>
                    <a:pt x="34930" y="45095"/>
                    <a:pt x="22738" y="45095"/>
                  </a:cubicBezTo>
                  <a:cubicBezTo>
                    <a:pt x="10546" y="45095"/>
                    <a:pt x="259" y="35189"/>
                    <a:pt x="5" y="228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29"/>
            <p:cNvSpPr/>
            <p:nvPr/>
          </p:nvSpPr>
          <p:spPr>
            <a:xfrm>
              <a:off x="231892" y="520055"/>
              <a:ext cx="45224" cy="45097"/>
            </a:xfrm>
            <a:custGeom>
              <a:rect b="b" l="l" r="r" t="t"/>
              <a:pathLst>
                <a:path extrusionOk="0" h="45097" w="45224">
                  <a:moveTo>
                    <a:pt x="45222" y="22997"/>
                  </a:moveTo>
                  <a:cubicBezTo>
                    <a:pt x="44968" y="35570"/>
                    <a:pt x="35189" y="45222"/>
                    <a:pt x="22616" y="45095"/>
                  </a:cubicBezTo>
                  <a:cubicBezTo>
                    <a:pt x="9789" y="44968"/>
                    <a:pt x="-371" y="34554"/>
                    <a:pt x="10" y="21727"/>
                  </a:cubicBezTo>
                  <a:cubicBezTo>
                    <a:pt x="391" y="9662"/>
                    <a:pt x="11059" y="-371"/>
                    <a:pt x="23251" y="10"/>
                  </a:cubicBezTo>
                  <a:cubicBezTo>
                    <a:pt x="35697" y="391"/>
                    <a:pt x="45349" y="10551"/>
                    <a:pt x="45222" y="229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29"/>
            <p:cNvSpPr/>
            <p:nvPr/>
          </p:nvSpPr>
          <p:spPr>
            <a:xfrm>
              <a:off x="943355" y="559180"/>
              <a:ext cx="44959" cy="45224"/>
            </a:xfrm>
            <a:custGeom>
              <a:rect b="b" l="l" r="r" t="t"/>
              <a:pathLst>
                <a:path extrusionOk="0" h="45224" w="44959">
                  <a:moveTo>
                    <a:pt x="1" y="22099"/>
                  </a:moveTo>
                  <a:cubicBezTo>
                    <a:pt x="128" y="9653"/>
                    <a:pt x="10161" y="-126"/>
                    <a:pt x="22607" y="1"/>
                  </a:cubicBezTo>
                  <a:cubicBezTo>
                    <a:pt x="35053" y="128"/>
                    <a:pt x="44959" y="10034"/>
                    <a:pt x="44959" y="22480"/>
                  </a:cubicBezTo>
                  <a:cubicBezTo>
                    <a:pt x="44959" y="35434"/>
                    <a:pt x="34545" y="45594"/>
                    <a:pt x="21845" y="45213"/>
                  </a:cubicBezTo>
                  <a:cubicBezTo>
                    <a:pt x="9526" y="44832"/>
                    <a:pt x="-126" y="34672"/>
                    <a:pt x="1" y="222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29"/>
            <p:cNvSpPr/>
            <p:nvPr/>
          </p:nvSpPr>
          <p:spPr>
            <a:xfrm>
              <a:off x="773684" y="687705"/>
              <a:ext cx="60071" cy="58801"/>
            </a:xfrm>
            <a:custGeom>
              <a:rect b="b" l="l" r="r" t="t"/>
              <a:pathLst>
                <a:path extrusionOk="0" h="58801" w="60071">
                  <a:moveTo>
                    <a:pt x="7366" y="54737"/>
                  </a:moveTo>
                  <a:cubicBezTo>
                    <a:pt x="13589" y="40132"/>
                    <a:pt x="12065" y="28702"/>
                    <a:pt x="0" y="18796"/>
                  </a:cubicBezTo>
                  <a:cubicBezTo>
                    <a:pt x="14224" y="18796"/>
                    <a:pt x="26416" y="16891"/>
                    <a:pt x="30861" y="0"/>
                  </a:cubicBezTo>
                  <a:cubicBezTo>
                    <a:pt x="35052" y="14859"/>
                    <a:pt x="42164" y="24511"/>
                    <a:pt x="60071" y="23622"/>
                  </a:cubicBezTo>
                  <a:lnTo>
                    <a:pt x="46482" y="32893"/>
                  </a:lnTo>
                  <a:cubicBezTo>
                    <a:pt x="41783" y="43180"/>
                    <a:pt x="43688" y="50292"/>
                    <a:pt x="43688" y="58801"/>
                  </a:cubicBezTo>
                  <a:cubicBezTo>
                    <a:pt x="32258" y="49149"/>
                    <a:pt x="20955" y="43815"/>
                    <a:pt x="7366" y="547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29"/>
            <p:cNvSpPr/>
            <p:nvPr/>
          </p:nvSpPr>
          <p:spPr>
            <a:xfrm>
              <a:off x="622681" y="843280"/>
              <a:ext cx="37719" cy="37338"/>
            </a:xfrm>
            <a:custGeom>
              <a:rect b="b" l="l" r="r" t="t"/>
              <a:pathLst>
                <a:path extrusionOk="0" h="37338" w="37719">
                  <a:moveTo>
                    <a:pt x="37719" y="18669"/>
                  </a:moveTo>
                  <a:cubicBezTo>
                    <a:pt x="37719" y="28956"/>
                    <a:pt x="29210" y="37338"/>
                    <a:pt x="18796" y="37338"/>
                  </a:cubicBezTo>
                  <a:cubicBezTo>
                    <a:pt x="8255" y="37338"/>
                    <a:pt x="0" y="29083"/>
                    <a:pt x="0" y="18669"/>
                  </a:cubicBezTo>
                  <a:cubicBezTo>
                    <a:pt x="0" y="8255"/>
                    <a:pt x="8255" y="0"/>
                    <a:pt x="18796" y="0"/>
                  </a:cubicBezTo>
                  <a:cubicBezTo>
                    <a:pt x="29337" y="0"/>
                    <a:pt x="37719" y="8509"/>
                    <a:pt x="37719" y="186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29"/>
            <p:cNvSpPr/>
            <p:nvPr/>
          </p:nvSpPr>
          <p:spPr>
            <a:xfrm>
              <a:off x="449453" y="334264"/>
              <a:ext cx="42291" cy="42164"/>
            </a:xfrm>
            <a:custGeom>
              <a:rect b="b" l="l" r="r" t="t"/>
              <a:pathLst>
                <a:path extrusionOk="0" h="42164" w="42291">
                  <a:moveTo>
                    <a:pt x="24765" y="127"/>
                  </a:moveTo>
                  <a:lnTo>
                    <a:pt x="42291" y="24638"/>
                  </a:lnTo>
                  <a:cubicBezTo>
                    <a:pt x="34290" y="30226"/>
                    <a:pt x="25273" y="36576"/>
                    <a:pt x="17399" y="42164"/>
                  </a:cubicBezTo>
                  <a:lnTo>
                    <a:pt x="0" y="17145"/>
                  </a:lnTo>
                  <a:cubicBezTo>
                    <a:pt x="7620" y="11938"/>
                    <a:pt x="16510" y="5715"/>
                    <a:pt x="2476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08" name="Google Shape;2108;p29"/>
          <p:cNvSpPr/>
          <p:nvPr/>
        </p:nvSpPr>
        <p:spPr>
          <a:xfrm>
            <a:off x="235748" y="1856293"/>
            <a:ext cx="605965" cy="614645"/>
          </a:xfrm>
          <a:custGeom>
            <a:rect b="b" l="l" r="r" t="t"/>
            <a:pathLst>
              <a:path extrusionOk="0" h="945607" w="932254">
                <a:moveTo>
                  <a:pt x="514905" y="852495"/>
                </a:moveTo>
                <a:cubicBezTo>
                  <a:pt x="497125" y="852622"/>
                  <a:pt x="483028" y="866592"/>
                  <a:pt x="483282" y="883991"/>
                </a:cubicBezTo>
                <a:cubicBezTo>
                  <a:pt x="483536" y="901390"/>
                  <a:pt x="498268" y="915614"/>
                  <a:pt x="515540" y="915360"/>
                </a:cubicBezTo>
                <a:cubicBezTo>
                  <a:pt x="532177" y="914979"/>
                  <a:pt x="546528" y="900120"/>
                  <a:pt x="546274" y="883483"/>
                </a:cubicBezTo>
                <a:cubicBezTo>
                  <a:pt x="546020" y="866211"/>
                  <a:pt x="532050" y="852495"/>
                  <a:pt x="514905" y="852622"/>
                </a:cubicBezTo>
                <a:moveTo>
                  <a:pt x="129714" y="852622"/>
                </a:moveTo>
                <a:cubicBezTo>
                  <a:pt x="111934" y="852622"/>
                  <a:pt x="97583" y="866465"/>
                  <a:pt x="97456" y="883737"/>
                </a:cubicBezTo>
                <a:cubicBezTo>
                  <a:pt x="97456" y="900501"/>
                  <a:pt x="112696" y="915614"/>
                  <a:pt x="129587" y="915487"/>
                </a:cubicBezTo>
                <a:cubicBezTo>
                  <a:pt x="146732" y="915360"/>
                  <a:pt x="160321" y="901390"/>
                  <a:pt x="160321" y="883864"/>
                </a:cubicBezTo>
                <a:cubicBezTo>
                  <a:pt x="160321" y="866084"/>
                  <a:pt x="147113" y="852622"/>
                  <a:pt x="129714" y="852622"/>
                </a:cubicBezTo>
                <a:moveTo>
                  <a:pt x="112188" y="562173"/>
                </a:moveTo>
                <a:cubicBezTo>
                  <a:pt x="112315" y="544901"/>
                  <a:pt x="98599" y="530931"/>
                  <a:pt x="81327" y="530677"/>
                </a:cubicBezTo>
                <a:cubicBezTo>
                  <a:pt x="64436" y="530423"/>
                  <a:pt x="49450" y="545282"/>
                  <a:pt x="49323" y="562427"/>
                </a:cubicBezTo>
                <a:cubicBezTo>
                  <a:pt x="49196" y="579191"/>
                  <a:pt x="63547" y="593288"/>
                  <a:pt x="80692" y="593415"/>
                </a:cubicBezTo>
                <a:cubicBezTo>
                  <a:pt x="98853" y="593542"/>
                  <a:pt x="112061" y="580334"/>
                  <a:pt x="112188" y="562046"/>
                </a:cubicBezTo>
                <a:moveTo>
                  <a:pt x="787066" y="95448"/>
                </a:moveTo>
                <a:cubicBezTo>
                  <a:pt x="805354" y="95448"/>
                  <a:pt x="818943" y="82367"/>
                  <a:pt x="819070" y="64460"/>
                </a:cubicBezTo>
                <a:cubicBezTo>
                  <a:pt x="819070" y="47315"/>
                  <a:pt x="805354" y="32837"/>
                  <a:pt x="788463" y="32583"/>
                </a:cubicBezTo>
                <a:cubicBezTo>
                  <a:pt x="771318" y="32329"/>
                  <a:pt x="756332" y="46934"/>
                  <a:pt x="756205" y="64079"/>
                </a:cubicBezTo>
                <a:cubicBezTo>
                  <a:pt x="756078" y="81224"/>
                  <a:pt x="770048" y="95448"/>
                  <a:pt x="787066" y="95448"/>
                </a:cubicBezTo>
                <a:moveTo>
                  <a:pt x="386254" y="95448"/>
                </a:moveTo>
                <a:cubicBezTo>
                  <a:pt x="403653" y="95448"/>
                  <a:pt x="417369" y="81986"/>
                  <a:pt x="417496" y="64714"/>
                </a:cubicBezTo>
                <a:cubicBezTo>
                  <a:pt x="417623" y="47061"/>
                  <a:pt x="403526" y="32710"/>
                  <a:pt x="386254" y="32710"/>
                </a:cubicBezTo>
                <a:cubicBezTo>
                  <a:pt x="369490" y="32710"/>
                  <a:pt x="355012" y="47061"/>
                  <a:pt x="354758" y="63825"/>
                </a:cubicBezTo>
                <a:cubicBezTo>
                  <a:pt x="354504" y="81351"/>
                  <a:pt x="368474" y="95448"/>
                  <a:pt x="386254" y="95448"/>
                </a:cubicBezTo>
                <a:moveTo>
                  <a:pt x="321865" y="691586"/>
                </a:moveTo>
                <a:cubicBezTo>
                  <a:pt x="304593" y="691713"/>
                  <a:pt x="289734" y="706699"/>
                  <a:pt x="290242" y="723590"/>
                </a:cubicBezTo>
                <a:cubicBezTo>
                  <a:pt x="290750" y="740481"/>
                  <a:pt x="305228" y="754578"/>
                  <a:pt x="321992" y="754451"/>
                </a:cubicBezTo>
                <a:cubicBezTo>
                  <a:pt x="339772" y="754324"/>
                  <a:pt x="353361" y="740354"/>
                  <a:pt x="353107" y="722574"/>
                </a:cubicBezTo>
                <a:cubicBezTo>
                  <a:pt x="352853" y="705302"/>
                  <a:pt x="338883" y="691459"/>
                  <a:pt x="321865" y="691713"/>
                </a:cubicBezTo>
                <a:moveTo>
                  <a:pt x="594026" y="545282"/>
                </a:moveTo>
                <a:cubicBezTo>
                  <a:pt x="612314" y="545409"/>
                  <a:pt x="626284" y="532201"/>
                  <a:pt x="626538" y="514675"/>
                </a:cubicBezTo>
                <a:cubicBezTo>
                  <a:pt x="626792" y="497530"/>
                  <a:pt x="612314" y="482671"/>
                  <a:pt x="595169" y="482544"/>
                </a:cubicBezTo>
                <a:cubicBezTo>
                  <a:pt x="578278" y="482290"/>
                  <a:pt x="563927" y="496514"/>
                  <a:pt x="563800" y="513532"/>
                </a:cubicBezTo>
                <a:cubicBezTo>
                  <a:pt x="563546" y="531185"/>
                  <a:pt x="576881" y="545155"/>
                  <a:pt x="594026" y="545282"/>
                </a:cubicBezTo>
                <a:moveTo>
                  <a:pt x="321992" y="402661"/>
                </a:moveTo>
                <a:cubicBezTo>
                  <a:pt x="295068" y="402407"/>
                  <a:pt x="275129" y="421965"/>
                  <a:pt x="274748" y="448635"/>
                </a:cubicBezTo>
                <a:cubicBezTo>
                  <a:pt x="274494" y="476829"/>
                  <a:pt x="293671" y="496768"/>
                  <a:pt x="321484" y="497022"/>
                </a:cubicBezTo>
                <a:cubicBezTo>
                  <a:pt x="348281" y="497276"/>
                  <a:pt x="369109" y="477464"/>
                  <a:pt x="369363" y="451429"/>
                </a:cubicBezTo>
                <a:cubicBezTo>
                  <a:pt x="369617" y="422854"/>
                  <a:pt x="350186" y="402788"/>
                  <a:pt x="321992" y="402534"/>
                </a:cubicBezTo>
                <a:moveTo>
                  <a:pt x="804465" y="674822"/>
                </a:moveTo>
                <a:cubicBezTo>
                  <a:pt x="804338" y="701238"/>
                  <a:pt x="825293" y="722320"/>
                  <a:pt x="851836" y="722574"/>
                </a:cubicBezTo>
                <a:cubicBezTo>
                  <a:pt x="878379" y="722828"/>
                  <a:pt x="899080" y="702254"/>
                  <a:pt x="899588" y="675203"/>
                </a:cubicBezTo>
                <a:cubicBezTo>
                  <a:pt x="900096" y="648914"/>
                  <a:pt x="879141" y="627324"/>
                  <a:pt x="852725" y="626943"/>
                </a:cubicBezTo>
                <a:cubicBezTo>
                  <a:pt x="825928" y="626562"/>
                  <a:pt x="804592" y="647771"/>
                  <a:pt x="804592" y="674822"/>
                </a:cubicBezTo>
                <a:moveTo>
                  <a:pt x="80819" y="240101"/>
                </a:moveTo>
                <a:cubicBezTo>
                  <a:pt x="108251" y="240101"/>
                  <a:pt x="128571" y="219781"/>
                  <a:pt x="128571" y="192222"/>
                </a:cubicBezTo>
                <a:cubicBezTo>
                  <a:pt x="128571" y="166060"/>
                  <a:pt x="107997" y="145486"/>
                  <a:pt x="81581" y="145486"/>
                </a:cubicBezTo>
                <a:cubicBezTo>
                  <a:pt x="53895" y="145359"/>
                  <a:pt x="33702" y="165171"/>
                  <a:pt x="33448" y="192857"/>
                </a:cubicBezTo>
                <a:cubicBezTo>
                  <a:pt x="33194" y="219527"/>
                  <a:pt x="53768" y="240101"/>
                  <a:pt x="80819" y="240101"/>
                </a:cubicBezTo>
                <a:moveTo>
                  <a:pt x="547290" y="224734"/>
                </a:moveTo>
                <a:cubicBezTo>
                  <a:pt x="547163" y="251150"/>
                  <a:pt x="568245" y="272613"/>
                  <a:pt x="594534" y="272613"/>
                </a:cubicBezTo>
                <a:cubicBezTo>
                  <a:pt x="621204" y="272740"/>
                  <a:pt x="643048" y="251023"/>
                  <a:pt x="642794" y="224480"/>
                </a:cubicBezTo>
                <a:cubicBezTo>
                  <a:pt x="642540" y="198572"/>
                  <a:pt x="621585" y="177363"/>
                  <a:pt x="595804" y="176982"/>
                </a:cubicBezTo>
                <a:cubicBezTo>
                  <a:pt x="569134" y="176601"/>
                  <a:pt x="547417" y="197937"/>
                  <a:pt x="547290" y="224607"/>
                </a:cubicBezTo>
                <a:moveTo>
                  <a:pt x="279574" y="772231"/>
                </a:moveTo>
                <a:lnTo>
                  <a:pt x="189785" y="849701"/>
                </a:lnTo>
                <a:cubicBezTo>
                  <a:pt x="188134" y="851098"/>
                  <a:pt x="188261" y="856178"/>
                  <a:pt x="189277" y="858972"/>
                </a:cubicBezTo>
                <a:cubicBezTo>
                  <a:pt x="201469" y="890468"/>
                  <a:pt x="189150" y="924631"/>
                  <a:pt x="160194" y="941014"/>
                </a:cubicBezTo>
                <a:cubicBezTo>
                  <a:pt x="148510" y="947618"/>
                  <a:pt x="136191" y="945078"/>
                  <a:pt x="124126" y="945332"/>
                </a:cubicBezTo>
                <a:cubicBezTo>
                  <a:pt x="95678" y="945713"/>
                  <a:pt x="71802" y="926536"/>
                  <a:pt x="66087" y="898850"/>
                </a:cubicBezTo>
                <a:cubicBezTo>
                  <a:pt x="60753" y="873196"/>
                  <a:pt x="67738" y="850971"/>
                  <a:pt x="88058" y="834207"/>
                </a:cubicBezTo>
                <a:cubicBezTo>
                  <a:pt x="109013" y="816935"/>
                  <a:pt x="132508" y="814776"/>
                  <a:pt x="157273" y="825444"/>
                </a:cubicBezTo>
                <a:lnTo>
                  <a:pt x="160575" y="827095"/>
                </a:lnTo>
                <a:cubicBezTo>
                  <a:pt x="179117" y="814522"/>
                  <a:pt x="195500" y="800679"/>
                  <a:pt x="211756" y="786709"/>
                </a:cubicBezTo>
                <a:lnTo>
                  <a:pt x="255317" y="749371"/>
                </a:lnTo>
                <a:cubicBezTo>
                  <a:pt x="259381" y="745942"/>
                  <a:pt x="260016" y="743021"/>
                  <a:pt x="258873" y="737687"/>
                </a:cubicBezTo>
                <a:cubicBezTo>
                  <a:pt x="252015" y="705556"/>
                  <a:pt x="268144" y="675838"/>
                  <a:pt x="298497" y="662630"/>
                </a:cubicBezTo>
                <a:lnTo>
                  <a:pt x="304847" y="657931"/>
                </a:lnTo>
                <a:cubicBezTo>
                  <a:pt x="305228" y="613862"/>
                  <a:pt x="305101" y="572206"/>
                  <a:pt x="305101" y="531439"/>
                </a:cubicBezTo>
                <a:lnTo>
                  <a:pt x="273732" y="515056"/>
                </a:lnTo>
                <a:cubicBezTo>
                  <a:pt x="264588" y="508198"/>
                  <a:pt x="257476" y="498673"/>
                  <a:pt x="248713" y="489529"/>
                </a:cubicBezTo>
                <a:lnTo>
                  <a:pt x="157146" y="535376"/>
                </a:lnTo>
                <a:cubicBezTo>
                  <a:pt x="154352" y="536773"/>
                  <a:pt x="151812" y="538551"/>
                  <a:pt x="148891" y="539440"/>
                </a:cubicBezTo>
                <a:lnTo>
                  <a:pt x="143176" y="543631"/>
                </a:lnTo>
                <a:cubicBezTo>
                  <a:pt x="151558" y="584398"/>
                  <a:pt x="130857" y="617037"/>
                  <a:pt x="95424" y="625673"/>
                </a:cubicBezTo>
                <a:cubicBezTo>
                  <a:pt x="61769" y="633928"/>
                  <a:pt x="26082" y="612084"/>
                  <a:pt x="17954" y="578175"/>
                </a:cubicBezTo>
                <a:cubicBezTo>
                  <a:pt x="9572" y="542742"/>
                  <a:pt x="32051" y="506547"/>
                  <a:pt x="66976" y="499181"/>
                </a:cubicBezTo>
                <a:cubicBezTo>
                  <a:pt x="86280" y="495117"/>
                  <a:pt x="103425" y="499435"/>
                  <a:pt x="119554" y="510230"/>
                </a:cubicBezTo>
                <a:lnTo>
                  <a:pt x="127047" y="512516"/>
                </a:lnTo>
                <a:cubicBezTo>
                  <a:pt x="165020" y="493974"/>
                  <a:pt x="200072" y="476067"/>
                  <a:pt x="235378" y="458668"/>
                </a:cubicBezTo>
                <a:lnTo>
                  <a:pt x="241601" y="454985"/>
                </a:lnTo>
                <a:cubicBezTo>
                  <a:pt x="240585" y="434157"/>
                  <a:pt x="245538" y="419679"/>
                  <a:pt x="254047" y="405201"/>
                </a:cubicBezTo>
                <a:lnTo>
                  <a:pt x="229282" y="377134"/>
                </a:lnTo>
                <a:cubicBezTo>
                  <a:pt x="196516" y="340685"/>
                  <a:pt x="163623" y="304236"/>
                  <a:pt x="131111" y="267660"/>
                </a:cubicBezTo>
                <a:lnTo>
                  <a:pt x="123364" y="262453"/>
                </a:lnTo>
                <a:cubicBezTo>
                  <a:pt x="87423" y="278836"/>
                  <a:pt x="58467" y="277058"/>
                  <a:pt x="31797" y="257246"/>
                </a:cubicBezTo>
                <a:cubicBezTo>
                  <a:pt x="5127" y="237434"/>
                  <a:pt x="-4017" y="209494"/>
                  <a:pt x="1571" y="177871"/>
                </a:cubicBezTo>
                <a:cubicBezTo>
                  <a:pt x="7286" y="145486"/>
                  <a:pt x="27352" y="124023"/>
                  <a:pt x="59356" y="114752"/>
                </a:cubicBezTo>
                <a:cubicBezTo>
                  <a:pt x="90217" y="105862"/>
                  <a:pt x="124761" y="117038"/>
                  <a:pt x="144192" y="141676"/>
                </a:cubicBezTo>
                <a:cubicBezTo>
                  <a:pt x="164639" y="167584"/>
                  <a:pt x="167814" y="203398"/>
                  <a:pt x="152193" y="231973"/>
                </a:cubicBezTo>
                <a:lnTo>
                  <a:pt x="150034" y="235656"/>
                </a:lnTo>
                <a:cubicBezTo>
                  <a:pt x="191817" y="285694"/>
                  <a:pt x="234743" y="333319"/>
                  <a:pt x="275256" y="378404"/>
                </a:cubicBezTo>
                <a:cubicBezTo>
                  <a:pt x="292782" y="375102"/>
                  <a:pt x="307895" y="370022"/>
                  <a:pt x="323135" y="369641"/>
                </a:cubicBezTo>
                <a:cubicBezTo>
                  <a:pt x="360854" y="368752"/>
                  <a:pt x="391969" y="394152"/>
                  <a:pt x="400605" y="430982"/>
                </a:cubicBezTo>
                <a:lnTo>
                  <a:pt x="403653" y="437459"/>
                </a:lnTo>
                <a:cubicBezTo>
                  <a:pt x="451278" y="450286"/>
                  <a:pt x="494458" y="462351"/>
                  <a:pt x="537765" y="473908"/>
                </a:cubicBezTo>
                <a:lnTo>
                  <a:pt x="543861" y="472892"/>
                </a:lnTo>
                <a:cubicBezTo>
                  <a:pt x="555291" y="465526"/>
                  <a:pt x="564054" y="459557"/>
                  <a:pt x="572690" y="453207"/>
                </a:cubicBezTo>
                <a:lnTo>
                  <a:pt x="578151" y="448127"/>
                </a:lnTo>
                <a:cubicBezTo>
                  <a:pt x="578532" y="400502"/>
                  <a:pt x="578532" y="355417"/>
                  <a:pt x="578151" y="310332"/>
                </a:cubicBezTo>
                <a:lnTo>
                  <a:pt x="574849" y="303728"/>
                </a:lnTo>
                <a:cubicBezTo>
                  <a:pt x="535606" y="293187"/>
                  <a:pt x="507031" y="253944"/>
                  <a:pt x="515540" y="210637"/>
                </a:cubicBezTo>
                <a:lnTo>
                  <a:pt x="515286" y="201112"/>
                </a:lnTo>
                <a:cubicBezTo>
                  <a:pt x="495474" y="184729"/>
                  <a:pt x="480615" y="171902"/>
                  <a:pt x="465629" y="158948"/>
                </a:cubicBezTo>
                <a:lnTo>
                  <a:pt x="420163" y="119959"/>
                </a:lnTo>
                <a:cubicBezTo>
                  <a:pt x="402383" y="129484"/>
                  <a:pt x="383841" y="132151"/>
                  <a:pt x="364410" y="125293"/>
                </a:cubicBezTo>
                <a:cubicBezTo>
                  <a:pt x="349932" y="120086"/>
                  <a:pt x="338756" y="110815"/>
                  <a:pt x="330755" y="97861"/>
                </a:cubicBezTo>
                <a:cubicBezTo>
                  <a:pt x="315134" y="72842"/>
                  <a:pt x="319452" y="40965"/>
                  <a:pt x="339899" y="18740"/>
                </a:cubicBezTo>
                <a:cubicBezTo>
                  <a:pt x="359457" y="-2469"/>
                  <a:pt x="399208" y="-3993"/>
                  <a:pt x="419401" y="8580"/>
                </a:cubicBezTo>
                <a:cubicBezTo>
                  <a:pt x="448865" y="26868"/>
                  <a:pt x="457247" y="55697"/>
                  <a:pt x="443785" y="96210"/>
                </a:cubicBezTo>
                <a:lnTo>
                  <a:pt x="532812" y="172537"/>
                </a:lnTo>
                <a:cubicBezTo>
                  <a:pt x="548179" y="155265"/>
                  <a:pt x="567229" y="145486"/>
                  <a:pt x="589835" y="144216"/>
                </a:cubicBezTo>
                <a:cubicBezTo>
                  <a:pt x="612187" y="142946"/>
                  <a:pt x="632380" y="149677"/>
                  <a:pt x="649906" y="165044"/>
                </a:cubicBezTo>
                <a:lnTo>
                  <a:pt x="715311" y="109545"/>
                </a:lnTo>
                <a:cubicBezTo>
                  <a:pt x="725852" y="101163"/>
                  <a:pt x="729916" y="94686"/>
                  <a:pt x="725344" y="79700"/>
                </a:cubicBezTo>
                <a:cubicBezTo>
                  <a:pt x="715692" y="48077"/>
                  <a:pt x="733218" y="15184"/>
                  <a:pt x="764079" y="4389"/>
                </a:cubicBezTo>
                <a:cubicBezTo>
                  <a:pt x="788336" y="-4120"/>
                  <a:pt x="814752" y="-691"/>
                  <a:pt x="833421" y="18486"/>
                </a:cubicBezTo>
                <a:cubicBezTo>
                  <a:pt x="852090" y="37663"/>
                  <a:pt x="857678" y="64968"/>
                  <a:pt x="847391" y="89225"/>
                </a:cubicBezTo>
                <a:cubicBezTo>
                  <a:pt x="837104" y="113482"/>
                  <a:pt x="813863" y="129738"/>
                  <a:pt x="788209" y="128722"/>
                </a:cubicBezTo>
                <a:lnTo>
                  <a:pt x="758745" y="122626"/>
                </a:lnTo>
                <a:cubicBezTo>
                  <a:pt x="755951" y="122118"/>
                  <a:pt x="751887" y="121991"/>
                  <a:pt x="749982" y="123515"/>
                </a:cubicBezTo>
                <a:lnTo>
                  <a:pt x="669337" y="192222"/>
                </a:lnTo>
                <a:cubicBezTo>
                  <a:pt x="677973" y="215717"/>
                  <a:pt x="678481" y="239212"/>
                  <a:pt x="667051" y="261818"/>
                </a:cubicBezTo>
                <a:cubicBezTo>
                  <a:pt x="655621" y="284678"/>
                  <a:pt x="636444" y="298267"/>
                  <a:pt x="611552" y="304617"/>
                </a:cubicBezTo>
                <a:lnTo>
                  <a:pt x="611298" y="426156"/>
                </a:lnTo>
                <a:cubicBezTo>
                  <a:pt x="611044" y="441396"/>
                  <a:pt x="611806" y="452318"/>
                  <a:pt x="629078" y="460319"/>
                </a:cubicBezTo>
                <a:cubicBezTo>
                  <a:pt x="649906" y="469844"/>
                  <a:pt x="658669" y="490545"/>
                  <a:pt x="659685" y="513659"/>
                </a:cubicBezTo>
                <a:lnTo>
                  <a:pt x="661082" y="521406"/>
                </a:lnTo>
                <a:cubicBezTo>
                  <a:pt x="710485" y="551378"/>
                  <a:pt x="757729" y="579699"/>
                  <a:pt x="804719" y="607893"/>
                </a:cubicBezTo>
                <a:cubicBezTo>
                  <a:pt x="845613" y="582239"/>
                  <a:pt x="891206" y="593796"/>
                  <a:pt x="915463" y="624657"/>
                </a:cubicBezTo>
                <a:cubicBezTo>
                  <a:pt x="939085" y="654629"/>
                  <a:pt x="937561" y="700984"/>
                  <a:pt x="912288" y="728670"/>
                </a:cubicBezTo>
                <a:cubicBezTo>
                  <a:pt x="884348" y="759277"/>
                  <a:pt x="840152" y="764865"/>
                  <a:pt x="805735" y="741878"/>
                </a:cubicBezTo>
                <a:cubicBezTo>
                  <a:pt x="775890" y="721939"/>
                  <a:pt x="757729" y="678251"/>
                  <a:pt x="781478" y="632912"/>
                </a:cubicBezTo>
                <a:lnTo>
                  <a:pt x="648001" y="552648"/>
                </a:lnTo>
                <a:cubicBezTo>
                  <a:pt x="626665" y="576905"/>
                  <a:pt x="600757" y="586430"/>
                  <a:pt x="570277" y="573857"/>
                </a:cubicBezTo>
                <a:cubicBezTo>
                  <a:pt x="541448" y="561919"/>
                  <a:pt x="529256" y="538297"/>
                  <a:pt x="530018" y="506674"/>
                </a:cubicBezTo>
                <a:lnTo>
                  <a:pt x="403399" y="472003"/>
                </a:lnTo>
                <a:cubicBezTo>
                  <a:pt x="394382" y="484957"/>
                  <a:pt x="387524" y="498800"/>
                  <a:pt x="376983" y="508833"/>
                </a:cubicBezTo>
                <a:cubicBezTo>
                  <a:pt x="366696" y="518612"/>
                  <a:pt x="352599" y="524454"/>
                  <a:pt x="338248" y="533217"/>
                </a:cubicBezTo>
                <a:lnTo>
                  <a:pt x="338248" y="619577"/>
                </a:lnTo>
                <a:cubicBezTo>
                  <a:pt x="338248" y="630372"/>
                  <a:pt x="338502" y="641167"/>
                  <a:pt x="338121" y="651962"/>
                </a:cubicBezTo>
                <a:lnTo>
                  <a:pt x="339264" y="660344"/>
                </a:lnTo>
                <a:cubicBezTo>
                  <a:pt x="376602" y="675330"/>
                  <a:pt x="391842" y="705683"/>
                  <a:pt x="384730" y="739084"/>
                </a:cubicBezTo>
                <a:lnTo>
                  <a:pt x="385746" y="746323"/>
                </a:lnTo>
                <a:cubicBezTo>
                  <a:pt x="416480" y="773120"/>
                  <a:pt x="445309" y="797758"/>
                  <a:pt x="474011" y="822523"/>
                </a:cubicBezTo>
                <a:lnTo>
                  <a:pt x="482266" y="827476"/>
                </a:lnTo>
                <a:cubicBezTo>
                  <a:pt x="520874" y="809823"/>
                  <a:pt x="558974" y="824555"/>
                  <a:pt x="573706" y="857067"/>
                </a:cubicBezTo>
                <a:cubicBezTo>
                  <a:pt x="588311" y="889198"/>
                  <a:pt x="574468" y="927298"/>
                  <a:pt x="542083" y="941903"/>
                </a:cubicBezTo>
                <a:lnTo>
                  <a:pt x="525954" y="944443"/>
                </a:lnTo>
                <a:cubicBezTo>
                  <a:pt x="499284" y="946983"/>
                  <a:pt x="482647" y="944189"/>
                  <a:pt x="468804" y="929838"/>
                </a:cubicBezTo>
                <a:cubicBezTo>
                  <a:pt x="452802" y="913201"/>
                  <a:pt x="442261" y="885388"/>
                  <a:pt x="457374" y="852114"/>
                </a:cubicBezTo>
                <a:lnTo>
                  <a:pt x="364537" y="772485"/>
                </a:lnTo>
                <a:cubicBezTo>
                  <a:pt x="351837" y="781375"/>
                  <a:pt x="338248" y="788106"/>
                  <a:pt x="322246" y="787979"/>
                </a:cubicBezTo>
                <a:cubicBezTo>
                  <a:pt x="306244" y="787852"/>
                  <a:pt x="292147" y="782518"/>
                  <a:pt x="279447" y="772231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09" name="Google Shape;2109;p29"/>
          <p:cNvGrpSpPr/>
          <p:nvPr/>
        </p:nvGrpSpPr>
        <p:grpSpPr>
          <a:xfrm>
            <a:off x="138506" y="9307774"/>
            <a:ext cx="801318" cy="443295"/>
            <a:chOff x="63500" y="63500"/>
            <a:chExt cx="1508506" cy="834517"/>
          </a:xfrm>
        </p:grpSpPr>
        <p:sp>
          <p:nvSpPr>
            <p:cNvPr id="2110" name="Google Shape;2110;p29"/>
            <p:cNvSpPr/>
            <p:nvPr/>
          </p:nvSpPr>
          <p:spPr>
            <a:xfrm>
              <a:off x="63500" y="63500"/>
              <a:ext cx="1508506" cy="834517"/>
            </a:xfrm>
            <a:custGeom>
              <a:rect b="b" l="l" r="r" t="t"/>
              <a:pathLst>
                <a:path extrusionOk="0" h="834517" w="1508506">
                  <a:moveTo>
                    <a:pt x="754253" y="30988"/>
                  </a:moveTo>
                  <a:cubicBezTo>
                    <a:pt x="355473" y="30988"/>
                    <a:pt x="30988" y="204216"/>
                    <a:pt x="30988" y="417195"/>
                  </a:cubicBezTo>
                  <a:cubicBezTo>
                    <a:pt x="30988" y="630174"/>
                    <a:pt x="355473" y="803402"/>
                    <a:pt x="754253" y="803402"/>
                  </a:cubicBezTo>
                  <a:cubicBezTo>
                    <a:pt x="1153033" y="803402"/>
                    <a:pt x="1477518" y="630174"/>
                    <a:pt x="1477518" y="417195"/>
                  </a:cubicBezTo>
                  <a:cubicBezTo>
                    <a:pt x="1477518" y="204216"/>
                    <a:pt x="1153033" y="30988"/>
                    <a:pt x="754253" y="30988"/>
                  </a:cubicBezTo>
                  <a:moveTo>
                    <a:pt x="754253" y="834390"/>
                  </a:moveTo>
                  <a:cubicBezTo>
                    <a:pt x="338328" y="834517"/>
                    <a:pt x="0" y="647319"/>
                    <a:pt x="0" y="417195"/>
                  </a:cubicBezTo>
                  <a:cubicBezTo>
                    <a:pt x="0" y="187071"/>
                    <a:pt x="338328" y="0"/>
                    <a:pt x="754253" y="0"/>
                  </a:cubicBezTo>
                  <a:cubicBezTo>
                    <a:pt x="1170178" y="0"/>
                    <a:pt x="1508506" y="187198"/>
                    <a:pt x="1508506" y="417195"/>
                  </a:cubicBezTo>
                  <a:cubicBezTo>
                    <a:pt x="1508506" y="647192"/>
                    <a:pt x="1170178" y="834517"/>
                    <a:pt x="754253" y="8345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29"/>
            <p:cNvSpPr/>
            <p:nvPr/>
          </p:nvSpPr>
          <p:spPr>
            <a:xfrm>
              <a:off x="309372" y="287274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29"/>
            <p:cNvSpPr/>
            <p:nvPr/>
          </p:nvSpPr>
          <p:spPr>
            <a:xfrm>
              <a:off x="515239" y="642112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29"/>
            <p:cNvSpPr/>
            <p:nvPr/>
          </p:nvSpPr>
          <p:spPr>
            <a:xfrm>
              <a:off x="372745" y="561467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29"/>
            <p:cNvSpPr/>
            <p:nvPr/>
          </p:nvSpPr>
          <p:spPr>
            <a:xfrm>
              <a:off x="453390" y="39331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29"/>
            <p:cNvSpPr/>
            <p:nvPr/>
          </p:nvSpPr>
          <p:spPr>
            <a:xfrm>
              <a:off x="957580" y="325755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29"/>
            <p:cNvSpPr/>
            <p:nvPr/>
          </p:nvSpPr>
          <p:spPr>
            <a:xfrm>
              <a:off x="850392" y="727202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29"/>
            <p:cNvSpPr/>
            <p:nvPr/>
          </p:nvSpPr>
          <p:spPr>
            <a:xfrm>
              <a:off x="217170" y="451358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29"/>
            <p:cNvSpPr/>
            <p:nvPr/>
          </p:nvSpPr>
          <p:spPr>
            <a:xfrm>
              <a:off x="618490" y="302006"/>
              <a:ext cx="35052" cy="34798"/>
            </a:xfrm>
            <a:custGeom>
              <a:rect b="b" l="l" r="r" t="t"/>
              <a:pathLst>
                <a:path extrusionOk="0" h="34798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747"/>
                  </a:lnTo>
                  <a:cubicBezTo>
                    <a:pt x="0" y="27051"/>
                    <a:pt x="7874" y="34798"/>
                    <a:pt x="17526" y="34798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29"/>
            <p:cNvSpPr/>
            <p:nvPr/>
          </p:nvSpPr>
          <p:spPr>
            <a:xfrm>
              <a:off x="1103122" y="708914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29"/>
            <p:cNvSpPr/>
            <p:nvPr/>
          </p:nvSpPr>
          <p:spPr>
            <a:xfrm>
              <a:off x="845947" y="435483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127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29"/>
            <p:cNvSpPr/>
            <p:nvPr/>
          </p:nvSpPr>
          <p:spPr>
            <a:xfrm>
              <a:off x="1069594" y="284734"/>
              <a:ext cx="35052" cy="34798"/>
            </a:xfrm>
            <a:custGeom>
              <a:rect b="b" l="l" r="r" t="t"/>
              <a:pathLst>
                <a:path extrusionOk="0" h="34798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747"/>
                  </a:lnTo>
                  <a:cubicBezTo>
                    <a:pt x="0" y="27051"/>
                    <a:pt x="7874" y="34798"/>
                    <a:pt x="17526" y="34798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29"/>
            <p:cNvSpPr/>
            <p:nvPr/>
          </p:nvSpPr>
          <p:spPr>
            <a:xfrm>
              <a:off x="615950" y="758190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29"/>
            <p:cNvSpPr/>
            <p:nvPr/>
          </p:nvSpPr>
          <p:spPr>
            <a:xfrm>
              <a:off x="930148" y="19392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29"/>
            <p:cNvSpPr/>
            <p:nvPr/>
          </p:nvSpPr>
          <p:spPr>
            <a:xfrm>
              <a:off x="1380236" y="346964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29"/>
            <p:cNvSpPr/>
            <p:nvPr/>
          </p:nvSpPr>
          <p:spPr>
            <a:xfrm>
              <a:off x="1293622" y="603377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29"/>
            <p:cNvSpPr/>
            <p:nvPr/>
          </p:nvSpPr>
          <p:spPr>
            <a:xfrm>
              <a:off x="691261" y="174498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29"/>
            <p:cNvSpPr/>
            <p:nvPr/>
          </p:nvSpPr>
          <p:spPr>
            <a:xfrm>
              <a:off x="1224153" y="416433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29"/>
            <p:cNvSpPr/>
            <p:nvPr/>
          </p:nvSpPr>
          <p:spPr>
            <a:xfrm>
              <a:off x="276733" y="615696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29"/>
            <p:cNvSpPr/>
            <p:nvPr/>
          </p:nvSpPr>
          <p:spPr>
            <a:xfrm>
              <a:off x="995299" y="455295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29"/>
            <p:cNvSpPr/>
            <p:nvPr/>
          </p:nvSpPr>
          <p:spPr>
            <a:xfrm>
              <a:off x="701421" y="568579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29"/>
            <p:cNvSpPr/>
            <p:nvPr/>
          </p:nvSpPr>
          <p:spPr>
            <a:xfrm>
              <a:off x="740029" y="366141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29"/>
            <p:cNvSpPr/>
            <p:nvPr/>
          </p:nvSpPr>
          <p:spPr>
            <a:xfrm>
              <a:off x="517525" y="16979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29"/>
            <p:cNvSpPr/>
            <p:nvPr/>
          </p:nvSpPr>
          <p:spPr>
            <a:xfrm>
              <a:off x="600075" y="435991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29"/>
            <p:cNvSpPr/>
            <p:nvPr/>
          </p:nvSpPr>
          <p:spPr>
            <a:xfrm>
              <a:off x="884809" y="609981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29"/>
            <p:cNvSpPr/>
            <p:nvPr/>
          </p:nvSpPr>
          <p:spPr>
            <a:xfrm>
              <a:off x="1108710" y="605028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29"/>
            <p:cNvSpPr/>
            <p:nvPr/>
          </p:nvSpPr>
          <p:spPr>
            <a:xfrm>
              <a:off x="1383157" y="511048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29"/>
            <p:cNvSpPr/>
            <p:nvPr/>
          </p:nvSpPr>
          <p:spPr>
            <a:xfrm>
              <a:off x="1134237" y="508381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29"/>
            <p:cNvSpPr/>
            <p:nvPr/>
          </p:nvSpPr>
          <p:spPr>
            <a:xfrm>
              <a:off x="1224407" y="237744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39" name="Google Shape;2139;p29"/>
          <p:cNvGrpSpPr/>
          <p:nvPr/>
        </p:nvGrpSpPr>
        <p:grpSpPr>
          <a:xfrm>
            <a:off x="198554" y="3255792"/>
            <a:ext cx="678939" cy="675634"/>
            <a:chOff x="63500" y="63500"/>
            <a:chExt cx="1043559" cy="1038479"/>
          </a:xfrm>
        </p:grpSpPr>
        <p:sp>
          <p:nvSpPr>
            <p:cNvPr id="2140" name="Google Shape;2140;p29"/>
            <p:cNvSpPr/>
            <p:nvPr/>
          </p:nvSpPr>
          <p:spPr>
            <a:xfrm>
              <a:off x="66929" y="144399"/>
              <a:ext cx="242316" cy="611378"/>
            </a:xfrm>
            <a:custGeom>
              <a:rect b="b" l="l" r="r" t="t"/>
              <a:pathLst>
                <a:path extrusionOk="0" h="611378" w="242316">
                  <a:moveTo>
                    <a:pt x="225044" y="611378"/>
                  </a:moveTo>
                  <a:lnTo>
                    <a:pt x="178308" y="611378"/>
                  </a:lnTo>
                  <a:cubicBezTo>
                    <a:pt x="78359" y="611378"/>
                    <a:pt x="0" y="535305"/>
                    <a:pt x="0" y="438277"/>
                  </a:cubicBezTo>
                  <a:cubicBezTo>
                    <a:pt x="0" y="350520"/>
                    <a:pt x="63246" y="276733"/>
                    <a:pt x="148717" y="262509"/>
                  </a:cubicBezTo>
                  <a:cubicBezTo>
                    <a:pt x="138049" y="234061"/>
                    <a:pt x="132588" y="203962"/>
                    <a:pt x="132588" y="173101"/>
                  </a:cubicBezTo>
                  <a:cubicBezTo>
                    <a:pt x="132588" y="112649"/>
                    <a:pt x="154305" y="53975"/>
                    <a:pt x="193675" y="8001"/>
                  </a:cubicBezTo>
                  <a:lnTo>
                    <a:pt x="210820" y="0"/>
                  </a:lnTo>
                  <a:cubicBezTo>
                    <a:pt x="225298" y="12446"/>
                    <a:pt x="226187" y="23241"/>
                    <a:pt x="219964" y="30607"/>
                  </a:cubicBezTo>
                  <a:cubicBezTo>
                    <a:pt x="185928" y="70358"/>
                    <a:pt x="167259" y="121031"/>
                    <a:pt x="167259" y="173228"/>
                  </a:cubicBezTo>
                  <a:cubicBezTo>
                    <a:pt x="167259" y="202819"/>
                    <a:pt x="172974" y="231521"/>
                    <a:pt x="184404" y="258572"/>
                  </a:cubicBezTo>
                  <a:lnTo>
                    <a:pt x="189357" y="270256"/>
                  </a:lnTo>
                  <a:cubicBezTo>
                    <a:pt x="191516" y="275336"/>
                    <a:pt x="191135" y="281051"/>
                    <a:pt x="188341" y="285750"/>
                  </a:cubicBezTo>
                  <a:lnTo>
                    <a:pt x="180721" y="293624"/>
                  </a:lnTo>
                  <a:lnTo>
                    <a:pt x="162687" y="295656"/>
                  </a:lnTo>
                  <a:cubicBezTo>
                    <a:pt x="89662" y="303403"/>
                    <a:pt x="34671" y="364871"/>
                    <a:pt x="34671" y="438277"/>
                  </a:cubicBezTo>
                  <a:cubicBezTo>
                    <a:pt x="34671" y="515874"/>
                    <a:pt x="97790" y="576707"/>
                    <a:pt x="178308" y="576707"/>
                  </a:cubicBezTo>
                  <a:lnTo>
                    <a:pt x="225044" y="576707"/>
                  </a:lnTo>
                  <a:cubicBezTo>
                    <a:pt x="234569" y="576707"/>
                    <a:pt x="242316" y="584454"/>
                    <a:pt x="242316" y="593979"/>
                  </a:cubicBezTo>
                  <a:lnTo>
                    <a:pt x="234569" y="611251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29"/>
            <p:cNvSpPr/>
            <p:nvPr/>
          </p:nvSpPr>
          <p:spPr>
            <a:xfrm>
              <a:off x="370797" y="63500"/>
              <a:ext cx="734484" cy="692277"/>
            </a:xfrm>
            <a:custGeom>
              <a:rect b="b" l="l" r="r" t="t"/>
              <a:pathLst>
                <a:path extrusionOk="0" h="692277" w="734484">
                  <a:moveTo>
                    <a:pt x="594149" y="692277"/>
                  </a:moveTo>
                  <a:lnTo>
                    <a:pt x="509567" y="692277"/>
                  </a:lnTo>
                  <a:cubicBezTo>
                    <a:pt x="500042" y="692277"/>
                    <a:pt x="492295" y="684530"/>
                    <a:pt x="492295" y="675005"/>
                  </a:cubicBezTo>
                  <a:lnTo>
                    <a:pt x="500042" y="657733"/>
                  </a:lnTo>
                  <a:lnTo>
                    <a:pt x="594149" y="657733"/>
                  </a:lnTo>
                  <a:cubicBezTo>
                    <a:pt x="654474" y="657733"/>
                    <a:pt x="699940" y="614426"/>
                    <a:pt x="699940" y="557149"/>
                  </a:cubicBezTo>
                  <a:cubicBezTo>
                    <a:pt x="699940" y="499872"/>
                    <a:pt x="654982" y="453517"/>
                    <a:pt x="597705" y="451612"/>
                  </a:cubicBezTo>
                  <a:lnTo>
                    <a:pt x="584370" y="451231"/>
                  </a:lnTo>
                  <a:cubicBezTo>
                    <a:pt x="578782" y="451104"/>
                    <a:pt x="573575" y="448183"/>
                    <a:pt x="570527" y="443484"/>
                  </a:cubicBezTo>
                  <a:lnTo>
                    <a:pt x="566844" y="432816"/>
                  </a:lnTo>
                  <a:lnTo>
                    <a:pt x="573829" y="415036"/>
                  </a:lnTo>
                  <a:cubicBezTo>
                    <a:pt x="582211" y="393700"/>
                    <a:pt x="586402" y="371348"/>
                    <a:pt x="586402" y="348869"/>
                  </a:cubicBezTo>
                  <a:cubicBezTo>
                    <a:pt x="586402" y="248793"/>
                    <a:pt x="504868" y="167259"/>
                    <a:pt x="404792" y="167259"/>
                  </a:cubicBezTo>
                  <a:cubicBezTo>
                    <a:pt x="376471" y="167259"/>
                    <a:pt x="349039" y="173736"/>
                    <a:pt x="323385" y="186690"/>
                  </a:cubicBezTo>
                  <a:lnTo>
                    <a:pt x="314368" y="191262"/>
                  </a:lnTo>
                  <a:lnTo>
                    <a:pt x="304970" y="193675"/>
                  </a:lnTo>
                  <a:cubicBezTo>
                    <a:pt x="295953" y="190246"/>
                    <a:pt x="292270" y="186690"/>
                    <a:pt x="290492" y="182245"/>
                  </a:cubicBezTo>
                  <a:lnTo>
                    <a:pt x="286682" y="172593"/>
                  </a:lnTo>
                  <a:cubicBezTo>
                    <a:pt x="252900" y="88773"/>
                    <a:pt x="172890" y="34671"/>
                    <a:pt x="82720" y="34671"/>
                  </a:cubicBezTo>
                  <a:cubicBezTo>
                    <a:pt x="61638" y="34671"/>
                    <a:pt x="40937" y="37592"/>
                    <a:pt x="20998" y="43434"/>
                  </a:cubicBezTo>
                  <a:lnTo>
                    <a:pt x="2202" y="40894"/>
                  </a:lnTo>
                  <a:cubicBezTo>
                    <a:pt x="-3259" y="22606"/>
                    <a:pt x="2075" y="12954"/>
                    <a:pt x="11219" y="10287"/>
                  </a:cubicBezTo>
                  <a:cubicBezTo>
                    <a:pt x="34333" y="3429"/>
                    <a:pt x="58336" y="0"/>
                    <a:pt x="82720" y="0"/>
                  </a:cubicBezTo>
                  <a:cubicBezTo>
                    <a:pt x="184320" y="0"/>
                    <a:pt x="274744" y="59436"/>
                    <a:pt x="315257" y="152019"/>
                  </a:cubicBezTo>
                  <a:cubicBezTo>
                    <a:pt x="343705" y="139065"/>
                    <a:pt x="373677" y="132461"/>
                    <a:pt x="404665" y="132461"/>
                  </a:cubicBezTo>
                  <a:cubicBezTo>
                    <a:pt x="523918" y="132461"/>
                    <a:pt x="620819" y="229489"/>
                    <a:pt x="620819" y="348615"/>
                  </a:cubicBezTo>
                  <a:cubicBezTo>
                    <a:pt x="620819" y="371983"/>
                    <a:pt x="617009" y="395097"/>
                    <a:pt x="609389" y="417449"/>
                  </a:cubicBezTo>
                  <a:cubicBezTo>
                    <a:pt x="680382" y="425069"/>
                    <a:pt x="734484" y="484378"/>
                    <a:pt x="734484" y="556895"/>
                  </a:cubicBezTo>
                  <a:cubicBezTo>
                    <a:pt x="734484" y="632714"/>
                    <a:pt x="672762" y="692150"/>
                    <a:pt x="594022" y="692150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29"/>
            <p:cNvSpPr/>
            <p:nvPr/>
          </p:nvSpPr>
          <p:spPr>
            <a:xfrm>
              <a:off x="414528" y="998093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29"/>
            <p:cNvSpPr/>
            <p:nvPr/>
          </p:nvSpPr>
          <p:spPr>
            <a:xfrm>
              <a:off x="414528" y="790448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29"/>
            <p:cNvSpPr/>
            <p:nvPr/>
          </p:nvSpPr>
          <p:spPr>
            <a:xfrm>
              <a:off x="414528" y="582803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29"/>
            <p:cNvSpPr/>
            <p:nvPr/>
          </p:nvSpPr>
          <p:spPr>
            <a:xfrm>
              <a:off x="343916" y="928878"/>
              <a:ext cx="484505" cy="173101"/>
            </a:xfrm>
            <a:custGeom>
              <a:rect b="b" l="l" r="r" t="t"/>
              <a:pathLst>
                <a:path extrusionOk="0" h="173101" w="484505">
                  <a:moveTo>
                    <a:pt x="34544" y="138430"/>
                  </a:moveTo>
                  <a:lnTo>
                    <a:pt x="449834" y="138430"/>
                  </a:lnTo>
                  <a:lnTo>
                    <a:pt x="449834" y="34544"/>
                  </a:lnTo>
                  <a:lnTo>
                    <a:pt x="34544" y="34544"/>
                  </a:lnTo>
                  <a:close/>
                  <a:moveTo>
                    <a:pt x="467233" y="173101"/>
                  </a:moveTo>
                  <a:lnTo>
                    <a:pt x="17272" y="173101"/>
                  </a:lnTo>
                  <a:cubicBezTo>
                    <a:pt x="7747" y="173101"/>
                    <a:pt x="0" y="165354"/>
                    <a:pt x="0" y="155829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29"/>
            <p:cNvSpPr/>
            <p:nvPr/>
          </p:nvSpPr>
          <p:spPr>
            <a:xfrm>
              <a:off x="343916" y="721233"/>
              <a:ext cx="484505" cy="172974"/>
            </a:xfrm>
            <a:custGeom>
              <a:rect b="b" l="l" r="r" t="t"/>
              <a:pathLst>
                <a:path extrusionOk="0" h="172974" w="484505">
                  <a:moveTo>
                    <a:pt x="34544" y="138303"/>
                  </a:moveTo>
                  <a:lnTo>
                    <a:pt x="449834" y="138303"/>
                  </a:lnTo>
                  <a:lnTo>
                    <a:pt x="449834" y="34544"/>
                  </a:lnTo>
                  <a:lnTo>
                    <a:pt x="34544" y="34544"/>
                  </a:lnTo>
                  <a:close/>
                  <a:moveTo>
                    <a:pt x="467233" y="172974"/>
                  </a:moveTo>
                  <a:lnTo>
                    <a:pt x="17272" y="172974"/>
                  </a:lnTo>
                  <a:cubicBezTo>
                    <a:pt x="7747" y="172974"/>
                    <a:pt x="0" y="165227"/>
                    <a:pt x="0" y="155702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29"/>
            <p:cNvSpPr/>
            <p:nvPr/>
          </p:nvSpPr>
          <p:spPr>
            <a:xfrm>
              <a:off x="343916" y="513461"/>
              <a:ext cx="484505" cy="173101"/>
            </a:xfrm>
            <a:custGeom>
              <a:rect b="b" l="l" r="r" t="t"/>
              <a:pathLst>
                <a:path extrusionOk="0" h="173101" w="484505">
                  <a:moveTo>
                    <a:pt x="34544" y="138430"/>
                  </a:moveTo>
                  <a:lnTo>
                    <a:pt x="449834" y="138430"/>
                  </a:lnTo>
                  <a:lnTo>
                    <a:pt x="449834" y="34671"/>
                  </a:lnTo>
                  <a:lnTo>
                    <a:pt x="34544" y="34671"/>
                  </a:lnTo>
                  <a:close/>
                  <a:moveTo>
                    <a:pt x="467233" y="173101"/>
                  </a:moveTo>
                  <a:lnTo>
                    <a:pt x="17272" y="173101"/>
                  </a:lnTo>
                  <a:cubicBezTo>
                    <a:pt x="7747" y="173101"/>
                    <a:pt x="0" y="165354"/>
                    <a:pt x="0" y="155829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29"/>
            <p:cNvSpPr/>
            <p:nvPr/>
          </p:nvSpPr>
          <p:spPr>
            <a:xfrm>
              <a:off x="170815" y="824992"/>
              <a:ext cx="138430" cy="207645"/>
            </a:xfrm>
            <a:custGeom>
              <a:rect b="b" l="l" r="r" t="t"/>
              <a:pathLst>
                <a:path extrusionOk="0" h="207645" w="138430">
                  <a:moveTo>
                    <a:pt x="51943" y="207645"/>
                  </a:moveTo>
                  <a:lnTo>
                    <a:pt x="17272" y="207645"/>
                  </a:lnTo>
                  <a:cubicBezTo>
                    <a:pt x="7747" y="207645"/>
                    <a:pt x="0" y="199898"/>
                    <a:pt x="0" y="190373"/>
                  </a:cubicBezTo>
                  <a:lnTo>
                    <a:pt x="7747" y="173101"/>
                  </a:lnTo>
                  <a:lnTo>
                    <a:pt x="51943" y="173101"/>
                  </a:lnTo>
                  <a:cubicBezTo>
                    <a:pt x="80518" y="173101"/>
                    <a:pt x="103886" y="149860"/>
                    <a:pt x="103886" y="121158"/>
                  </a:cubicBezTo>
                  <a:lnTo>
                    <a:pt x="103886" y="17272"/>
                  </a:lnTo>
                  <a:cubicBezTo>
                    <a:pt x="103886" y="7747"/>
                    <a:pt x="111633" y="0"/>
                    <a:pt x="121158" y="0"/>
                  </a:cubicBezTo>
                  <a:lnTo>
                    <a:pt x="138430" y="7747"/>
                  </a:lnTo>
                  <a:lnTo>
                    <a:pt x="138430" y="121158"/>
                  </a:lnTo>
                  <a:cubicBezTo>
                    <a:pt x="138430" y="168910"/>
                    <a:pt x="99568" y="207645"/>
                    <a:pt x="51943" y="207645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29"/>
            <p:cNvSpPr/>
            <p:nvPr/>
          </p:nvSpPr>
          <p:spPr>
            <a:xfrm>
              <a:off x="136271" y="790448"/>
              <a:ext cx="103759" cy="138430"/>
            </a:xfrm>
            <a:custGeom>
              <a:rect b="b" l="l" r="r" t="t"/>
              <a:pathLst>
                <a:path extrusionOk="0" h="138430" w="103759">
                  <a:moveTo>
                    <a:pt x="51816" y="138430"/>
                  </a:moveTo>
                  <a:lnTo>
                    <a:pt x="17272" y="138430"/>
                  </a:lnTo>
                  <a:cubicBezTo>
                    <a:pt x="7747" y="138430"/>
                    <a:pt x="0" y="130683"/>
                    <a:pt x="0" y="121158"/>
                  </a:cubicBezTo>
                  <a:lnTo>
                    <a:pt x="7747" y="103886"/>
                  </a:lnTo>
                  <a:lnTo>
                    <a:pt x="51943" y="103886"/>
                  </a:lnTo>
                  <a:cubicBezTo>
                    <a:pt x="61468" y="103886"/>
                    <a:pt x="69215" y="96139"/>
                    <a:pt x="69215" y="86614"/>
                  </a:cubicBezTo>
                  <a:lnTo>
                    <a:pt x="69215" y="17272"/>
                  </a:lnTo>
                  <a:cubicBezTo>
                    <a:pt x="69215" y="7747"/>
                    <a:pt x="76962" y="0"/>
                    <a:pt x="86487" y="0"/>
                  </a:cubicBezTo>
                  <a:lnTo>
                    <a:pt x="103759" y="7747"/>
                  </a:lnTo>
                  <a:lnTo>
                    <a:pt x="103759" y="86487"/>
                  </a:lnTo>
                  <a:cubicBezTo>
                    <a:pt x="103759" y="115062"/>
                    <a:pt x="80518" y="138430"/>
                    <a:pt x="51816" y="138430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29"/>
            <p:cNvSpPr/>
            <p:nvPr/>
          </p:nvSpPr>
          <p:spPr>
            <a:xfrm>
              <a:off x="863092" y="824992"/>
              <a:ext cx="138430" cy="207645"/>
            </a:xfrm>
            <a:custGeom>
              <a:rect b="b" l="l" r="r" t="t"/>
              <a:pathLst>
                <a:path extrusionOk="0" h="207645" w="138430">
                  <a:moveTo>
                    <a:pt x="121031" y="207645"/>
                  </a:moveTo>
                  <a:lnTo>
                    <a:pt x="86487" y="207645"/>
                  </a:lnTo>
                  <a:cubicBezTo>
                    <a:pt x="38735" y="207645"/>
                    <a:pt x="0" y="168783"/>
                    <a:pt x="0" y="121158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34544" y="7747"/>
                  </a:lnTo>
                  <a:lnTo>
                    <a:pt x="34544" y="121158"/>
                  </a:lnTo>
                  <a:cubicBezTo>
                    <a:pt x="34544" y="149860"/>
                    <a:pt x="57785" y="173101"/>
                    <a:pt x="86487" y="173101"/>
                  </a:cubicBezTo>
                  <a:lnTo>
                    <a:pt x="121158" y="173101"/>
                  </a:lnTo>
                  <a:cubicBezTo>
                    <a:pt x="130683" y="173101"/>
                    <a:pt x="138430" y="180848"/>
                    <a:pt x="138430" y="190373"/>
                  </a:cubicBezTo>
                  <a:lnTo>
                    <a:pt x="130683" y="207645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29"/>
            <p:cNvSpPr/>
            <p:nvPr/>
          </p:nvSpPr>
          <p:spPr>
            <a:xfrm>
              <a:off x="932307" y="790448"/>
              <a:ext cx="103759" cy="138430"/>
            </a:xfrm>
            <a:custGeom>
              <a:rect b="b" l="l" r="r" t="t"/>
              <a:pathLst>
                <a:path extrusionOk="0" h="138430" w="103759">
                  <a:moveTo>
                    <a:pt x="86487" y="138430"/>
                  </a:moveTo>
                  <a:lnTo>
                    <a:pt x="51943" y="138430"/>
                  </a:lnTo>
                  <a:cubicBezTo>
                    <a:pt x="23241" y="138430"/>
                    <a:pt x="0" y="115189"/>
                    <a:pt x="0" y="86487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34544" y="7747"/>
                  </a:lnTo>
                  <a:lnTo>
                    <a:pt x="34544" y="86487"/>
                  </a:lnTo>
                  <a:cubicBezTo>
                    <a:pt x="34544" y="96012"/>
                    <a:pt x="42291" y="103759"/>
                    <a:pt x="51816" y="103759"/>
                  </a:cubicBezTo>
                  <a:lnTo>
                    <a:pt x="86487" y="103759"/>
                  </a:lnTo>
                  <a:cubicBezTo>
                    <a:pt x="96012" y="103759"/>
                    <a:pt x="103759" y="111506"/>
                    <a:pt x="103759" y="121031"/>
                  </a:cubicBezTo>
                  <a:lnTo>
                    <a:pt x="96012" y="138303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2" name="Google Shape;2152;p29"/>
            <p:cNvSpPr/>
            <p:nvPr/>
          </p:nvSpPr>
          <p:spPr>
            <a:xfrm>
              <a:off x="1070737" y="894334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29"/>
            <p:cNvSpPr/>
            <p:nvPr/>
          </p:nvSpPr>
          <p:spPr>
            <a:xfrm>
              <a:off x="1036193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4" name="Google Shape;2154;p29"/>
            <p:cNvSpPr/>
            <p:nvPr/>
          </p:nvSpPr>
          <p:spPr>
            <a:xfrm>
              <a:off x="63500" y="894334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29"/>
            <p:cNvSpPr/>
            <p:nvPr/>
          </p:nvSpPr>
          <p:spPr>
            <a:xfrm>
              <a:off x="98171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29"/>
            <p:cNvSpPr/>
            <p:nvPr/>
          </p:nvSpPr>
          <p:spPr>
            <a:xfrm>
              <a:off x="652018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29"/>
            <p:cNvSpPr/>
            <p:nvPr/>
          </p:nvSpPr>
          <p:spPr>
            <a:xfrm>
              <a:off x="721233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29"/>
            <p:cNvSpPr/>
            <p:nvPr/>
          </p:nvSpPr>
          <p:spPr>
            <a:xfrm>
              <a:off x="652018" y="790448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29"/>
            <p:cNvSpPr/>
            <p:nvPr/>
          </p:nvSpPr>
          <p:spPr>
            <a:xfrm>
              <a:off x="721233" y="790448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29"/>
            <p:cNvSpPr/>
            <p:nvPr/>
          </p:nvSpPr>
          <p:spPr>
            <a:xfrm>
              <a:off x="652018" y="58280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29"/>
            <p:cNvSpPr/>
            <p:nvPr/>
          </p:nvSpPr>
          <p:spPr>
            <a:xfrm>
              <a:off x="721233" y="58280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29"/>
            <p:cNvSpPr/>
            <p:nvPr/>
          </p:nvSpPr>
          <p:spPr>
            <a:xfrm>
              <a:off x="306395" y="98065"/>
              <a:ext cx="37902" cy="37063"/>
            </a:xfrm>
            <a:custGeom>
              <a:rect b="b" l="l" r="r" t="t"/>
              <a:pathLst>
                <a:path extrusionOk="0" h="37063" w="37902">
                  <a:moveTo>
                    <a:pt x="16693" y="37063"/>
                  </a:moveTo>
                  <a:lnTo>
                    <a:pt x="5898" y="34523"/>
                  </a:lnTo>
                  <a:cubicBezTo>
                    <a:pt x="-2992" y="21950"/>
                    <a:pt x="-1087" y="11155"/>
                    <a:pt x="6660" y="5567"/>
                  </a:cubicBezTo>
                  <a:lnTo>
                    <a:pt x="10089" y="3154"/>
                  </a:lnTo>
                  <a:cubicBezTo>
                    <a:pt x="17963" y="-2307"/>
                    <a:pt x="28758" y="-529"/>
                    <a:pt x="34219" y="7345"/>
                  </a:cubicBezTo>
                  <a:lnTo>
                    <a:pt x="37902" y="25887"/>
                  </a:lnTo>
                  <a:lnTo>
                    <a:pt x="26599" y="33888"/>
                  </a:lnTo>
                  <a:lnTo>
                    <a:pt x="20122" y="37063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63" name="Google Shape;2163;p29"/>
          <p:cNvSpPr/>
          <p:nvPr/>
        </p:nvSpPr>
        <p:spPr>
          <a:xfrm>
            <a:off x="209864" y="4715635"/>
            <a:ext cx="743213" cy="804997"/>
          </a:xfrm>
          <a:custGeom>
            <a:rect b="b" l="l" r="r" t="t"/>
            <a:pathLst>
              <a:path extrusionOk="0" h="804997" w="743213">
                <a:moveTo>
                  <a:pt x="0" y="0"/>
                </a:moveTo>
                <a:lnTo>
                  <a:pt x="743213" y="0"/>
                </a:lnTo>
                <a:lnTo>
                  <a:pt x="743213" y="804997"/>
                </a:lnTo>
                <a:lnTo>
                  <a:pt x="0" y="804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291" l="-16090" r="-16830" t="-11419"/>
            </a:stretch>
          </a:blipFill>
          <a:ln>
            <a:noFill/>
          </a:ln>
        </p:spPr>
      </p:sp>
      <p:sp>
        <p:nvSpPr>
          <p:cNvPr id="2164" name="Google Shape;2164;p29"/>
          <p:cNvSpPr/>
          <p:nvPr/>
        </p:nvSpPr>
        <p:spPr>
          <a:xfrm>
            <a:off x="6873721" y="9529940"/>
            <a:ext cx="1354895" cy="466995"/>
          </a:xfrm>
          <a:custGeom>
            <a:rect b="b" l="l" r="r" t="t"/>
            <a:pathLst>
              <a:path extrusionOk="0" h="466995" w="1354895">
                <a:moveTo>
                  <a:pt x="0" y="0"/>
                </a:moveTo>
                <a:lnTo>
                  <a:pt x="1354895" y="0"/>
                </a:lnTo>
                <a:lnTo>
                  <a:pt x="1354895" y="466994"/>
                </a:lnTo>
                <a:lnTo>
                  <a:pt x="0" y="4669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65" name="Google Shape;2165;p29"/>
          <p:cNvSpPr/>
          <p:nvPr/>
        </p:nvSpPr>
        <p:spPr>
          <a:xfrm>
            <a:off x="8462186" y="9587767"/>
            <a:ext cx="1694380" cy="415653"/>
          </a:xfrm>
          <a:custGeom>
            <a:rect b="b" l="l" r="r" t="t"/>
            <a:pathLst>
              <a:path extrusionOk="0" h="415653" w="1694380">
                <a:moveTo>
                  <a:pt x="0" y="0"/>
                </a:moveTo>
                <a:lnTo>
                  <a:pt x="1694380" y="0"/>
                </a:lnTo>
                <a:lnTo>
                  <a:pt x="1694380" y="415652"/>
                </a:lnTo>
                <a:lnTo>
                  <a:pt x="0" y="4156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66" name="Google Shape;2166;p29"/>
          <p:cNvSpPr/>
          <p:nvPr/>
        </p:nvSpPr>
        <p:spPr>
          <a:xfrm>
            <a:off x="10317519" y="9477357"/>
            <a:ext cx="2368914" cy="614916"/>
          </a:xfrm>
          <a:custGeom>
            <a:rect b="b" l="l" r="r" t="t"/>
            <a:pathLst>
              <a:path extrusionOk="0" h="614916" w="2368914">
                <a:moveTo>
                  <a:pt x="0" y="0"/>
                </a:moveTo>
                <a:lnTo>
                  <a:pt x="2368913" y="0"/>
                </a:lnTo>
                <a:lnTo>
                  <a:pt x="2368913" y="614917"/>
                </a:lnTo>
                <a:lnTo>
                  <a:pt x="0" y="6149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67" name="Google Shape;2167;p29"/>
          <p:cNvSpPr/>
          <p:nvPr/>
        </p:nvSpPr>
        <p:spPr>
          <a:xfrm>
            <a:off x="5601568" y="9500406"/>
            <a:ext cx="1034028" cy="526062"/>
          </a:xfrm>
          <a:custGeom>
            <a:rect b="b" l="l" r="r" t="t"/>
            <a:pathLst>
              <a:path extrusionOk="0" h="526062" w="1034028">
                <a:moveTo>
                  <a:pt x="0" y="0"/>
                </a:moveTo>
                <a:lnTo>
                  <a:pt x="1034028" y="0"/>
                </a:lnTo>
                <a:lnTo>
                  <a:pt x="1034028" y="526062"/>
                </a:lnTo>
                <a:lnTo>
                  <a:pt x="0" y="526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68" name="Google Shape;2168;p29"/>
          <p:cNvSpPr txBox="1"/>
          <p:nvPr/>
        </p:nvSpPr>
        <p:spPr>
          <a:xfrm>
            <a:off x="1359436" y="1886050"/>
            <a:ext cx="16254600" cy="78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1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Collaboration &amp; Social Features:</a:t>
            </a:r>
            <a:endParaRPr b="1" i="1" sz="3199">
              <a:solidFill>
                <a:schemeClr val="dk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1750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Condensed"/>
              <a:buChar char="●"/>
            </a:pPr>
            <a:r>
              <a:rPr b="1"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Pull Requests (PRs): 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ultimate tool for code review, discussion, and testing before merging code.</a:t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1750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Condensed"/>
              <a:buChar char="●"/>
            </a:pPr>
            <a:r>
              <a:rPr b="1"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Forks: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One-click cloning of any public repository into your own account to start experimenting or contributing.</a:t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99">
              <a:solidFill>
                <a:schemeClr val="dk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1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Documentation &amp; Hosting:</a:t>
            </a:r>
            <a:endParaRPr b="1" i="1" sz="3199">
              <a:solidFill>
                <a:schemeClr val="dk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1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	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• </a:t>
            </a:r>
            <a:r>
              <a:rPr b="1"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GitHub Pages: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Turn any repository into a public website directly from your code</a:t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	• </a:t>
            </a:r>
            <a:r>
              <a:rPr b="1"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Wikis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 A built-in, separate section for long-form documentation, guides, and developer manuals.</a:t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1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Access &amp; Collaboration Models:</a:t>
            </a:r>
            <a:endParaRPr b="1" i="1" sz="3199">
              <a:solidFill>
                <a:schemeClr val="dk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	• </a:t>
            </a:r>
            <a:r>
              <a:rPr b="1"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Public vs. Private Repositories: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Public repos are open to the world for open-source collaboration.</a:t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99">
              <a:solidFill>
                <a:schemeClr val="dk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1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Project Management Tools:</a:t>
            </a:r>
            <a:endParaRPr b="1" i="1" sz="3199">
              <a:solidFill>
                <a:schemeClr val="dk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1750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Condensed"/>
              <a:buChar char="●"/>
            </a:pPr>
            <a:r>
              <a:rPr b="1"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Issues &amp; Discussions: 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Integrated bug tracking, feature requests, and forum-style team communication.</a:t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1750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Condensed"/>
              <a:buChar char="●"/>
            </a:pPr>
            <a:r>
              <a:rPr b="1"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GitHub Projects: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Kanban-style boards (like Trello) to plan milestones and track team progress.</a:t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699">
              <a:solidFill>
                <a:schemeClr val="dk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1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Automation &amp; Operations:</a:t>
            </a:r>
            <a:endParaRPr b="1" i="1" sz="3199">
              <a:solidFill>
                <a:schemeClr val="dk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1750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Condensed"/>
              <a:buChar char="●"/>
            </a:pPr>
            <a:r>
              <a:rPr b="1"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GitHub Actions (CI/CD):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Automatically test, build, and deploy your code every time you make a change.</a:t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31750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Condensed"/>
              <a:buChar char="●"/>
            </a:pPr>
            <a:r>
              <a:rPr b="1"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Security &amp; Insights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 Automatic alerts for vulnerable dependencies and detailed repository analytics.</a:t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7B9CE"/>
        </a:solidFill>
      </p:bgPr>
    </p:bg>
    <p:spTree>
      <p:nvGrpSpPr>
        <p:cNvPr id="2172" name="Shape 2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73" name="Google Shape;2173;p30"/>
          <p:cNvCxnSpPr/>
          <p:nvPr/>
        </p:nvCxnSpPr>
        <p:spPr>
          <a:xfrm>
            <a:off x="1051792" y="1798524"/>
            <a:ext cx="172593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74" name="Google Shape;2174;p30"/>
          <p:cNvCxnSpPr/>
          <p:nvPr/>
        </p:nvCxnSpPr>
        <p:spPr>
          <a:xfrm rot="-5400000">
            <a:off x="-4105275" y="5119688"/>
            <a:ext cx="102870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75" name="Google Shape;2175;p30"/>
          <p:cNvSpPr txBox="1"/>
          <p:nvPr/>
        </p:nvSpPr>
        <p:spPr>
          <a:xfrm>
            <a:off x="1592775" y="373150"/>
            <a:ext cx="16254600" cy="12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18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GI</a:t>
            </a:r>
            <a:r>
              <a:rPr lang="en-US" sz="7918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THUB IN NUMBERS</a:t>
            </a:r>
            <a:endParaRPr/>
          </a:p>
        </p:txBody>
      </p:sp>
      <p:grpSp>
        <p:nvGrpSpPr>
          <p:cNvPr id="2176" name="Google Shape;2176;p30"/>
          <p:cNvGrpSpPr/>
          <p:nvPr/>
        </p:nvGrpSpPr>
        <p:grpSpPr>
          <a:xfrm>
            <a:off x="216606" y="6304895"/>
            <a:ext cx="642914" cy="632256"/>
            <a:chOff x="63500" y="63500"/>
            <a:chExt cx="988187" cy="971804"/>
          </a:xfrm>
        </p:grpSpPr>
        <p:sp>
          <p:nvSpPr>
            <p:cNvPr id="2177" name="Google Shape;2177;p30"/>
            <p:cNvSpPr/>
            <p:nvPr/>
          </p:nvSpPr>
          <p:spPr>
            <a:xfrm>
              <a:off x="857250" y="840994"/>
              <a:ext cx="129540" cy="129540"/>
            </a:xfrm>
            <a:custGeom>
              <a:rect b="b" l="l" r="r" t="t"/>
              <a:pathLst>
                <a:path extrusionOk="0" h="129540" w="129540">
                  <a:moveTo>
                    <a:pt x="64770" y="32385"/>
                  </a:moveTo>
                  <a:cubicBezTo>
                    <a:pt x="46863" y="32385"/>
                    <a:pt x="32385" y="46990"/>
                    <a:pt x="32385" y="64770"/>
                  </a:cubicBezTo>
                  <a:cubicBezTo>
                    <a:pt x="32385" y="82550"/>
                    <a:pt x="46990" y="97155"/>
                    <a:pt x="64770" y="97155"/>
                  </a:cubicBezTo>
                  <a:cubicBezTo>
                    <a:pt x="82550" y="97155"/>
                    <a:pt x="97155" y="82550"/>
                    <a:pt x="97155" y="64770"/>
                  </a:cubicBezTo>
                  <a:cubicBezTo>
                    <a:pt x="97155" y="46990"/>
                    <a:pt x="82550" y="32385"/>
                    <a:pt x="64770" y="32385"/>
                  </a:cubicBezTo>
                  <a:moveTo>
                    <a:pt x="64770" y="129540"/>
                  </a:moveTo>
                  <a:cubicBezTo>
                    <a:pt x="29083" y="129540"/>
                    <a:pt x="0" y="100457"/>
                    <a:pt x="0" y="64770"/>
                  </a:cubicBezTo>
                  <a:cubicBezTo>
                    <a:pt x="0" y="29083"/>
                    <a:pt x="29083" y="0"/>
                    <a:pt x="64770" y="0"/>
                  </a:cubicBezTo>
                  <a:cubicBezTo>
                    <a:pt x="100457" y="0"/>
                    <a:pt x="129540" y="29083"/>
                    <a:pt x="129540" y="64770"/>
                  </a:cubicBezTo>
                  <a:cubicBezTo>
                    <a:pt x="129540" y="100457"/>
                    <a:pt x="100457" y="129540"/>
                    <a:pt x="64770" y="1295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30"/>
            <p:cNvSpPr/>
            <p:nvPr/>
          </p:nvSpPr>
          <p:spPr>
            <a:xfrm>
              <a:off x="905764" y="225552"/>
              <a:ext cx="32512" cy="647827"/>
            </a:xfrm>
            <a:custGeom>
              <a:rect b="b" l="l" r="r" t="t"/>
              <a:pathLst>
                <a:path extrusionOk="0" h="647827" w="32512">
                  <a:moveTo>
                    <a:pt x="16256" y="647827"/>
                  </a:moveTo>
                  <a:lnTo>
                    <a:pt x="0" y="640588"/>
                  </a:lnTo>
                  <a:lnTo>
                    <a:pt x="0" y="16129"/>
                  </a:lnTo>
                  <a:cubicBezTo>
                    <a:pt x="0" y="7112"/>
                    <a:pt x="7239" y="0"/>
                    <a:pt x="16256" y="0"/>
                  </a:cubicBezTo>
                  <a:lnTo>
                    <a:pt x="32512" y="7239"/>
                  </a:lnTo>
                  <a:lnTo>
                    <a:pt x="32512" y="631698"/>
                  </a:lnTo>
                  <a:cubicBezTo>
                    <a:pt x="32512" y="640588"/>
                    <a:pt x="25273" y="647827"/>
                    <a:pt x="16256" y="64782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30"/>
            <p:cNvSpPr/>
            <p:nvPr/>
          </p:nvSpPr>
          <p:spPr>
            <a:xfrm>
              <a:off x="121679" y="510286"/>
              <a:ext cx="44042" cy="38989"/>
            </a:xfrm>
            <a:custGeom>
              <a:rect b="b" l="l" r="r" t="t"/>
              <a:pathLst>
                <a:path extrusionOk="0" h="38989" w="44042">
                  <a:moveTo>
                    <a:pt x="27927" y="38989"/>
                  </a:moveTo>
                  <a:lnTo>
                    <a:pt x="23990" y="38608"/>
                  </a:lnTo>
                  <a:lnTo>
                    <a:pt x="10401" y="33401"/>
                  </a:lnTo>
                  <a:cubicBezTo>
                    <a:pt x="2019" y="30226"/>
                    <a:pt x="-2172" y="20828"/>
                    <a:pt x="1130" y="12446"/>
                  </a:cubicBezTo>
                  <a:lnTo>
                    <a:pt x="13703" y="0"/>
                  </a:lnTo>
                  <a:lnTo>
                    <a:pt x="33642" y="7620"/>
                  </a:lnTo>
                  <a:cubicBezTo>
                    <a:pt x="42024" y="10795"/>
                    <a:pt x="46215" y="20193"/>
                    <a:pt x="42913" y="28575"/>
                  </a:cubicBezTo>
                  <a:lnTo>
                    <a:pt x="34277" y="3898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0" name="Google Shape;2180;p30"/>
            <p:cNvSpPr/>
            <p:nvPr/>
          </p:nvSpPr>
          <p:spPr>
            <a:xfrm>
              <a:off x="180213" y="535721"/>
              <a:ext cx="620903" cy="90770"/>
            </a:xfrm>
            <a:custGeom>
              <a:rect b="b" l="l" r="r" t="t"/>
              <a:pathLst>
                <a:path extrusionOk="0" h="90770" w="620903">
                  <a:moveTo>
                    <a:pt x="476758" y="90770"/>
                  </a:moveTo>
                  <a:lnTo>
                    <a:pt x="300863" y="90770"/>
                  </a:lnTo>
                  <a:cubicBezTo>
                    <a:pt x="291211" y="90770"/>
                    <a:pt x="281813" y="88230"/>
                    <a:pt x="273431" y="83531"/>
                  </a:cubicBezTo>
                  <a:lnTo>
                    <a:pt x="193675" y="37938"/>
                  </a:lnTo>
                  <a:cubicBezTo>
                    <a:pt x="190246" y="36033"/>
                    <a:pt x="186309" y="34890"/>
                    <a:pt x="182245" y="34890"/>
                  </a:cubicBezTo>
                  <a:lnTo>
                    <a:pt x="32385" y="34890"/>
                  </a:lnTo>
                  <a:cubicBezTo>
                    <a:pt x="25527" y="34890"/>
                    <a:pt x="18923" y="33620"/>
                    <a:pt x="12446" y="31207"/>
                  </a:cubicBezTo>
                  <a:lnTo>
                    <a:pt x="0" y="18634"/>
                  </a:lnTo>
                  <a:cubicBezTo>
                    <a:pt x="6477" y="1997"/>
                    <a:pt x="15875" y="-2194"/>
                    <a:pt x="24130" y="981"/>
                  </a:cubicBezTo>
                  <a:lnTo>
                    <a:pt x="29464" y="2505"/>
                  </a:lnTo>
                  <a:lnTo>
                    <a:pt x="182372" y="2505"/>
                  </a:lnTo>
                  <a:cubicBezTo>
                    <a:pt x="192024" y="2505"/>
                    <a:pt x="201549" y="5045"/>
                    <a:pt x="209804" y="9744"/>
                  </a:cubicBezTo>
                  <a:lnTo>
                    <a:pt x="289560" y="55337"/>
                  </a:lnTo>
                  <a:cubicBezTo>
                    <a:pt x="292989" y="57242"/>
                    <a:pt x="296926" y="58385"/>
                    <a:pt x="300863" y="58385"/>
                  </a:cubicBezTo>
                  <a:lnTo>
                    <a:pt x="476758" y="58385"/>
                  </a:lnTo>
                  <a:cubicBezTo>
                    <a:pt x="480314" y="58385"/>
                    <a:pt x="483870" y="57496"/>
                    <a:pt x="486918" y="55972"/>
                  </a:cubicBezTo>
                  <a:lnTo>
                    <a:pt x="526288" y="36287"/>
                  </a:lnTo>
                  <a:cubicBezTo>
                    <a:pt x="533908" y="32477"/>
                    <a:pt x="542417" y="30445"/>
                    <a:pt x="551053" y="30445"/>
                  </a:cubicBezTo>
                  <a:lnTo>
                    <a:pt x="604647" y="30445"/>
                  </a:lnTo>
                  <a:cubicBezTo>
                    <a:pt x="613664" y="30445"/>
                    <a:pt x="620903" y="37684"/>
                    <a:pt x="620903" y="46574"/>
                  </a:cubicBezTo>
                  <a:lnTo>
                    <a:pt x="613664" y="62830"/>
                  </a:lnTo>
                  <a:lnTo>
                    <a:pt x="551053" y="62830"/>
                  </a:lnTo>
                  <a:cubicBezTo>
                    <a:pt x="547497" y="62830"/>
                    <a:pt x="543941" y="63719"/>
                    <a:pt x="540893" y="65243"/>
                  </a:cubicBezTo>
                  <a:lnTo>
                    <a:pt x="501523" y="84928"/>
                  </a:lnTo>
                  <a:cubicBezTo>
                    <a:pt x="493903" y="88738"/>
                    <a:pt x="485394" y="90770"/>
                    <a:pt x="476758" y="907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1" name="Google Shape;2181;p30"/>
            <p:cNvSpPr/>
            <p:nvPr/>
          </p:nvSpPr>
          <p:spPr>
            <a:xfrm>
              <a:off x="378206" y="705739"/>
              <a:ext cx="120232" cy="139192"/>
            </a:xfrm>
            <a:custGeom>
              <a:rect b="b" l="l" r="r" t="t"/>
              <a:pathLst>
                <a:path extrusionOk="0" h="139192" w="120232">
                  <a:moveTo>
                    <a:pt x="89916" y="139192"/>
                  </a:moveTo>
                  <a:lnTo>
                    <a:pt x="78232" y="135890"/>
                  </a:lnTo>
                  <a:cubicBezTo>
                    <a:pt x="65532" y="110490"/>
                    <a:pt x="68326" y="86995"/>
                    <a:pt x="82423" y="70104"/>
                  </a:cubicBezTo>
                  <a:lnTo>
                    <a:pt x="89408" y="53975"/>
                  </a:lnTo>
                  <a:cubicBezTo>
                    <a:pt x="81661" y="37465"/>
                    <a:pt x="73914" y="32512"/>
                    <a:pt x="64770" y="32512"/>
                  </a:cubicBezTo>
                  <a:lnTo>
                    <a:pt x="16256" y="32512"/>
                  </a:lnTo>
                  <a:cubicBezTo>
                    <a:pt x="7239" y="32512"/>
                    <a:pt x="0" y="25273"/>
                    <a:pt x="0" y="16256"/>
                  </a:cubicBezTo>
                  <a:lnTo>
                    <a:pt x="7239" y="0"/>
                  </a:lnTo>
                  <a:lnTo>
                    <a:pt x="64897" y="0"/>
                  </a:lnTo>
                  <a:cubicBezTo>
                    <a:pt x="86614" y="0"/>
                    <a:pt x="105791" y="12192"/>
                    <a:pt x="114935" y="31877"/>
                  </a:cubicBezTo>
                  <a:cubicBezTo>
                    <a:pt x="124079" y="51562"/>
                    <a:pt x="121285" y="74041"/>
                    <a:pt x="107315" y="90805"/>
                  </a:cubicBezTo>
                  <a:lnTo>
                    <a:pt x="100457" y="107569"/>
                  </a:lnTo>
                  <a:cubicBezTo>
                    <a:pt x="108585" y="123698"/>
                    <a:pt x="105283" y="133477"/>
                    <a:pt x="97282" y="137414"/>
                  </a:cubicBezTo>
                  <a:lnTo>
                    <a:pt x="92456" y="13906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2" name="Google Shape;2182;p30"/>
            <p:cNvSpPr/>
            <p:nvPr/>
          </p:nvSpPr>
          <p:spPr>
            <a:xfrm>
              <a:off x="322072" y="705866"/>
              <a:ext cx="49657" cy="32385"/>
            </a:xfrm>
            <a:custGeom>
              <a:rect b="b" l="l" r="r" t="t"/>
              <a:pathLst>
                <a:path extrusionOk="0" h="32385" w="49657">
                  <a:moveTo>
                    <a:pt x="33401" y="32385"/>
                  </a:moveTo>
                  <a:lnTo>
                    <a:pt x="16256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33401" y="0"/>
                  </a:lnTo>
                  <a:cubicBezTo>
                    <a:pt x="42418" y="0"/>
                    <a:pt x="49657" y="7239"/>
                    <a:pt x="49657" y="16256"/>
                  </a:cubicBezTo>
                  <a:lnTo>
                    <a:pt x="42418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3" name="Google Shape;2183;p30"/>
            <p:cNvSpPr/>
            <p:nvPr/>
          </p:nvSpPr>
          <p:spPr>
            <a:xfrm>
              <a:off x="247178" y="717997"/>
              <a:ext cx="67401" cy="46670"/>
            </a:xfrm>
            <a:custGeom>
              <a:rect b="b" l="l" r="r" t="t"/>
              <a:pathLst>
                <a:path extrusionOk="0" h="46670" w="67401">
                  <a:moveTo>
                    <a:pt x="15204" y="46670"/>
                  </a:moveTo>
                  <a:lnTo>
                    <a:pt x="2631" y="42733"/>
                  </a:lnTo>
                  <a:cubicBezTo>
                    <a:pt x="-3084" y="27874"/>
                    <a:pt x="1107" y="18603"/>
                    <a:pt x="9489" y="15301"/>
                  </a:cubicBezTo>
                  <a:lnTo>
                    <a:pt x="46446" y="1077"/>
                  </a:lnTo>
                  <a:cubicBezTo>
                    <a:pt x="54828" y="-2098"/>
                    <a:pt x="64226" y="1966"/>
                    <a:pt x="67401" y="10348"/>
                  </a:cubicBezTo>
                  <a:lnTo>
                    <a:pt x="66385" y="28128"/>
                  </a:lnTo>
                  <a:lnTo>
                    <a:pt x="21046" y="45527"/>
                  </a:lnTo>
                  <a:cubicBezTo>
                    <a:pt x="19141" y="46289"/>
                    <a:pt x="17109" y="46670"/>
                    <a:pt x="15204" y="466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4" name="Google Shape;2184;p30"/>
            <p:cNvSpPr/>
            <p:nvPr/>
          </p:nvSpPr>
          <p:spPr>
            <a:xfrm>
              <a:off x="719420" y="632964"/>
              <a:ext cx="70253" cy="65409"/>
            </a:xfrm>
            <a:custGeom>
              <a:rect b="b" l="l" r="r" t="t"/>
              <a:pathLst>
                <a:path extrusionOk="0" h="65409" w="70253">
                  <a:moveTo>
                    <a:pt x="20609" y="65409"/>
                  </a:moveTo>
                  <a:lnTo>
                    <a:pt x="11084" y="63377"/>
                  </a:lnTo>
                  <a:cubicBezTo>
                    <a:pt x="2321" y="53852"/>
                    <a:pt x="-346" y="45978"/>
                    <a:pt x="35" y="37596"/>
                  </a:cubicBezTo>
                  <a:cubicBezTo>
                    <a:pt x="543" y="27690"/>
                    <a:pt x="5369" y="17911"/>
                    <a:pt x="13243" y="10672"/>
                  </a:cubicBezTo>
                  <a:cubicBezTo>
                    <a:pt x="20101" y="4449"/>
                    <a:pt x="28483" y="766"/>
                    <a:pt x="36992" y="131"/>
                  </a:cubicBezTo>
                  <a:cubicBezTo>
                    <a:pt x="46898" y="-758"/>
                    <a:pt x="56169" y="2925"/>
                    <a:pt x="62519" y="9783"/>
                  </a:cubicBezTo>
                  <a:cubicBezTo>
                    <a:pt x="71409" y="19562"/>
                    <a:pt x="72806" y="34294"/>
                    <a:pt x="65821" y="47375"/>
                  </a:cubicBezTo>
                  <a:lnTo>
                    <a:pt x="51851" y="58297"/>
                  </a:lnTo>
                  <a:cubicBezTo>
                    <a:pt x="36484" y="50169"/>
                    <a:pt x="33309" y="41025"/>
                    <a:pt x="36611" y="33405"/>
                  </a:cubicBezTo>
                  <a:lnTo>
                    <a:pt x="35595" y="34167"/>
                  </a:lnTo>
                  <a:lnTo>
                    <a:pt x="32420" y="38866"/>
                  </a:lnTo>
                  <a:cubicBezTo>
                    <a:pt x="38516" y="45851"/>
                    <a:pt x="37627" y="55376"/>
                    <a:pt x="31023" y="61472"/>
                  </a:cubicBezTo>
                  <a:lnTo>
                    <a:pt x="24419" y="6540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30"/>
            <p:cNvSpPr/>
            <p:nvPr/>
          </p:nvSpPr>
          <p:spPr>
            <a:xfrm>
              <a:off x="580547" y="726757"/>
              <a:ext cx="87425" cy="82106"/>
            </a:xfrm>
            <a:custGeom>
              <a:rect b="b" l="l" r="r" t="t"/>
              <a:pathLst>
                <a:path extrusionOk="0" h="82106" w="87425">
                  <a:moveTo>
                    <a:pt x="30069" y="54801"/>
                  </a:moveTo>
                  <a:lnTo>
                    <a:pt x="30069" y="54801"/>
                  </a:lnTo>
                  <a:lnTo>
                    <a:pt x="30069" y="54801"/>
                  </a:lnTo>
                  <a:moveTo>
                    <a:pt x="18131" y="81852"/>
                  </a:moveTo>
                  <a:lnTo>
                    <a:pt x="9368" y="80074"/>
                  </a:lnTo>
                  <a:cubicBezTo>
                    <a:pt x="-7015" y="62040"/>
                    <a:pt x="-1046" y="37148"/>
                    <a:pt x="20544" y="17590"/>
                  </a:cubicBezTo>
                  <a:lnTo>
                    <a:pt x="48611" y="1461"/>
                  </a:lnTo>
                  <a:cubicBezTo>
                    <a:pt x="61438" y="-1968"/>
                    <a:pt x="73122" y="699"/>
                    <a:pt x="80488" y="8827"/>
                  </a:cubicBezTo>
                  <a:cubicBezTo>
                    <a:pt x="90521" y="19876"/>
                    <a:pt x="89632" y="37275"/>
                    <a:pt x="78075" y="54293"/>
                  </a:cubicBezTo>
                  <a:lnTo>
                    <a:pt x="62962" y="63564"/>
                  </a:lnTo>
                  <a:cubicBezTo>
                    <a:pt x="48230" y="53531"/>
                    <a:pt x="46325" y="43498"/>
                    <a:pt x="51278" y="36005"/>
                  </a:cubicBezTo>
                  <a:lnTo>
                    <a:pt x="51913" y="35116"/>
                  </a:lnTo>
                  <a:lnTo>
                    <a:pt x="45944" y="38291"/>
                  </a:lnTo>
                  <a:cubicBezTo>
                    <a:pt x="35149" y="48197"/>
                    <a:pt x="32355" y="54420"/>
                    <a:pt x="31720" y="57087"/>
                  </a:cubicBezTo>
                  <a:lnTo>
                    <a:pt x="34895" y="72454"/>
                  </a:lnTo>
                  <a:cubicBezTo>
                    <a:pt x="25878" y="80709"/>
                    <a:pt x="21941" y="82106"/>
                    <a:pt x="18131" y="821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30"/>
            <p:cNvSpPr/>
            <p:nvPr/>
          </p:nvSpPr>
          <p:spPr>
            <a:xfrm>
              <a:off x="584327" y="177351"/>
              <a:ext cx="66294" cy="45407"/>
            </a:xfrm>
            <a:custGeom>
              <a:rect b="b" l="l" r="r" t="t"/>
              <a:pathLst>
                <a:path extrusionOk="0" h="45407" w="66294">
                  <a:moveTo>
                    <a:pt x="49657" y="45280"/>
                  </a:moveTo>
                  <a:lnTo>
                    <a:pt x="39751" y="42994"/>
                  </a:lnTo>
                  <a:cubicBezTo>
                    <a:pt x="32258" y="32834"/>
                    <a:pt x="26543" y="31564"/>
                    <a:pt x="25019" y="32580"/>
                  </a:cubicBezTo>
                  <a:lnTo>
                    <a:pt x="7620" y="36390"/>
                  </a:lnTo>
                  <a:cubicBezTo>
                    <a:pt x="-3048" y="22039"/>
                    <a:pt x="-1397" y="11879"/>
                    <a:pt x="5715" y="6545"/>
                  </a:cubicBezTo>
                  <a:cubicBezTo>
                    <a:pt x="22606" y="-5901"/>
                    <a:pt x="48133" y="-59"/>
                    <a:pt x="62484" y="19499"/>
                  </a:cubicBezTo>
                  <a:lnTo>
                    <a:pt x="66294" y="36898"/>
                  </a:lnTo>
                  <a:cubicBezTo>
                    <a:pt x="56261" y="44264"/>
                    <a:pt x="52832" y="45407"/>
                    <a:pt x="49530" y="4540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30"/>
            <p:cNvSpPr/>
            <p:nvPr/>
          </p:nvSpPr>
          <p:spPr>
            <a:xfrm>
              <a:off x="175133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30"/>
            <p:cNvSpPr/>
            <p:nvPr/>
          </p:nvSpPr>
          <p:spPr>
            <a:xfrm>
              <a:off x="175133" y="316230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30"/>
            <p:cNvSpPr/>
            <p:nvPr/>
          </p:nvSpPr>
          <p:spPr>
            <a:xfrm>
              <a:off x="538226" y="372110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30"/>
            <p:cNvSpPr/>
            <p:nvPr/>
          </p:nvSpPr>
          <p:spPr>
            <a:xfrm>
              <a:off x="538226" y="204597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30"/>
            <p:cNvSpPr/>
            <p:nvPr/>
          </p:nvSpPr>
          <p:spPr>
            <a:xfrm>
              <a:off x="566166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30"/>
            <p:cNvSpPr/>
            <p:nvPr/>
          </p:nvSpPr>
          <p:spPr>
            <a:xfrm>
              <a:off x="370586" y="790956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30"/>
            <p:cNvSpPr/>
            <p:nvPr/>
          </p:nvSpPr>
          <p:spPr>
            <a:xfrm>
              <a:off x="398526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30"/>
            <p:cNvSpPr/>
            <p:nvPr/>
          </p:nvSpPr>
          <p:spPr>
            <a:xfrm>
              <a:off x="258953" y="59550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5" name="Google Shape;2195;p30"/>
            <p:cNvSpPr/>
            <p:nvPr/>
          </p:nvSpPr>
          <p:spPr>
            <a:xfrm>
              <a:off x="337820" y="254635"/>
              <a:ext cx="72771" cy="71882"/>
            </a:xfrm>
            <a:custGeom>
              <a:rect b="b" l="l" r="r" t="t"/>
              <a:pathLst>
                <a:path extrusionOk="0" h="71882" w="72771">
                  <a:moveTo>
                    <a:pt x="17653" y="71882"/>
                  </a:moveTo>
                  <a:lnTo>
                    <a:pt x="15621" y="71755"/>
                  </a:lnTo>
                  <a:lnTo>
                    <a:pt x="0" y="61341"/>
                  </a:lnTo>
                  <a:cubicBezTo>
                    <a:pt x="5969" y="30734"/>
                    <a:pt x="25781" y="0"/>
                    <a:pt x="56515" y="0"/>
                  </a:cubicBezTo>
                  <a:lnTo>
                    <a:pt x="72771" y="7239"/>
                  </a:lnTo>
                  <a:cubicBezTo>
                    <a:pt x="72771" y="25146"/>
                    <a:pt x="65532" y="32385"/>
                    <a:pt x="56515" y="32385"/>
                  </a:cubicBezTo>
                  <a:cubicBezTo>
                    <a:pt x="45720" y="32385"/>
                    <a:pt x="35560" y="48260"/>
                    <a:pt x="33528" y="58674"/>
                  </a:cubicBezTo>
                  <a:lnTo>
                    <a:pt x="25273" y="7175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6" name="Google Shape;2196;p30"/>
            <p:cNvSpPr/>
            <p:nvPr/>
          </p:nvSpPr>
          <p:spPr>
            <a:xfrm>
              <a:off x="406940" y="77309"/>
              <a:ext cx="195675" cy="104428"/>
            </a:xfrm>
            <a:custGeom>
              <a:rect b="b" l="l" r="r" t="t"/>
              <a:pathLst>
                <a:path extrusionOk="0" h="104428" w="195675">
                  <a:moveTo>
                    <a:pt x="15208" y="104428"/>
                  </a:moveTo>
                  <a:lnTo>
                    <a:pt x="2127" y="100110"/>
                  </a:lnTo>
                  <a:cubicBezTo>
                    <a:pt x="-2953" y="84870"/>
                    <a:pt x="1619" y="75726"/>
                    <a:pt x="10001" y="72805"/>
                  </a:cubicBezTo>
                  <a:lnTo>
                    <a:pt x="49117" y="57565"/>
                  </a:lnTo>
                  <a:lnTo>
                    <a:pt x="174339" y="1431"/>
                  </a:lnTo>
                  <a:cubicBezTo>
                    <a:pt x="182467" y="-2252"/>
                    <a:pt x="192119" y="1431"/>
                    <a:pt x="195675" y="9559"/>
                  </a:cubicBezTo>
                  <a:lnTo>
                    <a:pt x="195675" y="27339"/>
                  </a:lnTo>
                  <a:lnTo>
                    <a:pt x="62452" y="87029"/>
                  </a:lnTo>
                  <a:cubicBezTo>
                    <a:pt x="48736" y="93125"/>
                    <a:pt x="34512" y="98713"/>
                    <a:pt x="20288" y="103539"/>
                  </a:cubicBezTo>
                  <a:lnTo>
                    <a:pt x="16859" y="10442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7" name="Google Shape;2197;p30"/>
            <p:cNvSpPr/>
            <p:nvPr/>
          </p:nvSpPr>
          <p:spPr>
            <a:xfrm>
              <a:off x="331397" y="164918"/>
              <a:ext cx="51127" cy="35107"/>
            </a:xfrm>
            <a:custGeom>
              <a:rect b="b" l="l" r="r" t="t"/>
              <a:pathLst>
                <a:path extrusionOk="0" h="35107" w="51127">
                  <a:moveTo>
                    <a:pt x="15313" y="34980"/>
                  </a:moveTo>
                  <a:lnTo>
                    <a:pt x="581" y="29265"/>
                  </a:lnTo>
                  <a:cubicBezTo>
                    <a:pt x="-1959" y="12374"/>
                    <a:pt x="4137" y="4119"/>
                    <a:pt x="12900" y="2849"/>
                  </a:cubicBezTo>
                  <a:lnTo>
                    <a:pt x="25727" y="817"/>
                  </a:lnTo>
                  <a:cubicBezTo>
                    <a:pt x="40840" y="-2231"/>
                    <a:pt x="49476" y="3611"/>
                    <a:pt x="51127" y="12374"/>
                  </a:cubicBezTo>
                  <a:lnTo>
                    <a:pt x="47063" y="29646"/>
                  </a:lnTo>
                  <a:cubicBezTo>
                    <a:pt x="31442" y="32694"/>
                    <a:pt x="24584" y="33837"/>
                    <a:pt x="17726" y="34853"/>
                  </a:cubicBezTo>
                  <a:lnTo>
                    <a:pt x="16075" y="35107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30"/>
            <p:cNvSpPr/>
            <p:nvPr/>
          </p:nvSpPr>
          <p:spPr>
            <a:xfrm>
              <a:off x="264287" y="174137"/>
              <a:ext cx="43688" cy="34016"/>
            </a:xfrm>
            <a:custGeom>
              <a:rect b="b" l="l" r="r" t="t"/>
              <a:pathLst>
                <a:path extrusionOk="0" h="34016" w="43688">
                  <a:moveTo>
                    <a:pt x="15494" y="34016"/>
                  </a:moveTo>
                  <a:lnTo>
                    <a:pt x="381" y="27920"/>
                  </a:lnTo>
                  <a:cubicBezTo>
                    <a:pt x="-1651" y="10775"/>
                    <a:pt x="4699" y="2774"/>
                    <a:pt x="13589" y="1631"/>
                  </a:cubicBezTo>
                  <a:lnTo>
                    <a:pt x="25654" y="107"/>
                  </a:lnTo>
                  <a:cubicBezTo>
                    <a:pt x="34544" y="-909"/>
                    <a:pt x="42545" y="5441"/>
                    <a:pt x="43688" y="14331"/>
                  </a:cubicBezTo>
                  <a:lnTo>
                    <a:pt x="38354" y="31222"/>
                  </a:lnTo>
                  <a:lnTo>
                    <a:pt x="17399" y="33762"/>
                  </a:lnTo>
                  <a:lnTo>
                    <a:pt x="16129" y="3388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30"/>
            <p:cNvSpPr/>
            <p:nvPr/>
          </p:nvSpPr>
          <p:spPr>
            <a:xfrm>
              <a:off x="63500" y="63500"/>
              <a:ext cx="746506" cy="842391"/>
            </a:xfrm>
            <a:custGeom>
              <a:rect b="b" l="l" r="r" t="t"/>
              <a:pathLst>
                <a:path extrusionOk="0" h="842391" w="746506">
                  <a:moveTo>
                    <a:pt x="421132" y="842264"/>
                  </a:moveTo>
                  <a:cubicBezTo>
                    <a:pt x="188976" y="842264"/>
                    <a:pt x="0" y="653415"/>
                    <a:pt x="0" y="421132"/>
                  </a:cubicBezTo>
                  <a:cubicBezTo>
                    <a:pt x="0" y="188849"/>
                    <a:pt x="188976" y="0"/>
                    <a:pt x="421132" y="0"/>
                  </a:cubicBezTo>
                  <a:cubicBezTo>
                    <a:pt x="544449" y="0"/>
                    <a:pt x="661162" y="53975"/>
                    <a:pt x="741553" y="148082"/>
                  </a:cubicBezTo>
                  <a:lnTo>
                    <a:pt x="746506" y="165100"/>
                  </a:lnTo>
                  <a:cubicBezTo>
                    <a:pt x="732917" y="176657"/>
                    <a:pt x="722630" y="175895"/>
                    <a:pt x="716915" y="169164"/>
                  </a:cubicBezTo>
                  <a:cubicBezTo>
                    <a:pt x="642747" y="82169"/>
                    <a:pt x="534924" y="32385"/>
                    <a:pt x="421132" y="32385"/>
                  </a:cubicBezTo>
                  <a:cubicBezTo>
                    <a:pt x="206756" y="32385"/>
                    <a:pt x="32385" y="206756"/>
                    <a:pt x="32385" y="421132"/>
                  </a:cubicBezTo>
                  <a:cubicBezTo>
                    <a:pt x="32385" y="635508"/>
                    <a:pt x="206756" y="809879"/>
                    <a:pt x="421132" y="809879"/>
                  </a:cubicBezTo>
                  <a:cubicBezTo>
                    <a:pt x="531749" y="809879"/>
                    <a:pt x="637540" y="762381"/>
                    <a:pt x="711327" y="679577"/>
                  </a:cubicBezTo>
                  <a:lnTo>
                    <a:pt x="727583" y="672338"/>
                  </a:lnTo>
                  <a:cubicBezTo>
                    <a:pt x="740918" y="684276"/>
                    <a:pt x="741553" y="694436"/>
                    <a:pt x="735584" y="701167"/>
                  </a:cubicBezTo>
                  <a:cubicBezTo>
                    <a:pt x="655574" y="790956"/>
                    <a:pt x="541020" y="842391"/>
                    <a:pt x="421259" y="84239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30"/>
            <p:cNvSpPr/>
            <p:nvPr/>
          </p:nvSpPr>
          <p:spPr>
            <a:xfrm>
              <a:off x="792480" y="63500"/>
              <a:ext cx="259207" cy="971804"/>
            </a:xfrm>
            <a:custGeom>
              <a:rect b="b" l="l" r="r" t="t"/>
              <a:pathLst>
                <a:path extrusionOk="0" h="971804" w="259207">
                  <a:moveTo>
                    <a:pt x="129540" y="32385"/>
                  </a:moveTo>
                  <a:cubicBezTo>
                    <a:pt x="102743" y="32385"/>
                    <a:pt x="80899" y="54229"/>
                    <a:pt x="80899" y="81026"/>
                  </a:cubicBezTo>
                  <a:lnTo>
                    <a:pt x="80899" y="749300"/>
                  </a:lnTo>
                  <a:cubicBezTo>
                    <a:pt x="80899" y="754507"/>
                    <a:pt x="78359" y="759460"/>
                    <a:pt x="74041" y="762508"/>
                  </a:cubicBezTo>
                  <a:cubicBezTo>
                    <a:pt x="47498" y="781177"/>
                    <a:pt x="32385" y="810260"/>
                    <a:pt x="32385" y="842264"/>
                  </a:cubicBezTo>
                  <a:cubicBezTo>
                    <a:pt x="32385" y="895858"/>
                    <a:pt x="75946" y="939419"/>
                    <a:pt x="129540" y="939419"/>
                  </a:cubicBezTo>
                  <a:cubicBezTo>
                    <a:pt x="183134" y="939419"/>
                    <a:pt x="226695" y="895858"/>
                    <a:pt x="226695" y="842264"/>
                  </a:cubicBezTo>
                  <a:cubicBezTo>
                    <a:pt x="226695" y="810260"/>
                    <a:pt x="211455" y="781177"/>
                    <a:pt x="185039" y="762508"/>
                  </a:cubicBezTo>
                  <a:lnTo>
                    <a:pt x="178181" y="754507"/>
                  </a:lnTo>
                  <a:lnTo>
                    <a:pt x="178181" y="81026"/>
                  </a:lnTo>
                  <a:cubicBezTo>
                    <a:pt x="178181" y="54229"/>
                    <a:pt x="156337" y="32385"/>
                    <a:pt x="129540" y="32385"/>
                  </a:cubicBezTo>
                  <a:moveTo>
                    <a:pt x="129540" y="971804"/>
                  </a:moveTo>
                  <a:cubicBezTo>
                    <a:pt x="58039" y="971804"/>
                    <a:pt x="0" y="913638"/>
                    <a:pt x="0" y="842264"/>
                  </a:cubicBezTo>
                  <a:cubicBezTo>
                    <a:pt x="0" y="802386"/>
                    <a:pt x="17653" y="766064"/>
                    <a:pt x="48641" y="741172"/>
                  </a:cubicBezTo>
                  <a:lnTo>
                    <a:pt x="48641" y="81026"/>
                  </a:lnTo>
                  <a:cubicBezTo>
                    <a:pt x="48514" y="36322"/>
                    <a:pt x="84836" y="0"/>
                    <a:pt x="129540" y="0"/>
                  </a:cubicBezTo>
                  <a:cubicBezTo>
                    <a:pt x="174244" y="0"/>
                    <a:pt x="210566" y="36322"/>
                    <a:pt x="210566" y="81026"/>
                  </a:cubicBezTo>
                  <a:lnTo>
                    <a:pt x="210566" y="741172"/>
                  </a:lnTo>
                  <a:cubicBezTo>
                    <a:pt x="241554" y="766064"/>
                    <a:pt x="259207" y="802386"/>
                    <a:pt x="259207" y="842264"/>
                  </a:cubicBezTo>
                  <a:cubicBezTo>
                    <a:pt x="259207" y="913765"/>
                    <a:pt x="201041" y="971804"/>
                    <a:pt x="129667" y="97180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30"/>
            <p:cNvSpPr/>
            <p:nvPr/>
          </p:nvSpPr>
          <p:spPr>
            <a:xfrm>
              <a:off x="938276" y="355092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30"/>
            <p:cNvSpPr/>
            <p:nvPr/>
          </p:nvSpPr>
          <p:spPr>
            <a:xfrm>
              <a:off x="938276" y="257937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30"/>
            <p:cNvSpPr/>
            <p:nvPr/>
          </p:nvSpPr>
          <p:spPr>
            <a:xfrm>
              <a:off x="938276" y="549402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30"/>
            <p:cNvSpPr/>
            <p:nvPr/>
          </p:nvSpPr>
          <p:spPr>
            <a:xfrm>
              <a:off x="938276" y="452247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30"/>
            <p:cNvSpPr/>
            <p:nvPr/>
          </p:nvSpPr>
          <p:spPr>
            <a:xfrm>
              <a:off x="938276" y="743839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30"/>
            <p:cNvSpPr/>
            <p:nvPr/>
          </p:nvSpPr>
          <p:spPr>
            <a:xfrm>
              <a:off x="938276" y="646684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07" name="Google Shape;2207;p30"/>
          <p:cNvSpPr/>
          <p:nvPr/>
        </p:nvSpPr>
        <p:spPr>
          <a:xfrm>
            <a:off x="233877" y="502191"/>
            <a:ext cx="608364" cy="610534"/>
          </a:xfrm>
          <a:custGeom>
            <a:rect b="b" l="l" r="r" t="t"/>
            <a:pathLst>
              <a:path extrusionOk="0" h="939283" w="935944">
                <a:moveTo>
                  <a:pt x="594308" y="304156"/>
                </a:moveTo>
                <a:cubicBezTo>
                  <a:pt x="562304" y="328794"/>
                  <a:pt x="536650" y="358512"/>
                  <a:pt x="515060" y="395850"/>
                </a:cubicBezTo>
                <a:lnTo>
                  <a:pt x="522934" y="395596"/>
                </a:lnTo>
                <a:cubicBezTo>
                  <a:pt x="536523" y="387976"/>
                  <a:pt x="547953" y="381118"/>
                  <a:pt x="559256" y="374387"/>
                </a:cubicBezTo>
                <a:lnTo>
                  <a:pt x="562177" y="372355"/>
                </a:lnTo>
                <a:cubicBezTo>
                  <a:pt x="576147" y="350003"/>
                  <a:pt x="587069" y="328032"/>
                  <a:pt x="594308" y="304156"/>
                </a:cubicBezTo>
                <a:moveTo>
                  <a:pt x="385774" y="620259"/>
                </a:moveTo>
                <a:cubicBezTo>
                  <a:pt x="338784" y="635118"/>
                  <a:pt x="293826" y="676901"/>
                  <a:pt x="284682" y="713477"/>
                </a:cubicBezTo>
                <a:cubicBezTo>
                  <a:pt x="324560" y="689474"/>
                  <a:pt x="357834" y="659121"/>
                  <a:pt x="385774" y="620259"/>
                </a:cubicBezTo>
                <a:moveTo>
                  <a:pt x="626312" y="347209"/>
                </a:moveTo>
                <a:cubicBezTo>
                  <a:pt x="636218" y="344034"/>
                  <a:pt x="646632" y="342891"/>
                  <a:pt x="655522" y="335017"/>
                </a:cubicBezTo>
                <a:cubicBezTo>
                  <a:pt x="675715" y="317110"/>
                  <a:pt x="694257" y="297806"/>
                  <a:pt x="709243" y="275454"/>
                </a:cubicBezTo>
                <a:lnTo>
                  <a:pt x="730452" y="240910"/>
                </a:lnTo>
                <a:cubicBezTo>
                  <a:pt x="729690" y="239894"/>
                  <a:pt x="728928" y="238878"/>
                  <a:pt x="728166" y="237862"/>
                </a:cubicBezTo>
                <a:lnTo>
                  <a:pt x="664031" y="260341"/>
                </a:lnTo>
                <a:cubicBezTo>
                  <a:pt x="654379" y="263643"/>
                  <a:pt x="649934" y="269485"/>
                  <a:pt x="647394" y="279518"/>
                </a:cubicBezTo>
                <a:lnTo>
                  <a:pt x="626312" y="347209"/>
                </a:lnTo>
                <a:moveTo>
                  <a:pt x="325322" y="574666"/>
                </a:moveTo>
                <a:lnTo>
                  <a:pt x="243661" y="575428"/>
                </a:lnTo>
                <a:cubicBezTo>
                  <a:pt x="176605" y="571745"/>
                  <a:pt x="155142" y="570094"/>
                  <a:pt x="98627" y="534026"/>
                </a:cubicBezTo>
                <a:cubicBezTo>
                  <a:pt x="87451" y="526914"/>
                  <a:pt x="84530" y="514341"/>
                  <a:pt x="91007" y="503927"/>
                </a:cubicBezTo>
                <a:cubicBezTo>
                  <a:pt x="97611" y="493386"/>
                  <a:pt x="110311" y="490465"/>
                  <a:pt x="121995" y="497831"/>
                </a:cubicBezTo>
                <a:cubicBezTo>
                  <a:pt x="161238" y="522469"/>
                  <a:pt x="163397" y="519929"/>
                  <a:pt x="209117" y="528057"/>
                </a:cubicBezTo>
                <a:cubicBezTo>
                  <a:pt x="251916" y="535677"/>
                  <a:pt x="294715" y="535042"/>
                  <a:pt x="337387" y="526787"/>
                </a:cubicBezTo>
                <a:lnTo>
                  <a:pt x="340562" y="525771"/>
                </a:lnTo>
                <a:lnTo>
                  <a:pt x="340308" y="518786"/>
                </a:lnTo>
                <a:cubicBezTo>
                  <a:pt x="285444" y="459985"/>
                  <a:pt x="221055" y="423790"/>
                  <a:pt x="144855" y="409820"/>
                </a:cubicBezTo>
                <a:cubicBezTo>
                  <a:pt x="122249" y="405756"/>
                  <a:pt x="45668" y="401819"/>
                  <a:pt x="22681" y="400168"/>
                </a:cubicBezTo>
                <a:lnTo>
                  <a:pt x="5790" y="396485"/>
                </a:lnTo>
                <a:cubicBezTo>
                  <a:pt x="-1957" y="379975"/>
                  <a:pt x="-1195" y="372482"/>
                  <a:pt x="3758" y="365624"/>
                </a:cubicBezTo>
                <a:lnTo>
                  <a:pt x="15569" y="356988"/>
                </a:lnTo>
                <a:cubicBezTo>
                  <a:pt x="86943" y="356353"/>
                  <a:pt x="200354" y="373879"/>
                  <a:pt x="257123" y="402200"/>
                </a:cubicBezTo>
                <a:cubicBezTo>
                  <a:pt x="286968" y="417059"/>
                  <a:pt x="314400" y="435474"/>
                  <a:pt x="339546" y="457445"/>
                </a:cubicBezTo>
                <a:lnTo>
                  <a:pt x="343483" y="460493"/>
                </a:lnTo>
                <a:lnTo>
                  <a:pt x="353135" y="448936"/>
                </a:lnTo>
                <a:cubicBezTo>
                  <a:pt x="331037" y="426203"/>
                  <a:pt x="318083" y="415408"/>
                  <a:pt x="302335" y="407153"/>
                </a:cubicBezTo>
                <a:lnTo>
                  <a:pt x="253440" y="376165"/>
                </a:lnTo>
                <a:cubicBezTo>
                  <a:pt x="234263" y="366513"/>
                  <a:pt x="214070" y="357750"/>
                  <a:pt x="193369" y="353051"/>
                </a:cubicBezTo>
                <a:lnTo>
                  <a:pt x="115518" y="343399"/>
                </a:lnTo>
                <a:cubicBezTo>
                  <a:pt x="101421" y="342002"/>
                  <a:pt x="92150" y="335525"/>
                  <a:pt x="91134" y="323714"/>
                </a:cubicBezTo>
                <a:cubicBezTo>
                  <a:pt x="89864" y="310633"/>
                  <a:pt x="99008" y="299584"/>
                  <a:pt x="112724" y="300219"/>
                </a:cubicBezTo>
                <a:lnTo>
                  <a:pt x="176478" y="304791"/>
                </a:lnTo>
                <a:cubicBezTo>
                  <a:pt x="179018" y="304918"/>
                  <a:pt x="181558" y="305426"/>
                  <a:pt x="185495" y="305807"/>
                </a:cubicBezTo>
                <a:lnTo>
                  <a:pt x="183082" y="301235"/>
                </a:lnTo>
                <a:cubicBezTo>
                  <a:pt x="171144" y="279264"/>
                  <a:pt x="136219" y="207890"/>
                  <a:pt x="125932" y="187316"/>
                </a:cubicBezTo>
                <a:cubicBezTo>
                  <a:pt x="118566" y="172457"/>
                  <a:pt x="123011" y="159630"/>
                  <a:pt x="135584" y="154550"/>
                </a:cubicBezTo>
                <a:cubicBezTo>
                  <a:pt x="147903" y="149597"/>
                  <a:pt x="159079" y="155312"/>
                  <a:pt x="165429" y="170171"/>
                </a:cubicBezTo>
                <a:cubicBezTo>
                  <a:pt x="178383" y="200397"/>
                  <a:pt x="218769" y="279391"/>
                  <a:pt x="240613" y="304029"/>
                </a:cubicBezTo>
                <a:cubicBezTo>
                  <a:pt x="254837" y="320031"/>
                  <a:pt x="269950" y="334509"/>
                  <a:pt x="289762" y="344161"/>
                </a:cubicBezTo>
                <a:lnTo>
                  <a:pt x="331164" y="370704"/>
                </a:lnTo>
                <a:cubicBezTo>
                  <a:pt x="350468" y="385436"/>
                  <a:pt x="373074" y="390897"/>
                  <a:pt x="395680" y="396358"/>
                </a:cubicBezTo>
                <a:lnTo>
                  <a:pt x="406983" y="391786"/>
                </a:lnTo>
                <a:cubicBezTo>
                  <a:pt x="420445" y="388230"/>
                  <a:pt x="421715" y="383277"/>
                  <a:pt x="422985" y="376546"/>
                </a:cubicBezTo>
                <a:cubicBezTo>
                  <a:pt x="425271" y="364608"/>
                  <a:pt x="423620" y="353813"/>
                  <a:pt x="420064" y="342129"/>
                </a:cubicBezTo>
                <a:lnTo>
                  <a:pt x="401522" y="266818"/>
                </a:lnTo>
                <a:cubicBezTo>
                  <a:pt x="400633" y="263008"/>
                  <a:pt x="399490" y="258944"/>
                  <a:pt x="397458" y="255642"/>
                </a:cubicBezTo>
                <a:cubicBezTo>
                  <a:pt x="373709" y="217034"/>
                  <a:pt x="343229" y="184649"/>
                  <a:pt x="306526" y="158233"/>
                </a:cubicBezTo>
                <a:lnTo>
                  <a:pt x="297509" y="150740"/>
                </a:lnTo>
                <a:cubicBezTo>
                  <a:pt x="290143" y="137659"/>
                  <a:pt x="293064" y="127118"/>
                  <a:pt x="300430" y="120895"/>
                </a:cubicBezTo>
                <a:cubicBezTo>
                  <a:pt x="307796" y="114672"/>
                  <a:pt x="318591" y="113402"/>
                  <a:pt x="326846" y="120006"/>
                </a:cubicBezTo>
                <a:lnTo>
                  <a:pt x="387298" y="171568"/>
                </a:lnTo>
                <a:cubicBezTo>
                  <a:pt x="391997" y="175632"/>
                  <a:pt x="395934" y="180712"/>
                  <a:pt x="400887" y="186173"/>
                </a:cubicBezTo>
                <a:lnTo>
                  <a:pt x="408380" y="148200"/>
                </a:lnTo>
                <a:cubicBezTo>
                  <a:pt x="412317" y="133214"/>
                  <a:pt x="446099" y="30217"/>
                  <a:pt x="451306" y="15612"/>
                </a:cubicBezTo>
                <a:cubicBezTo>
                  <a:pt x="455751" y="2658"/>
                  <a:pt x="467562" y="-2803"/>
                  <a:pt x="479373" y="1388"/>
                </a:cubicBezTo>
                <a:cubicBezTo>
                  <a:pt x="490930" y="5579"/>
                  <a:pt x="496264" y="17644"/>
                  <a:pt x="491438" y="30725"/>
                </a:cubicBezTo>
                <a:cubicBezTo>
                  <a:pt x="478484" y="66285"/>
                  <a:pt x="442543" y="190872"/>
                  <a:pt x="442416" y="228845"/>
                </a:cubicBezTo>
                <a:cubicBezTo>
                  <a:pt x="442289" y="243069"/>
                  <a:pt x="445337" y="255515"/>
                  <a:pt x="454354" y="267580"/>
                </a:cubicBezTo>
                <a:lnTo>
                  <a:pt x="457148" y="262119"/>
                </a:lnTo>
                <a:cubicBezTo>
                  <a:pt x="486104" y="203064"/>
                  <a:pt x="491565" y="184903"/>
                  <a:pt x="541730" y="147057"/>
                </a:cubicBezTo>
                <a:lnTo>
                  <a:pt x="557224" y="139437"/>
                </a:lnTo>
                <a:cubicBezTo>
                  <a:pt x="573480" y="147057"/>
                  <a:pt x="577544" y="153153"/>
                  <a:pt x="578179" y="161154"/>
                </a:cubicBezTo>
                <a:lnTo>
                  <a:pt x="574242" y="176902"/>
                </a:lnTo>
                <a:cubicBezTo>
                  <a:pt x="534364" y="206747"/>
                  <a:pt x="540587" y="207255"/>
                  <a:pt x="518362" y="241418"/>
                </a:cubicBezTo>
                <a:cubicBezTo>
                  <a:pt x="502741" y="265421"/>
                  <a:pt x="490422" y="291075"/>
                  <a:pt x="480770" y="318126"/>
                </a:cubicBezTo>
                <a:lnTo>
                  <a:pt x="477214" y="334128"/>
                </a:lnTo>
                <a:cubicBezTo>
                  <a:pt x="481786" y="348352"/>
                  <a:pt x="482802" y="354448"/>
                  <a:pt x="484326" y="361052"/>
                </a:cubicBezTo>
                <a:lnTo>
                  <a:pt x="514679" y="321047"/>
                </a:lnTo>
                <a:cubicBezTo>
                  <a:pt x="540333" y="289805"/>
                  <a:pt x="570686" y="263643"/>
                  <a:pt x="605357" y="242815"/>
                </a:cubicBezTo>
                <a:lnTo>
                  <a:pt x="613104" y="236719"/>
                </a:lnTo>
                <a:cubicBezTo>
                  <a:pt x="613485" y="207128"/>
                  <a:pt x="614247" y="139564"/>
                  <a:pt x="614882" y="116069"/>
                </a:cubicBezTo>
                <a:lnTo>
                  <a:pt x="614501" y="111497"/>
                </a:lnTo>
                <a:cubicBezTo>
                  <a:pt x="614120" y="95622"/>
                  <a:pt x="622756" y="85716"/>
                  <a:pt x="635075" y="85208"/>
                </a:cubicBezTo>
                <a:cubicBezTo>
                  <a:pt x="647013" y="84700"/>
                  <a:pt x="656919" y="93590"/>
                  <a:pt x="657554" y="106671"/>
                </a:cubicBezTo>
                <a:cubicBezTo>
                  <a:pt x="658316" y="126483"/>
                  <a:pt x="658316" y="190237"/>
                  <a:pt x="658570" y="210176"/>
                </a:cubicBezTo>
                <a:lnTo>
                  <a:pt x="658570" y="212970"/>
                </a:lnTo>
                <a:lnTo>
                  <a:pt x="666952" y="212462"/>
                </a:lnTo>
                <a:cubicBezTo>
                  <a:pt x="687780" y="206366"/>
                  <a:pt x="704544" y="201159"/>
                  <a:pt x="721689" y="196968"/>
                </a:cubicBezTo>
                <a:cubicBezTo>
                  <a:pt x="743406" y="191761"/>
                  <a:pt x="755725" y="204842"/>
                  <a:pt x="750391" y="227194"/>
                </a:cubicBezTo>
                <a:lnTo>
                  <a:pt x="754201" y="228210"/>
                </a:lnTo>
                <a:cubicBezTo>
                  <a:pt x="770330" y="233544"/>
                  <a:pt x="776553" y="247133"/>
                  <a:pt x="768679" y="260595"/>
                </a:cubicBezTo>
                <a:lnTo>
                  <a:pt x="730452" y="320158"/>
                </a:lnTo>
                <a:cubicBezTo>
                  <a:pt x="728166" y="323714"/>
                  <a:pt x="725118" y="326889"/>
                  <a:pt x="721308" y="331461"/>
                </a:cubicBezTo>
                <a:lnTo>
                  <a:pt x="727912" y="331842"/>
                </a:lnTo>
                <a:cubicBezTo>
                  <a:pt x="760043" y="331969"/>
                  <a:pt x="757757" y="329810"/>
                  <a:pt x="786586" y="336668"/>
                </a:cubicBezTo>
                <a:cubicBezTo>
                  <a:pt x="800683" y="339970"/>
                  <a:pt x="808049" y="350511"/>
                  <a:pt x="805255" y="362957"/>
                </a:cubicBezTo>
                <a:cubicBezTo>
                  <a:pt x="802461" y="375403"/>
                  <a:pt x="791412" y="382007"/>
                  <a:pt x="777188" y="378832"/>
                </a:cubicBezTo>
                <a:cubicBezTo>
                  <a:pt x="731595" y="368672"/>
                  <a:pt x="717244" y="372101"/>
                  <a:pt x="671270" y="381245"/>
                </a:cubicBezTo>
                <a:lnTo>
                  <a:pt x="663142" y="384039"/>
                </a:lnTo>
                <a:cubicBezTo>
                  <a:pt x="635329" y="403089"/>
                  <a:pt x="609421" y="416678"/>
                  <a:pt x="581735" y="427092"/>
                </a:cubicBezTo>
                <a:lnTo>
                  <a:pt x="572591" y="432807"/>
                </a:lnTo>
                <a:lnTo>
                  <a:pt x="567257" y="442840"/>
                </a:lnTo>
                <a:cubicBezTo>
                  <a:pt x="570051" y="451857"/>
                  <a:pt x="574242" y="457572"/>
                  <a:pt x="575131" y="463922"/>
                </a:cubicBezTo>
                <a:cubicBezTo>
                  <a:pt x="576782" y="474463"/>
                  <a:pt x="583513" y="479416"/>
                  <a:pt x="591895" y="483988"/>
                </a:cubicBezTo>
                <a:cubicBezTo>
                  <a:pt x="670254" y="527549"/>
                  <a:pt x="815161" y="520691"/>
                  <a:pt x="900378" y="493132"/>
                </a:cubicBezTo>
                <a:lnTo>
                  <a:pt x="904696" y="491608"/>
                </a:lnTo>
                <a:cubicBezTo>
                  <a:pt x="919428" y="487290"/>
                  <a:pt x="930985" y="492878"/>
                  <a:pt x="934795" y="504435"/>
                </a:cubicBezTo>
                <a:cubicBezTo>
                  <a:pt x="938478" y="515611"/>
                  <a:pt x="933144" y="527549"/>
                  <a:pt x="921079" y="531359"/>
                </a:cubicBezTo>
                <a:lnTo>
                  <a:pt x="865326" y="546599"/>
                </a:lnTo>
                <a:cubicBezTo>
                  <a:pt x="855293" y="549012"/>
                  <a:pt x="782014" y="564633"/>
                  <a:pt x="770203" y="566411"/>
                </a:cubicBezTo>
                <a:lnTo>
                  <a:pt x="775410" y="570602"/>
                </a:lnTo>
                <a:cubicBezTo>
                  <a:pt x="794206" y="587747"/>
                  <a:pt x="811351" y="602733"/>
                  <a:pt x="827607" y="618735"/>
                </a:cubicBezTo>
                <a:cubicBezTo>
                  <a:pt x="839037" y="630038"/>
                  <a:pt x="838910" y="643246"/>
                  <a:pt x="829131" y="652263"/>
                </a:cubicBezTo>
                <a:cubicBezTo>
                  <a:pt x="819352" y="661280"/>
                  <a:pt x="806525" y="659756"/>
                  <a:pt x="795730" y="647818"/>
                </a:cubicBezTo>
                <a:cubicBezTo>
                  <a:pt x="747470" y="594859"/>
                  <a:pt x="688161" y="561712"/>
                  <a:pt x="617676" y="548631"/>
                </a:cubicBezTo>
                <a:lnTo>
                  <a:pt x="580846" y="544186"/>
                </a:lnTo>
                <a:cubicBezTo>
                  <a:pt x="573988" y="543297"/>
                  <a:pt x="570559" y="545710"/>
                  <a:pt x="569924" y="552949"/>
                </a:cubicBezTo>
                <a:lnTo>
                  <a:pt x="616787" y="563109"/>
                </a:lnTo>
                <a:cubicBezTo>
                  <a:pt x="694003" y="583175"/>
                  <a:pt x="813383" y="677663"/>
                  <a:pt x="866596" y="736972"/>
                </a:cubicBezTo>
                <a:cubicBezTo>
                  <a:pt x="876121" y="747513"/>
                  <a:pt x="875994" y="760848"/>
                  <a:pt x="866596" y="769357"/>
                </a:cubicBezTo>
                <a:cubicBezTo>
                  <a:pt x="857071" y="777993"/>
                  <a:pt x="844371" y="776977"/>
                  <a:pt x="834465" y="765928"/>
                </a:cubicBezTo>
                <a:cubicBezTo>
                  <a:pt x="795984" y="723002"/>
                  <a:pt x="695781" y="637023"/>
                  <a:pt x="641933" y="616449"/>
                </a:cubicBezTo>
                <a:cubicBezTo>
                  <a:pt x="611580" y="604892"/>
                  <a:pt x="580084" y="598034"/>
                  <a:pt x="547826" y="594732"/>
                </a:cubicBezTo>
                <a:lnTo>
                  <a:pt x="533856" y="594732"/>
                </a:lnTo>
                <a:cubicBezTo>
                  <a:pt x="523442" y="603622"/>
                  <a:pt x="518108" y="606035"/>
                  <a:pt x="512901" y="609210"/>
                </a:cubicBezTo>
                <a:cubicBezTo>
                  <a:pt x="533348" y="642865"/>
                  <a:pt x="558494" y="671948"/>
                  <a:pt x="588593" y="696713"/>
                </a:cubicBezTo>
                <a:cubicBezTo>
                  <a:pt x="626820" y="728082"/>
                  <a:pt x="654633" y="741163"/>
                  <a:pt x="702131" y="754752"/>
                </a:cubicBezTo>
                <a:cubicBezTo>
                  <a:pt x="716736" y="758943"/>
                  <a:pt x="723594" y="770246"/>
                  <a:pt x="719657" y="782565"/>
                </a:cubicBezTo>
                <a:cubicBezTo>
                  <a:pt x="715720" y="794884"/>
                  <a:pt x="704417" y="800218"/>
                  <a:pt x="690320" y="796281"/>
                </a:cubicBezTo>
                <a:cubicBezTo>
                  <a:pt x="654887" y="786375"/>
                  <a:pt x="636599" y="780914"/>
                  <a:pt x="605103" y="761610"/>
                </a:cubicBezTo>
                <a:cubicBezTo>
                  <a:pt x="562304" y="735321"/>
                  <a:pt x="525982" y="701920"/>
                  <a:pt x="496010" y="661661"/>
                </a:cubicBezTo>
                <a:lnTo>
                  <a:pt x="493851" y="658994"/>
                </a:lnTo>
                <a:lnTo>
                  <a:pt x="496518" y="672837"/>
                </a:lnTo>
                <a:cubicBezTo>
                  <a:pt x="528141" y="745227"/>
                  <a:pt x="623264" y="846065"/>
                  <a:pt x="684732" y="882006"/>
                </a:cubicBezTo>
                <a:lnTo>
                  <a:pt x="686764" y="883149"/>
                </a:lnTo>
                <a:cubicBezTo>
                  <a:pt x="700353" y="891277"/>
                  <a:pt x="704290" y="903215"/>
                  <a:pt x="697940" y="914391"/>
                </a:cubicBezTo>
                <a:cubicBezTo>
                  <a:pt x="691590" y="925567"/>
                  <a:pt x="678763" y="929123"/>
                  <a:pt x="666444" y="921249"/>
                </a:cubicBezTo>
                <a:lnTo>
                  <a:pt x="611707" y="883403"/>
                </a:lnTo>
                <a:cubicBezTo>
                  <a:pt x="577544" y="856098"/>
                  <a:pt x="500201" y="772405"/>
                  <a:pt x="478357" y="734559"/>
                </a:cubicBezTo>
                <a:lnTo>
                  <a:pt x="476325" y="731384"/>
                </a:lnTo>
                <a:cubicBezTo>
                  <a:pt x="474166" y="742306"/>
                  <a:pt x="474420" y="754498"/>
                  <a:pt x="474039" y="766817"/>
                </a:cubicBezTo>
                <a:cubicBezTo>
                  <a:pt x="472769" y="811394"/>
                  <a:pt x="463752" y="854320"/>
                  <a:pt x="447623" y="895849"/>
                </a:cubicBezTo>
                <a:cubicBezTo>
                  <a:pt x="442670" y="908549"/>
                  <a:pt x="430478" y="913883"/>
                  <a:pt x="418921" y="909311"/>
                </a:cubicBezTo>
                <a:cubicBezTo>
                  <a:pt x="407872" y="904866"/>
                  <a:pt x="403046" y="893055"/>
                  <a:pt x="407237" y="880482"/>
                </a:cubicBezTo>
                <a:lnTo>
                  <a:pt x="410031" y="872862"/>
                </a:lnTo>
                <a:cubicBezTo>
                  <a:pt x="412571" y="865242"/>
                  <a:pt x="413714" y="861432"/>
                  <a:pt x="415746" y="855209"/>
                </a:cubicBezTo>
                <a:cubicBezTo>
                  <a:pt x="404697" y="869179"/>
                  <a:pt x="359485" y="916804"/>
                  <a:pt x="349833" y="928742"/>
                </a:cubicBezTo>
                <a:lnTo>
                  <a:pt x="337514" y="939283"/>
                </a:lnTo>
                <a:cubicBezTo>
                  <a:pt x="311479" y="934965"/>
                  <a:pt x="305256" y="916423"/>
                  <a:pt x="315797" y="901818"/>
                </a:cubicBezTo>
                <a:cubicBezTo>
                  <a:pt x="329894" y="882514"/>
                  <a:pt x="380186" y="827777"/>
                  <a:pt x="392505" y="807457"/>
                </a:cubicBezTo>
                <a:cubicBezTo>
                  <a:pt x="410158" y="777993"/>
                  <a:pt x="421842" y="745735"/>
                  <a:pt x="425906" y="711699"/>
                </a:cubicBezTo>
                <a:cubicBezTo>
                  <a:pt x="427684" y="696586"/>
                  <a:pt x="422096" y="680584"/>
                  <a:pt x="419556" y="664963"/>
                </a:cubicBezTo>
                <a:lnTo>
                  <a:pt x="417397" y="657851"/>
                </a:lnTo>
                <a:lnTo>
                  <a:pt x="412190" y="657343"/>
                </a:lnTo>
                <a:cubicBezTo>
                  <a:pt x="371931" y="708397"/>
                  <a:pt x="323925" y="745989"/>
                  <a:pt x="266648" y="771389"/>
                </a:cubicBezTo>
                <a:lnTo>
                  <a:pt x="257758" y="776596"/>
                </a:lnTo>
                <a:cubicBezTo>
                  <a:pt x="254583" y="797424"/>
                  <a:pt x="251789" y="811902"/>
                  <a:pt x="248868" y="826253"/>
                </a:cubicBezTo>
                <a:cubicBezTo>
                  <a:pt x="246328" y="838699"/>
                  <a:pt x="234898" y="846192"/>
                  <a:pt x="223214" y="843525"/>
                </a:cubicBezTo>
                <a:cubicBezTo>
                  <a:pt x="212546" y="841112"/>
                  <a:pt x="205688" y="831968"/>
                  <a:pt x="206577" y="820411"/>
                </a:cubicBezTo>
                <a:lnTo>
                  <a:pt x="210260" y="791201"/>
                </a:lnTo>
                <a:cubicBezTo>
                  <a:pt x="204926" y="793106"/>
                  <a:pt x="200100" y="794249"/>
                  <a:pt x="195782" y="796535"/>
                </a:cubicBezTo>
                <a:cubicBezTo>
                  <a:pt x="184225" y="802377"/>
                  <a:pt x="172668" y="799583"/>
                  <a:pt x="164667" y="788407"/>
                </a:cubicBezTo>
                <a:cubicBezTo>
                  <a:pt x="157936" y="779136"/>
                  <a:pt x="159206" y="767960"/>
                  <a:pt x="167715" y="759451"/>
                </a:cubicBezTo>
                <a:lnTo>
                  <a:pt x="172160" y="754879"/>
                </a:lnTo>
                <a:cubicBezTo>
                  <a:pt x="196163" y="712334"/>
                  <a:pt x="224357" y="677282"/>
                  <a:pt x="259028" y="647310"/>
                </a:cubicBezTo>
                <a:lnTo>
                  <a:pt x="261695" y="646167"/>
                </a:lnTo>
                <a:lnTo>
                  <a:pt x="261314" y="643373"/>
                </a:lnTo>
                <a:lnTo>
                  <a:pt x="219023" y="648961"/>
                </a:lnTo>
                <a:cubicBezTo>
                  <a:pt x="167207" y="653914"/>
                  <a:pt x="85292" y="648326"/>
                  <a:pt x="35889" y="631435"/>
                </a:cubicBezTo>
                <a:cubicBezTo>
                  <a:pt x="23189" y="627117"/>
                  <a:pt x="17093" y="615941"/>
                  <a:pt x="20649" y="604511"/>
                </a:cubicBezTo>
                <a:cubicBezTo>
                  <a:pt x="24459" y="592192"/>
                  <a:pt x="36270" y="586350"/>
                  <a:pt x="49859" y="590795"/>
                </a:cubicBezTo>
                <a:cubicBezTo>
                  <a:pt x="90118" y="604130"/>
                  <a:pt x="162508" y="609464"/>
                  <a:pt x="204799" y="606924"/>
                </a:cubicBezTo>
                <a:cubicBezTo>
                  <a:pt x="246201" y="604384"/>
                  <a:pt x="285444" y="593970"/>
                  <a:pt x="322909" y="576190"/>
                </a:cubicBezTo>
                <a:lnTo>
                  <a:pt x="325703" y="574412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08" name="Google Shape;2208;p30"/>
          <p:cNvGrpSpPr/>
          <p:nvPr/>
        </p:nvGrpSpPr>
        <p:grpSpPr>
          <a:xfrm>
            <a:off x="178004" y="7762777"/>
            <a:ext cx="720087" cy="727028"/>
            <a:chOff x="63500" y="63500"/>
            <a:chExt cx="1106805" cy="1117473"/>
          </a:xfrm>
        </p:grpSpPr>
        <p:sp>
          <p:nvSpPr>
            <p:cNvPr id="2209" name="Google Shape;2209;p30"/>
            <p:cNvSpPr/>
            <p:nvPr/>
          </p:nvSpPr>
          <p:spPr>
            <a:xfrm>
              <a:off x="452417" y="519747"/>
              <a:ext cx="530803" cy="322500"/>
            </a:xfrm>
            <a:custGeom>
              <a:rect b="b" l="l" r="r" t="t"/>
              <a:pathLst>
                <a:path extrusionOk="0" h="322500" w="530803">
                  <a:moveTo>
                    <a:pt x="300693" y="277051"/>
                  </a:moveTo>
                  <a:cubicBezTo>
                    <a:pt x="338031" y="274765"/>
                    <a:pt x="374099" y="269558"/>
                    <a:pt x="406738" y="250635"/>
                  </a:cubicBezTo>
                  <a:cubicBezTo>
                    <a:pt x="451950" y="224473"/>
                    <a:pt x="478747" y="185357"/>
                    <a:pt x="487637" y="133922"/>
                  </a:cubicBezTo>
                  <a:lnTo>
                    <a:pt x="488653" y="127064"/>
                  </a:lnTo>
                  <a:cubicBezTo>
                    <a:pt x="491828" y="110046"/>
                    <a:pt x="500845" y="103061"/>
                    <a:pt x="513418" y="104839"/>
                  </a:cubicBezTo>
                  <a:cubicBezTo>
                    <a:pt x="526372" y="106617"/>
                    <a:pt x="532087" y="114999"/>
                    <a:pt x="530563" y="129731"/>
                  </a:cubicBezTo>
                  <a:cubicBezTo>
                    <a:pt x="520657" y="223330"/>
                    <a:pt x="456014" y="297117"/>
                    <a:pt x="363304" y="316167"/>
                  </a:cubicBezTo>
                  <a:cubicBezTo>
                    <a:pt x="285961" y="332169"/>
                    <a:pt x="212555" y="317183"/>
                    <a:pt x="144229" y="278702"/>
                  </a:cubicBezTo>
                  <a:cubicBezTo>
                    <a:pt x="94191" y="250508"/>
                    <a:pt x="51138" y="214186"/>
                    <a:pt x="22817" y="162878"/>
                  </a:cubicBezTo>
                  <a:cubicBezTo>
                    <a:pt x="11768" y="142812"/>
                    <a:pt x="1608" y="121984"/>
                    <a:pt x="211" y="98489"/>
                  </a:cubicBezTo>
                  <a:cubicBezTo>
                    <a:pt x="-1948" y="59881"/>
                    <a:pt x="12403" y="29020"/>
                    <a:pt x="47455" y="10732"/>
                  </a:cubicBezTo>
                  <a:cubicBezTo>
                    <a:pt x="82634" y="-7683"/>
                    <a:pt x="115781" y="-1587"/>
                    <a:pt x="146134" y="22797"/>
                  </a:cubicBezTo>
                  <a:lnTo>
                    <a:pt x="170391" y="44260"/>
                  </a:lnTo>
                  <a:cubicBezTo>
                    <a:pt x="180932" y="55055"/>
                    <a:pt x="179789" y="65469"/>
                    <a:pt x="167978" y="76518"/>
                  </a:cubicBezTo>
                  <a:cubicBezTo>
                    <a:pt x="158072" y="85789"/>
                    <a:pt x="149817" y="85281"/>
                    <a:pt x="139149" y="74359"/>
                  </a:cubicBezTo>
                  <a:lnTo>
                    <a:pt x="120734" y="55055"/>
                  </a:lnTo>
                  <a:cubicBezTo>
                    <a:pt x="104097" y="40577"/>
                    <a:pt x="85301" y="37783"/>
                    <a:pt x="69807" y="46673"/>
                  </a:cubicBezTo>
                  <a:cubicBezTo>
                    <a:pt x="50503" y="57722"/>
                    <a:pt x="41232" y="77407"/>
                    <a:pt x="45042" y="99124"/>
                  </a:cubicBezTo>
                  <a:cubicBezTo>
                    <a:pt x="49487" y="123635"/>
                    <a:pt x="61044" y="144717"/>
                    <a:pt x="77046" y="163132"/>
                  </a:cubicBezTo>
                  <a:cubicBezTo>
                    <a:pt x="119972" y="212789"/>
                    <a:pt x="170391" y="251651"/>
                    <a:pt x="235542" y="267145"/>
                  </a:cubicBezTo>
                  <a:lnTo>
                    <a:pt x="300439" y="27705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30"/>
            <p:cNvSpPr/>
            <p:nvPr/>
          </p:nvSpPr>
          <p:spPr>
            <a:xfrm>
              <a:off x="277098" y="401210"/>
              <a:ext cx="478944" cy="315717"/>
            </a:xfrm>
            <a:custGeom>
              <a:rect b="b" l="l" r="r" t="t"/>
              <a:pathLst>
                <a:path extrusionOk="0" h="315717" w="478944">
                  <a:moveTo>
                    <a:pt x="178959" y="42020"/>
                  </a:moveTo>
                  <a:cubicBezTo>
                    <a:pt x="134890" y="42147"/>
                    <a:pt x="93996" y="51418"/>
                    <a:pt x="58817" y="79104"/>
                  </a:cubicBezTo>
                  <a:lnTo>
                    <a:pt x="38370" y="97773"/>
                  </a:lnTo>
                  <a:cubicBezTo>
                    <a:pt x="26813" y="108314"/>
                    <a:pt x="16780" y="108695"/>
                    <a:pt x="7382" y="99297"/>
                  </a:cubicBezTo>
                  <a:cubicBezTo>
                    <a:pt x="-2397" y="89518"/>
                    <a:pt x="-2651" y="79485"/>
                    <a:pt x="7763" y="68182"/>
                  </a:cubicBezTo>
                  <a:cubicBezTo>
                    <a:pt x="43196" y="30082"/>
                    <a:pt x="86757" y="6333"/>
                    <a:pt x="138446" y="1634"/>
                  </a:cubicBezTo>
                  <a:cubicBezTo>
                    <a:pt x="257191" y="-9161"/>
                    <a:pt x="354600" y="33765"/>
                    <a:pt x="431816" y="123554"/>
                  </a:cubicBezTo>
                  <a:cubicBezTo>
                    <a:pt x="452009" y="147049"/>
                    <a:pt x="469281" y="172322"/>
                    <a:pt x="476520" y="203564"/>
                  </a:cubicBezTo>
                  <a:cubicBezTo>
                    <a:pt x="485283" y="241410"/>
                    <a:pt x="469662" y="285352"/>
                    <a:pt x="439690" y="303894"/>
                  </a:cubicBezTo>
                  <a:cubicBezTo>
                    <a:pt x="408702" y="323071"/>
                    <a:pt x="361204" y="318499"/>
                    <a:pt x="331486" y="293226"/>
                  </a:cubicBezTo>
                  <a:lnTo>
                    <a:pt x="310404" y="272652"/>
                  </a:lnTo>
                  <a:cubicBezTo>
                    <a:pt x="299355" y="259444"/>
                    <a:pt x="304308" y="242680"/>
                    <a:pt x="320564" y="236330"/>
                  </a:cubicBezTo>
                  <a:lnTo>
                    <a:pt x="334788" y="236711"/>
                  </a:lnTo>
                  <a:cubicBezTo>
                    <a:pt x="348250" y="249411"/>
                    <a:pt x="355489" y="257539"/>
                    <a:pt x="363998" y="264016"/>
                  </a:cubicBezTo>
                  <a:cubicBezTo>
                    <a:pt x="378349" y="274938"/>
                    <a:pt x="394224" y="278494"/>
                    <a:pt x="411369" y="269985"/>
                  </a:cubicBezTo>
                  <a:cubicBezTo>
                    <a:pt x="428768" y="261349"/>
                    <a:pt x="435245" y="246871"/>
                    <a:pt x="436134" y="228075"/>
                  </a:cubicBezTo>
                  <a:cubicBezTo>
                    <a:pt x="436896" y="212073"/>
                    <a:pt x="433086" y="197595"/>
                    <a:pt x="424577" y="184514"/>
                  </a:cubicBezTo>
                  <a:cubicBezTo>
                    <a:pt x="366538" y="95995"/>
                    <a:pt x="286528" y="45068"/>
                    <a:pt x="179086" y="417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30"/>
            <p:cNvSpPr/>
            <p:nvPr/>
          </p:nvSpPr>
          <p:spPr>
            <a:xfrm>
              <a:off x="325981" y="253551"/>
              <a:ext cx="447026" cy="241876"/>
            </a:xfrm>
            <a:custGeom>
              <a:rect b="b" l="l" r="r" t="t"/>
              <a:pathLst>
                <a:path extrusionOk="0" h="241876" w="447026">
                  <a:moveTo>
                    <a:pt x="98072" y="40962"/>
                  </a:moveTo>
                  <a:lnTo>
                    <a:pt x="39652" y="52138"/>
                  </a:lnTo>
                  <a:cubicBezTo>
                    <a:pt x="34953" y="53027"/>
                    <a:pt x="30508" y="54932"/>
                    <a:pt x="25936" y="55948"/>
                  </a:cubicBezTo>
                  <a:cubicBezTo>
                    <a:pt x="13236" y="58615"/>
                    <a:pt x="5743" y="54551"/>
                    <a:pt x="1806" y="43375"/>
                  </a:cubicBezTo>
                  <a:cubicBezTo>
                    <a:pt x="-2385" y="31564"/>
                    <a:pt x="536" y="21277"/>
                    <a:pt x="12474" y="17594"/>
                  </a:cubicBezTo>
                  <a:lnTo>
                    <a:pt x="77117" y="2227"/>
                  </a:lnTo>
                  <a:cubicBezTo>
                    <a:pt x="140236" y="-6663"/>
                    <a:pt x="198021" y="12133"/>
                    <a:pt x="253647" y="39692"/>
                  </a:cubicBezTo>
                  <a:cubicBezTo>
                    <a:pt x="327053" y="76014"/>
                    <a:pt x="390045" y="125036"/>
                    <a:pt x="436019" y="193870"/>
                  </a:cubicBezTo>
                  <a:lnTo>
                    <a:pt x="443766" y="206316"/>
                  </a:lnTo>
                  <a:cubicBezTo>
                    <a:pt x="449735" y="221683"/>
                    <a:pt x="447068" y="229303"/>
                    <a:pt x="439321" y="234764"/>
                  </a:cubicBezTo>
                  <a:lnTo>
                    <a:pt x="423192" y="241876"/>
                  </a:lnTo>
                  <a:cubicBezTo>
                    <a:pt x="410111" y="230954"/>
                    <a:pt x="405412" y="225112"/>
                    <a:pt x="401348" y="219143"/>
                  </a:cubicBezTo>
                  <a:cubicBezTo>
                    <a:pt x="340769" y="129862"/>
                    <a:pt x="256187" y="75379"/>
                    <a:pt x="152809" y="48963"/>
                  </a:cubicBezTo>
                  <a:lnTo>
                    <a:pt x="98072" y="4096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30"/>
            <p:cNvSpPr/>
            <p:nvPr/>
          </p:nvSpPr>
          <p:spPr>
            <a:xfrm>
              <a:off x="432969" y="743106"/>
              <a:ext cx="446193" cy="239366"/>
            </a:xfrm>
            <a:custGeom>
              <a:rect b="b" l="l" r="r" t="t"/>
              <a:pathLst>
                <a:path extrusionOk="0" h="239366" w="446193">
                  <a:moveTo>
                    <a:pt x="348081" y="239366"/>
                  </a:moveTo>
                  <a:cubicBezTo>
                    <a:pt x="272389" y="237842"/>
                    <a:pt x="205206" y="214601"/>
                    <a:pt x="143738" y="174342"/>
                  </a:cubicBezTo>
                  <a:cubicBezTo>
                    <a:pt x="90525" y="139544"/>
                    <a:pt x="43281" y="98269"/>
                    <a:pt x="9118" y="43659"/>
                  </a:cubicBezTo>
                  <a:lnTo>
                    <a:pt x="3530" y="34261"/>
                  </a:lnTo>
                  <a:cubicBezTo>
                    <a:pt x="-3074" y="17497"/>
                    <a:pt x="-153" y="8988"/>
                    <a:pt x="10134" y="3400"/>
                  </a:cubicBezTo>
                  <a:cubicBezTo>
                    <a:pt x="20675" y="-2442"/>
                    <a:pt x="29057" y="-918"/>
                    <a:pt x="36804" y="9242"/>
                  </a:cubicBezTo>
                  <a:lnTo>
                    <a:pt x="79349" y="65503"/>
                  </a:lnTo>
                  <a:cubicBezTo>
                    <a:pt x="139928" y="131289"/>
                    <a:pt x="213080" y="176755"/>
                    <a:pt x="301472" y="195170"/>
                  </a:cubicBezTo>
                  <a:cubicBezTo>
                    <a:pt x="330301" y="201139"/>
                    <a:pt x="359003" y="198853"/>
                    <a:pt x="387705" y="193392"/>
                  </a:cubicBezTo>
                  <a:lnTo>
                    <a:pt x="422630" y="188820"/>
                  </a:lnTo>
                  <a:cubicBezTo>
                    <a:pt x="436473" y="188312"/>
                    <a:pt x="444474" y="194281"/>
                    <a:pt x="445871" y="203806"/>
                  </a:cubicBezTo>
                  <a:cubicBezTo>
                    <a:pt x="447649" y="214601"/>
                    <a:pt x="442061" y="224888"/>
                    <a:pt x="429107" y="228190"/>
                  </a:cubicBezTo>
                  <a:lnTo>
                    <a:pt x="374751" y="237588"/>
                  </a:lnTo>
                  <a:cubicBezTo>
                    <a:pt x="365353" y="238985"/>
                    <a:pt x="355701" y="238731"/>
                    <a:pt x="347700" y="23923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30"/>
            <p:cNvSpPr/>
            <p:nvPr/>
          </p:nvSpPr>
          <p:spPr>
            <a:xfrm>
              <a:off x="323596" y="590075"/>
              <a:ext cx="131850" cy="329767"/>
            </a:xfrm>
            <a:custGeom>
              <a:rect b="b" l="l" r="r" t="t"/>
              <a:pathLst>
                <a:path extrusionOk="0" h="329767" w="131850">
                  <a:moveTo>
                    <a:pt x="127" y="115156"/>
                  </a:moveTo>
                  <a:cubicBezTo>
                    <a:pt x="4318" y="74643"/>
                    <a:pt x="11938" y="39210"/>
                    <a:pt x="36830" y="10000"/>
                  </a:cubicBezTo>
                  <a:cubicBezTo>
                    <a:pt x="47117" y="-2065"/>
                    <a:pt x="57277" y="-2954"/>
                    <a:pt x="68326" y="5936"/>
                  </a:cubicBezTo>
                  <a:lnTo>
                    <a:pt x="77724" y="19271"/>
                  </a:lnTo>
                  <a:cubicBezTo>
                    <a:pt x="73152" y="30701"/>
                    <a:pt x="71882" y="33368"/>
                    <a:pt x="70104" y="35527"/>
                  </a:cubicBezTo>
                  <a:cubicBezTo>
                    <a:pt x="44958" y="67023"/>
                    <a:pt x="42545" y="102837"/>
                    <a:pt x="50038" y="140556"/>
                  </a:cubicBezTo>
                  <a:cubicBezTo>
                    <a:pt x="60325" y="191737"/>
                    <a:pt x="83820" y="236822"/>
                    <a:pt x="114427" y="278605"/>
                  </a:cubicBezTo>
                  <a:lnTo>
                    <a:pt x="122936" y="288892"/>
                  </a:lnTo>
                  <a:cubicBezTo>
                    <a:pt x="135509" y="306164"/>
                    <a:pt x="134112" y="316451"/>
                    <a:pt x="122936" y="325087"/>
                  </a:cubicBezTo>
                  <a:cubicBezTo>
                    <a:pt x="112776" y="332834"/>
                    <a:pt x="103632" y="330929"/>
                    <a:pt x="94234" y="319626"/>
                  </a:cubicBezTo>
                  <a:cubicBezTo>
                    <a:pt x="56134" y="273906"/>
                    <a:pt x="26289" y="223487"/>
                    <a:pt x="9906" y="166083"/>
                  </a:cubicBezTo>
                  <a:lnTo>
                    <a:pt x="0" y="11515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30"/>
            <p:cNvSpPr/>
            <p:nvPr/>
          </p:nvSpPr>
          <p:spPr>
            <a:xfrm>
              <a:off x="747631" y="315829"/>
              <a:ext cx="131971" cy="331109"/>
            </a:xfrm>
            <a:custGeom>
              <a:rect b="b" l="l" r="r" t="t"/>
              <a:pathLst>
                <a:path extrusionOk="0" h="331109" w="131971">
                  <a:moveTo>
                    <a:pt x="131844" y="224556"/>
                  </a:moveTo>
                  <a:cubicBezTo>
                    <a:pt x="133114" y="259862"/>
                    <a:pt x="121557" y="290596"/>
                    <a:pt x="101745" y="318663"/>
                  </a:cubicBezTo>
                  <a:lnTo>
                    <a:pt x="88918" y="331109"/>
                  </a:lnTo>
                  <a:cubicBezTo>
                    <a:pt x="61867" y="324251"/>
                    <a:pt x="56152" y="310281"/>
                    <a:pt x="65931" y="295930"/>
                  </a:cubicBezTo>
                  <a:cubicBezTo>
                    <a:pt x="87648" y="263926"/>
                    <a:pt x="94252" y="228747"/>
                    <a:pt x="86759" y="191155"/>
                  </a:cubicBezTo>
                  <a:cubicBezTo>
                    <a:pt x="79647" y="155595"/>
                    <a:pt x="66566" y="122067"/>
                    <a:pt x="47135" y="91460"/>
                  </a:cubicBezTo>
                  <a:lnTo>
                    <a:pt x="6749" y="37104"/>
                  </a:lnTo>
                  <a:cubicBezTo>
                    <a:pt x="-2014" y="25547"/>
                    <a:pt x="-2395" y="16276"/>
                    <a:pt x="6495" y="7259"/>
                  </a:cubicBezTo>
                  <a:cubicBezTo>
                    <a:pt x="15766" y="-2012"/>
                    <a:pt x="27069" y="-2774"/>
                    <a:pt x="35832" y="7132"/>
                  </a:cubicBezTo>
                  <a:cubicBezTo>
                    <a:pt x="90823" y="69616"/>
                    <a:pt x="129939" y="139212"/>
                    <a:pt x="131971" y="22455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30"/>
            <p:cNvSpPr/>
            <p:nvPr/>
          </p:nvSpPr>
          <p:spPr>
            <a:xfrm>
              <a:off x="63500" y="289687"/>
              <a:ext cx="167132" cy="166624"/>
            </a:xfrm>
            <a:custGeom>
              <a:rect b="b" l="l" r="r" t="t"/>
              <a:pathLst>
                <a:path extrusionOk="0" h="166624" w="167132">
                  <a:moveTo>
                    <a:pt x="167132" y="98171"/>
                  </a:moveTo>
                  <a:lnTo>
                    <a:pt x="117856" y="115062"/>
                  </a:lnTo>
                  <a:cubicBezTo>
                    <a:pt x="111760" y="117475"/>
                    <a:pt x="105791" y="121793"/>
                    <a:pt x="101346" y="126746"/>
                  </a:cubicBezTo>
                  <a:lnTo>
                    <a:pt x="68961" y="166624"/>
                  </a:lnTo>
                  <a:cubicBezTo>
                    <a:pt x="64135" y="152908"/>
                    <a:pt x="58928" y="140843"/>
                    <a:pt x="55880" y="128270"/>
                  </a:cubicBezTo>
                  <a:cubicBezTo>
                    <a:pt x="52324" y="113538"/>
                    <a:pt x="44577" y="102743"/>
                    <a:pt x="32258" y="94107"/>
                  </a:cubicBezTo>
                  <a:lnTo>
                    <a:pt x="0" y="68707"/>
                  </a:lnTo>
                  <a:cubicBezTo>
                    <a:pt x="16637" y="63119"/>
                    <a:pt x="31369" y="57658"/>
                    <a:pt x="46355" y="53213"/>
                  </a:cubicBezTo>
                  <a:cubicBezTo>
                    <a:pt x="55372" y="50546"/>
                    <a:pt x="62103" y="45974"/>
                    <a:pt x="67564" y="38481"/>
                  </a:cubicBezTo>
                  <a:lnTo>
                    <a:pt x="98171" y="0"/>
                  </a:lnTo>
                  <a:cubicBezTo>
                    <a:pt x="103759" y="16383"/>
                    <a:pt x="109474" y="31242"/>
                    <a:pt x="113792" y="46355"/>
                  </a:cubicBezTo>
                  <a:cubicBezTo>
                    <a:pt x="116459" y="55753"/>
                    <a:pt x="121666" y="62484"/>
                    <a:pt x="129413" y="68199"/>
                  </a:cubicBezTo>
                  <a:lnTo>
                    <a:pt x="167132" y="9817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30"/>
            <p:cNvSpPr/>
            <p:nvPr/>
          </p:nvSpPr>
          <p:spPr>
            <a:xfrm>
              <a:off x="551434" y="1033653"/>
              <a:ext cx="146939" cy="147320"/>
            </a:xfrm>
            <a:custGeom>
              <a:rect b="b" l="l" r="r" t="t"/>
              <a:pathLst>
                <a:path extrusionOk="0" h="147320" w="146939">
                  <a:moveTo>
                    <a:pt x="60452" y="147320"/>
                  </a:moveTo>
                  <a:lnTo>
                    <a:pt x="46990" y="107188"/>
                  </a:lnTo>
                  <a:cubicBezTo>
                    <a:pt x="44450" y="98933"/>
                    <a:pt x="40386" y="92583"/>
                    <a:pt x="33401" y="87376"/>
                  </a:cubicBezTo>
                  <a:lnTo>
                    <a:pt x="0" y="60706"/>
                  </a:lnTo>
                  <a:cubicBezTo>
                    <a:pt x="15875" y="55245"/>
                    <a:pt x="30226" y="50673"/>
                    <a:pt x="44323" y="45212"/>
                  </a:cubicBezTo>
                  <a:lnTo>
                    <a:pt x="53721" y="40132"/>
                  </a:lnTo>
                  <a:cubicBezTo>
                    <a:pt x="66802" y="25019"/>
                    <a:pt x="75819" y="13208"/>
                    <a:pt x="86360" y="0"/>
                  </a:cubicBezTo>
                  <a:lnTo>
                    <a:pt x="101346" y="43180"/>
                  </a:lnTo>
                  <a:cubicBezTo>
                    <a:pt x="103378" y="48514"/>
                    <a:pt x="106934" y="53721"/>
                    <a:pt x="111252" y="57531"/>
                  </a:cubicBezTo>
                  <a:lnTo>
                    <a:pt x="146939" y="86487"/>
                  </a:lnTo>
                  <a:cubicBezTo>
                    <a:pt x="130683" y="92075"/>
                    <a:pt x="115951" y="96901"/>
                    <a:pt x="101346" y="102235"/>
                  </a:cubicBezTo>
                  <a:lnTo>
                    <a:pt x="93472" y="106426"/>
                  </a:lnTo>
                  <a:cubicBezTo>
                    <a:pt x="80772" y="121412"/>
                    <a:pt x="71247" y="133604"/>
                    <a:pt x="60325" y="1470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30"/>
            <p:cNvSpPr/>
            <p:nvPr/>
          </p:nvSpPr>
          <p:spPr>
            <a:xfrm>
              <a:off x="922147" y="305181"/>
              <a:ext cx="122174" cy="121793"/>
            </a:xfrm>
            <a:custGeom>
              <a:rect b="b" l="l" r="r" t="t"/>
              <a:pathLst>
                <a:path extrusionOk="0" h="121793" w="122174">
                  <a:moveTo>
                    <a:pt x="71882" y="0"/>
                  </a:moveTo>
                  <a:cubicBezTo>
                    <a:pt x="77343" y="32258"/>
                    <a:pt x="94361" y="55118"/>
                    <a:pt x="122174" y="71628"/>
                  </a:cubicBezTo>
                  <a:cubicBezTo>
                    <a:pt x="89916" y="77216"/>
                    <a:pt x="66548" y="93345"/>
                    <a:pt x="50546" y="121793"/>
                  </a:cubicBezTo>
                  <a:cubicBezTo>
                    <a:pt x="44704" y="89408"/>
                    <a:pt x="28448" y="66167"/>
                    <a:pt x="0" y="50038"/>
                  </a:cubicBezTo>
                  <a:cubicBezTo>
                    <a:pt x="31877" y="44069"/>
                    <a:pt x="55499" y="28448"/>
                    <a:pt x="7200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30"/>
            <p:cNvSpPr/>
            <p:nvPr/>
          </p:nvSpPr>
          <p:spPr>
            <a:xfrm>
              <a:off x="1059053" y="717042"/>
              <a:ext cx="111252" cy="108712"/>
            </a:xfrm>
            <a:custGeom>
              <a:rect b="b" l="l" r="r" t="t"/>
              <a:pathLst>
                <a:path extrusionOk="0" h="108712" w="111252">
                  <a:moveTo>
                    <a:pt x="111125" y="46482"/>
                  </a:moveTo>
                  <a:lnTo>
                    <a:pt x="85598" y="66802"/>
                  </a:lnTo>
                  <a:cubicBezTo>
                    <a:pt x="83185" y="68961"/>
                    <a:pt x="81280" y="73025"/>
                    <a:pt x="81280" y="76200"/>
                  </a:cubicBezTo>
                  <a:lnTo>
                    <a:pt x="82550" y="108712"/>
                  </a:lnTo>
                  <a:cubicBezTo>
                    <a:pt x="75184" y="103886"/>
                    <a:pt x="68326" y="100457"/>
                    <a:pt x="62992" y="95631"/>
                  </a:cubicBezTo>
                  <a:cubicBezTo>
                    <a:pt x="54483" y="88011"/>
                    <a:pt x="46101" y="87503"/>
                    <a:pt x="36195" y="92710"/>
                  </a:cubicBezTo>
                  <a:lnTo>
                    <a:pt x="22987" y="98044"/>
                  </a:lnTo>
                  <a:cubicBezTo>
                    <a:pt x="17653" y="89789"/>
                    <a:pt x="20955" y="80645"/>
                    <a:pt x="22733" y="71120"/>
                  </a:cubicBezTo>
                  <a:lnTo>
                    <a:pt x="22352" y="61849"/>
                  </a:lnTo>
                  <a:cubicBezTo>
                    <a:pt x="14732" y="50419"/>
                    <a:pt x="8128" y="43180"/>
                    <a:pt x="0" y="33020"/>
                  </a:cubicBezTo>
                  <a:lnTo>
                    <a:pt x="31877" y="32766"/>
                  </a:lnTo>
                  <a:cubicBezTo>
                    <a:pt x="35814" y="32385"/>
                    <a:pt x="40640" y="29591"/>
                    <a:pt x="43180" y="26416"/>
                  </a:cubicBezTo>
                  <a:lnTo>
                    <a:pt x="60579" y="0"/>
                  </a:lnTo>
                  <a:cubicBezTo>
                    <a:pt x="64643" y="11176"/>
                    <a:pt x="68326" y="20066"/>
                    <a:pt x="71120" y="29337"/>
                  </a:cubicBezTo>
                  <a:lnTo>
                    <a:pt x="76073" y="37465"/>
                  </a:lnTo>
                  <a:cubicBezTo>
                    <a:pt x="90805" y="40767"/>
                    <a:pt x="99949" y="43561"/>
                    <a:pt x="111252" y="4660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9" name="Google Shape;2219;p30"/>
            <p:cNvSpPr/>
            <p:nvPr/>
          </p:nvSpPr>
          <p:spPr>
            <a:xfrm>
              <a:off x="174625" y="738378"/>
              <a:ext cx="111125" cy="109093"/>
            </a:xfrm>
            <a:custGeom>
              <a:rect b="b" l="l" r="r" t="t"/>
              <a:pathLst>
                <a:path extrusionOk="0" h="109093" w="111125">
                  <a:moveTo>
                    <a:pt x="60452" y="0"/>
                  </a:moveTo>
                  <a:lnTo>
                    <a:pt x="70358" y="27686"/>
                  </a:lnTo>
                  <a:cubicBezTo>
                    <a:pt x="72263" y="34163"/>
                    <a:pt x="75565" y="37719"/>
                    <a:pt x="82550" y="38989"/>
                  </a:cubicBezTo>
                  <a:lnTo>
                    <a:pt x="111125" y="46609"/>
                  </a:lnTo>
                  <a:cubicBezTo>
                    <a:pt x="101854" y="53848"/>
                    <a:pt x="93726" y="59309"/>
                    <a:pt x="86741" y="65913"/>
                  </a:cubicBezTo>
                  <a:lnTo>
                    <a:pt x="81534" y="73660"/>
                  </a:lnTo>
                  <a:cubicBezTo>
                    <a:pt x="80899" y="87376"/>
                    <a:pt x="81915" y="97155"/>
                    <a:pt x="82550" y="109093"/>
                  </a:cubicBezTo>
                  <a:lnTo>
                    <a:pt x="56134" y="91567"/>
                  </a:lnTo>
                  <a:cubicBezTo>
                    <a:pt x="52832" y="89662"/>
                    <a:pt x="47752" y="89154"/>
                    <a:pt x="44196" y="90297"/>
                  </a:cubicBezTo>
                  <a:lnTo>
                    <a:pt x="14605" y="101346"/>
                  </a:lnTo>
                  <a:cubicBezTo>
                    <a:pt x="17653" y="90170"/>
                    <a:pt x="20955" y="80772"/>
                    <a:pt x="22733" y="71120"/>
                  </a:cubicBezTo>
                  <a:lnTo>
                    <a:pt x="22479" y="61849"/>
                  </a:lnTo>
                  <a:cubicBezTo>
                    <a:pt x="14859" y="50419"/>
                    <a:pt x="8255" y="43180"/>
                    <a:pt x="0" y="33020"/>
                  </a:cubicBezTo>
                  <a:lnTo>
                    <a:pt x="32004" y="32766"/>
                  </a:lnTo>
                  <a:cubicBezTo>
                    <a:pt x="35941" y="32385"/>
                    <a:pt x="40767" y="29718"/>
                    <a:pt x="43180" y="26543"/>
                  </a:cubicBezTo>
                  <a:lnTo>
                    <a:pt x="60452" y="25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0" name="Google Shape;2220;p30"/>
            <p:cNvSpPr/>
            <p:nvPr/>
          </p:nvSpPr>
          <p:spPr>
            <a:xfrm>
              <a:off x="456438" y="63500"/>
              <a:ext cx="108331" cy="109093"/>
            </a:xfrm>
            <a:custGeom>
              <a:rect b="b" l="l" r="r" t="t"/>
              <a:pathLst>
                <a:path extrusionOk="0" h="109093" w="108331">
                  <a:moveTo>
                    <a:pt x="11557" y="101092"/>
                  </a:moveTo>
                  <a:lnTo>
                    <a:pt x="20320" y="70358"/>
                  </a:lnTo>
                  <a:cubicBezTo>
                    <a:pt x="21082" y="66675"/>
                    <a:pt x="19939" y="61595"/>
                    <a:pt x="17780" y="58547"/>
                  </a:cubicBezTo>
                  <a:lnTo>
                    <a:pt x="0" y="32893"/>
                  </a:lnTo>
                  <a:cubicBezTo>
                    <a:pt x="9652" y="32893"/>
                    <a:pt x="19304" y="33528"/>
                    <a:pt x="28702" y="32639"/>
                  </a:cubicBezTo>
                  <a:lnTo>
                    <a:pt x="37973" y="29337"/>
                  </a:lnTo>
                  <a:cubicBezTo>
                    <a:pt x="46736" y="18288"/>
                    <a:pt x="51562" y="9779"/>
                    <a:pt x="57912" y="0"/>
                  </a:cubicBezTo>
                  <a:lnTo>
                    <a:pt x="68834" y="29210"/>
                  </a:lnTo>
                  <a:cubicBezTo>
                    <a:pt x="70612" y="32893"/>
                    <a:pt x="74549" y="36576"/>
                    <a:pt x="78232" y="37973"/>
                  </a:cubicBezTo>
                  <a:lnTo>
                    <a:pt x="108331" y="46355"/>
                  </a:lnTo>
                  <a:cubicBezTo>
                    <a:pt x="99314" y="53467"/>
                    <a:pt x="91948" y="59817"/>
                    <a:pt x="84074" y="65405"/>
                  </a:cubicBezTo>
                  <a:lnTo>
                    <a:pt x="77724" y="72517"/>
                  </a:lnTo>
                  <a:cubicBezTo>
                    <a:pt x="79121" y="87630"/>
                    <a:pt x="79375" y="97155"/>
                    <a:pt x="80010" y="109093"/>
                  </a:cubicBezTo>
                  <a:lnTo>
                    <a:pt x="53848" y="91567"/>
                  </a:lnTo>
                  <a:cubicBezTo>
                    <a:pt x="50292" y="89662"/>
                    <a:pt x="44958" y="89027"/>
                    <a:pt x="41021" y="90170"/>
                  </a:cubicBezTo>
                  <a:lnTo>
                    <a:pt x="11684" y="10109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30"/>
            <p:cNvSpPr/>
            <p:nvPr/>
          </p:nvSpPr>
          <p:spPr>
            <a:xfrm>
              <a:off x="901227" y="881375"/>
              <a:ext cx="94960" cy="67696"/>
            </a:xfrm>
            <a:custGeom>
              <a:rect b="b" l="l" r="r" t="t"/>
              <a:pathLst>
                <a:path extrusionOk="0" h="67696" w="94960">
                  <a:moveTo>
                    <a:pt x="23587" y="67696"/>
                  </a:moveTo>
                  <a:cubicBezTo>
                    <a:pt x="11268" y="67442"/>
                    <a:pt x="3267" y="61346"/>
                    <a:pt x="854" y="52456"/>
                  </a:cubicBezTo>
                  <a:cubicBezTo>
                    <a:pt x="-1813" y="43058"/>
                    <a:pt x="1870" y="33279"/>
                    <a:pt x="10506" y="28707"/>
                  </a:cubicBezTo>
                  <a:lnTo>
                    <a:pt x="63338" y="2418"/>
                  </a:lnTo>
                  <a:cubicBezTo>
                    <a:pt x="72863" y="-2154"/>
                    <a:pt x="80356" y="-122"/>
                    <a:pt x="86325" y="7498"/>
                  </a:cubicBezTo>
                  <a:lnTo>
                    <a:pt x="94961" y="25532"/>
                  </a:lnTo>
                  <a:cubicBezTo>
                    <a:pt x="70450" y="51694"/>
                    <a:pt x="45558" y="59949"/>
                    <a:pt x="23587" y="675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2" name="Google Shape;2222;p30"/>
            <p:cNvSpPr/>
            <p:nvPr/>
          </p:nvSpPr>
          <p:spPr>
            <a:xfrm>
              <a:off x="641537" y="236171"/>
              <a:ext cx="88654" cy="73780"/>
            </a:xfrm>
            <a:custGeom>
              <a:rect b="b" l="l" r="r" t="t"/>
              <a:pathLst>
                <a:path extrusionOk="0" h="73780" w="88654">
                  <a:moveTo>
                    <a:pt x="23943" y="49"/>
                  </a:moveTo>
                  <a:lnTo>
                    <a:pt x="30547" y="1446"/>
                  </a:lnTo>
                  <a:cubicBezTo>
                    <a:pt x="50105" y="14781"/>
                    <a:pt x="66234" y="25449"/>
                    <a:pt x="81347" y="37514"/>
                  </a:cubicBezTo>
                  <a:cubicBezTo>
                    <a:pt x="90745" y="44880"/>
                    <a:pt x="90745" y="58088"/>
                    <a:pt x="83252" y="66597"/>
                  </a:cubicBezTo>
                  <a:cubicBezTo>
                    <a:pt x="75886" y="74979"/>
                    <a:pt x="64329" y="76122"/>
                    <a:pt x="54804" y="69518"/>
                  </a:cubicBezTo>
                  <a:lnTo>
                    <a:pt x="9592" y="37768"/>
                  </a:lnTo>
                  <a:cubicBezTo>
                    <a:pt x="1972" y="32307"/>
                    <a:pt x="-2219" y="25322"/>
                    <a:pt x="1210" y="15543"/>
                  </a:cubicBezTo>
                  <a:cubicBezTo>
                    <a:pt x="4893" y="5002"/>
                    <a:pt x="12005" y="-586"/>
                    <a:pt x="23943" y="4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30"/>
            <p:cNvSpPr/>
            <p:nvPr/>
          </p:nvSpPr>
          <p:spPr>
            <a:xfrm>
              <a:off x="464561" y="919978"/>
              <a:ext cx="45217" cy="45095"/>
            </a:xfrm>
            <a:custGeom>
              <a:rect b="b" l="l" r="r" t="t"/>
              <a:pathLst>
                <a:path extrusionOk="0" h="45095" w="45217">
                  <a:moveTo>
                    <a:pt x="5" y="22870"/>
                  </a:moveTo>
                  <a:cubicBezTo>
                    <a:pt x="-249" y="10551"/>
                    <a:pt x="9657" y="264"/>
                    <a:pt x="21976" y="10"/>
                  </a:cubicBezTo>
                  <a:cubicBezTo>
                    <a:pt x="34803" y="-371"/>
                    <a:pt x="45217" y="9789"/>
                    <a:pt x="45217" y="22616"/>
                  </a:cubicBezTo>
                  <a:cubicBezTo>
                    <a:pt x="45217" y="34808"/>
                    <a:pt x="34930" y="45095"/>
                    <a:pt x="22738" y="45095"/>
                  </a:cubicBezTo>
                  <a:cubicBezTo>
                    <a:pt x="10546" y="45095"/>
                    <a:pt x="259" y="35189"/>
                    <a:pt x="5" y="228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30"/>
            <p:cNvSpPr/>
            <p:nvPr/>
          </p:nvSpPr>
          <p:spPr>
            <a:xfrm>
              <a:off x="231892" y="520055"/>
              <a:ext cx="45224" cy="45097"/>
            </a:xfrm>
            <a:custGeom>
              <a:rect b="b" l="l" r="r" t="t"/>
              <a:pathLst>
                <a:path extrusionOk="0" h="45097" w="45224">
                  <a:moveTo>
                    <a:pt x="45222" y="22997"/>
                  </a:moveTo>
                  <a:cubicBezTo>
                    <a:pt x="44968" y="35570"/>
                    <a:pt x="35189" y="45222"/>
                    <a:pt x="22616" y="45095"/>
                  </a:cubicBezTo>
                  <a:cubicBezTo>
                    <a:pt x="9789" y="44968"/>
                    <a:pt x="-371" y="34554"/>
                    <a:pt x="10" y="21727"/>
                  </a:cubicBezTo>
                  <a:cubicBezTo>
                    <a:pt x="391" y="9662"/>
                    <a:pt x="11059" y="-371"/>
                    <a:pt x="23251" y="10"/>
                  </a:cubicBezTo>
                  <a:cubicBezTo>
                    <a:pt x="35697" y="391"/>
                    <a:pt x="45349" y="10551"/>
                    <a:pt x="45222" y="229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30"/>
            <p:cNvSpPr/>
            <p:nvPr/>
          </p:nvSpPr>
          <p:spPr>
            <a:xfrm>
              <a:off x="943355" y="559180"/>
              <a:ext cx="44959" cy="45224"/>
            </a:xfrm>
            <a:custGeom>
              <a:rect b="b" l="l" r="r" t="t"/>
              <a:pathLst>
                <a:path extrusionOk="0" h="45224" w="44959">
                  <a:moveTo>
                    <a:pt x="1" y="22099"/>
                  </a:moveTo>
                  <a:cubicBezTo>
                    <a:pt x="128" y="9653"/>
                    <a:pt x="10161" y="-126"/>
                    <a:pt x="22607" y="1"/>
                  </a:cubicBezTo>
                  <a:cubicBezTo>
                    <a:pt x="35053" y="128"/>
                    <a:pt x="44959" y="10034"/>
                    <a:pt x="44959" y="22480"/>
                  </a:cubicBezTo>
                  <a:cubicBezTo>
                    <a:pt x="44959" y="35434"/>
                    <a:pt x="34545" y="45594"/>
                    <a:pt x="21845" y="45213"/>
                  </a:cubicBezTo>
                  <a:cubicBezTo>
                    <a:pt x="9526" y="44832"/>
                    <a:pt x="-126" y="34672"/>
                    <a:pt x="1" y="222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30"/>
            <p:cNvSpPr/>
            <p:nvPr/>
          </p:nvSpPr>
          <p:spPr>
            <a:xfrm>
              <a:off x="773684" y="687705"/>
              <a:ext cx="60071" cy="58801"/>
            </a:xfrm>
            <a:custGeom>
              <a:rect b="b" l="l" r="r" t="t"/>
              <a:pathLst>
                <a:path extrusionOk="0" h="58801" w="60071">
                  <a:moveTo>
                    <a:pt x="7366" y="54737"/>
                  </a:moveTo>
                  <a:cubicBezTo>
                    <a:pt x="13589" y="40132"/>
                    <a:pt x="12065" y="28702"/>
                    <a:pt x="0" y="18796"/>
                  </a:cubicBezTo>
                  <a:cubicBezTo>
                    <a:pt x="14224" y="18796"/>
                    <a:pt x="26416" y="16891"/>
                    <a:pt x="30861" y="0"/>
                  </a:cubicBezTo>
                  <a:cubicBezTo>
                    <a:pt x="35052" y="14859"/>
                    <a:pt x="42164" y="24511"/>
                    <a:pt x="60071" y="23622"/>
                  </a:cubicBezTo>
                  <a:lnTo>
                    <a:pt x="46482" y="32893"/>
                  </a:lnTo>
                  <a:cubicBezTo>
                    <a:pt x="41783" y="43180"/>
                    <a:pt x="43688" y="50292"/>
                    <a:pt x="43688" y="58801"/>
                  </a:cubicBezTo>
                  <a:cubicBezTo>
                    <a:pt x="32258" y="49149"/>
                    <a:pt x="20955" y="43815"/>
                    <a:pt x="7366" y="547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30"/>
            <p:cNvSpPr/>
            <p:nvPr/>
          </p:nvSpPr>
          <p:spPr>
            <a:xfrm>
              <a:off x="622681" y="843280"/>
              <a:ext cx="37719" cy="37338"/>
            </a:xfrm>
            <a:custGeom>
              <a:rect b="b" l="l" r="r" t="t"/>
              <a:pathLst>
                <a:path extrusionOk="0" h="37338" w="37719">
                  <a:moveTo>
                    <a:pt x="37719" y="18669"/>
                  </a:moveTo>
                  <a:cubicBezTo>
                    <a:pt x="37719" y="28956"/>
                    <a:pt x="29210" y="37338"/>
                    <a:pt x="18796" y="37338"/>
                  </a:cubicBezTo>
                  <a:cubicBezTo>
                    <a:pt x="8255" y="37338"/>
                    <a:pt x="0" y="29083"/>
                    <a:pt x="0" y="18669"/>
                  </a:cubicBezTo>
                  <a:cubicBezTo>
                    <a:pt x="0" y="8255"/>
                    <a:pt x="8255" y="0"/>
                    <a:pt x="18796" y="0"/>
                  </a:cubicBezTo>
                  <a:cubicBezTo>
                    <a:pt x="29337" y="0"/>
                    <a:pt x="37719" y="8509"/>
                    <a:pt x="37719" y="186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30"/>
            <p:cNvSpPr/>
            <p:nvPr/>
          </p:nvSpPr>
          <p:spPr>
            <a:xfrm>
              <a:off x="449453" y="334264"/>
              <a:ext cx="42291" cy="42164"/>
            </a:xfrm>
            <a:custGeom>
              <a:rect b="b" l="l" r="r" t="t"/>
              <a:pathLst>
                <a:path extrusionOk="0" h="42164" w="42291">
                  <a:moveTo>
                    <a:pt x="24765" y="127"/>
                  </a:moveTo>
                  <a:lnTo>
                    <a:pt x="42291" y="24638"/>
                  </a:lnTo>
                  <a:cubicBezTo>
                    <a:pt x="34290" y="30226"/>
                    <a:pt x="25273" y="36576"/>
                    <a:pt x="17399" y="42164"/>
                  </a:cubicBezTo>
                  <a:lnTo>
                    <a:pt x="0" y="17145"/>
                  </a:lnTo>
                  <a:cubicBezTo>
                    <a:pt x="7620" y="11938"/>
                    <a:pt x="16510" y="5715"/>
                    <a:pt x="2476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29" name="Google Shape;2229;p30"/>
          <p:cNvSpPr/>
          <p:nvPr/>
        </p:nvSpPr>
        <p:spPr>
          <a:xfrm>
            <a:off x="235748" y="1856293"/>
            <a:ext cx="605965" cy="614645"/>
          </a:xfrm>
          <a:custGeom>
            <a:rect b="b" l="l" r="r" t="t"/>
            <a:pathLst>
              <a:path extrusionOk="0" h="945607" w="932254">
                <a:moveTo>
                  <a:pt x="514905" y="852495"/>
                </a:moveTo>
                <a:cubicBezTo>
                  <a:pt x="497125" y="852622"/>
                  <a:pt x="483028" y="866592"/>
                  <a:pt x="483282" y="883991"/>
                </a:cubicBezTo>
                <a:cubicBezTo>
                  <a:pt x="483536" y="901390"/>
                  <a:pt x="498268" y="915614"/>
                  <a:pt x="515540" y="915360"/>
                </a:cubicBezTo>
                <a:cubicBezTo>
                  <a:pt x="532177" y="914979"/>
                  <a:pt x="546528" y="900120"/>
                  <a:pt x="546274" y="883483"/>
                </a:cubicBezTo>
                <a:cubicBezTo>
                  <a:pt x="546020" y="866211"/>
                  <a:pt x="532050" y="852495"/>
                  <a:pt x="514905" y="852622"/>
                </a:cubicBezTo>
                <a:moveTo>
                  <a:pt x="129714" y="852622"/>
                </a:moveTo>
                <a:cubicBezTo>
                  <a:pt x="111934" y="852622"/>
                  <a:pt x="97583" y="866465"/>
                  <a:pt x="97456" y="883737"/>
                </a:cubicBezTo>
                <a:cubicBezTo>
                  <a:pt x="97456" y="900501"/>
                  <a:pt x="112696" y="915614"/>
                  <a:pt x="129587" y="915487"/>
                </a:cubicBezTo>
                <a:cubicBezTo>
                  <a:pt x="146732" y="915360"/>
                  <a:pt x="160321" y="901390"/>
                  <a:pt x="160321" y="883864"/>
                </a:cubicBezTo>
                <a:cubicBezTo>
                  <a:pt x="160321" y="866084"/>
                  <a:pt x="147113" y="852622"/>
                  <a:pt x="129714" y="852622"/>
                </a:cubicBezTo>
                <a:moveTo>
                  <a:pt x="112188" y="562173"/>
                </a:moveTo>
                <a:cubicBezTo>
                  <a:pt x="112315" y="544901"/>
                  <a:pt x="98599" y="530931"/>
                  <a:pt x="81327" y="530677"/>
                </a:cubicBezTo>
                <a:cubicBezTo>
                  <a:pt x="64436" y="530423"/>
                  <a:pt x="49450" y="545282"/>
                  <a:pt x="49323" y="562427"/>
                </a:cubicBezTo>
                <a:cubicBezTo>
                  <a:pt x="49196" y="579191"/>
                  <a:pt x="63547" y="593288"/>
                  <a:pt x="80692" y="593415"/>
                </a:cubicBezTo>
                <a:cubicBezTo>
                  <a:pt x="98853" y="593542"/>
                  <a:pt x="112061" y="580334"/>
                  <a:pt x="112188" y="562046"/>
                </a:cubicBezTo>
                <a:moveTo>
                  <a:pt x="787066" y="95448"/>
                </a:moveTo>
                <a:cubicBezTo>
                  <a:pt x="805354" y="95448"/>
                  <a:pt x="818943" y="82367"/>
                  <a:pt x="819070" y="64460"/>
                </a:cubicBezTo>
                <a:cubicBezTo>
                  <a:pt x="819070" y="47315"/>
                  <a:pt x="805354" y="32837"/>
                  <a:pt x="788463" y="32583"/>
                </a:cubicBezTo>
                <a:cubicBezTo>
                  <a:pt x="771318" y="32329"/>
                  <a:pt x="756332" y="46934"/>
                  <a:pt x="756205" y="64079"/>
                </a:cubicBezTo>
                <a:cubicBezTo>
                  <a:pt x="756078" y="81224"/>
                  <a:pt x="770048" y="95448"/>
                  <a:pt x="787066" y="95448"/>
                </a:cubicBezTo>
                <a:moveTo>
                  <a:pt x="386254" y="95448"/>
                </a:moveTo>
                <a:cubicBezTo>
                  <a:pt x="403653" y="95448"/>
                  <a:pt x="417369" y="81986"/>
                  <a:pt x="417496" y="64714"/>
                </a:cubicBezTo>
                <a:cubicBezTo>
                  <a:pt x="417623" y="47061"/>
                  <a:pt x="403526" y="32710"/>
                  <a:pt x="386254" y="32710"/>
                </a:cubicBezTo>
                <a:cubicBezTo>
                  <a:pt x="369490" y="32710"/>
                  <a:pt x="355012" y="47061"/>
                  <a:pt x="354758" y="63825"/>
                </a:cubicBezTo>
                <a:cubicBezTo>
                  <a:pt x="354504" y="81351"/>
                  <a:pt x="368474" y="95448"/>
                  <a:pt x="386254" y="95448"/>
                </a:cubicBezTo>
                <a:moveTo>
                  <a:pt x="321865" y="691586"/>
                </a:moveTo>
                <a:cubicBezTo>
                  <a:pt x="304593" y="691713"/>
                  <a:pt x="289734" y="706699"/>
                  <a:pt x="290242" y="723590"/>
                </a:cubicBezTo>
                <a:cubicBezTo>
                  <a:pt x="290750" y="740481"/>
                  <a:pt x="305228" y="754578"/>
                  <a:pt x="321992" y="754451"/>
                </a:cubicBezTo>
                <a:cubicBezTo>
                  <a:pt x="339772" y="754324"/>
                  <a:pt x="353361" y="740354"/>
                  <a:pt x="353107" y="722574"/>
                </a:cubicBezTo>
                <a:cubicBezTo>
                  <a:pt x="352853" y="705302"/>
                  <a:pt x="338883" y="691459"/>
                  <a:pt x="321865" y="691713"/>
                </a:cubicBezTo>
                <a:moveTo>
                  <a:pt x="594026" y="545282"/>
                </a:moveTo>
                <a:cubicBezTo>
                  <a:pt x="612314" y="545409"/>
                  <a:pt x="626284" y="532201"/>
                  <a:pt x="626538" y="514675"/>
                </a:cubicBezTo>
                <a:cubicBezTo>
                  <a:pt x="626792" y="497530"/>
                  <a:pt x="612314" y="482671"/>
                  <a:pt x="595169" y="482544"/>
                </a:cubicBezTo>
                <a:cubicBezTo>
                  <a:pt x="578278" y="482290"/>
                  <a:pt x="563927" y="496514"/>
                  <a:pt x="563800" y="513532"/>
                </a:cubicBezTo>
                <a:cubicBezTo>
                  <a:pt x="563546" y="531185"/>
                  <a:pt x="576881" y="545155"/>
                  <a:pt x="594026" y="545282"/>
                </a:cubicBezTo>
                <a:moveTo>
                  <a:pt x="321992" y="402661"/>
                </a:moveTo>
                <a:cubicBezTo>
                  <a:pt x="295068" y="402407"/>
                  <a:pt x="275129" y="421965"/>
                  <a:pt x="274748" y="448635"/>
                </a:cubicBezTo>
                <a:cubicBezTo>
                  <a:pt x="274494" y="476829"/>
                  <a:pt x="293671" y="496768"/>
                  <a:pt x="321484" y="497022"/>
                </a:cubicBezTo>
                <a:cubicBezTo>
                  <a:pt x="348281" y="497276"/>
                  <a:pt x="369109" y="477464"/>
                  <a:pt x="369363" y="451429"/>
                </a:cubicBezTo>
                <a:cubicBezTo>
                  <a:pt x="369617" y="422854"/>
                  <a:pt x="350186" y="402788"/>
                  <a:pt x="321992" y="402534"/>
                </a:cubicBezTo>
                <a:moveTo>
                  <a:pt x="804465" y="674822"/>
                </a:moveTo>
                <a:cubicBezTo>
                  <a:pt x="804338" y="701238"/>
                  <a:pt x="825293" y="722320"/>
                  <a:pt x="851836" y="722574"/>
                </a:cubicBezTo>
                <a:cubicBezTo>
                  <a:pt x="878379" y="722828"/>
                  <a:pt x="899080" y="702254"/>
                  <a:pt x="899588" y="675203"/>
                </a:cubicBezTo>
                <a:cubicBezTo>
                  <a:pt x="900096" y="648914"/>
                  <a:pt x="879141" y="627324"/>
                  <a:pt x="852725" y="626943"/>
                </a:cubicBezTo>
                <a:cubicBezTo>
                  <a:pt x="825928" y="626562"/>
                  <a:pt x="804592" y="647771"/>
                  <a:pt x="804592" y="674822"/>
                </a:cubicBezTo>
                <a:moveTo>
                  <a:pt x="80819" y="240101"/>
                </a:moveTo>
                <a:cubicBezTo>
                  <a:pt x="108251" y="240101"/>
                  <a:pt x="128571" y="219781"/>
                  <a:pt x="128571" y="192222"/>
                </a:cubicBezTo>
                <a:cubicBezTo>
                  <a:pt x="128571" y="166060"/>
                  <a:pt x="107997" y="145486"/>
                  <a:pt x="81581" y="145486"/>
                </a:cubicBezTo>
                <a:cubicBezTo>
                  <a:pt x="53895" y="145359"/>
                  <a:pt x="33702" y="165171"/>
                  <a:pt x="33448" y="192857"/>
                </a:cubicBezTo>
                <a:cubicBezTo>
                  <a:pt x="33194" y="219527"/>
                  <a:pt x="53768" y="240101"/>
                  <a:pt x="80819" y="240101"/>
                </a:cubicBezTo>
                <a:moveTo>
                  <a:pt x="547290" y="224734"/>
                </a:moveTo>
                <a:cubicBezTo>
                  <a:pt x="547163" y="251150"/>
                  <a:pt x="568245" y="272613"/>
                  <a:pt x="594534" y="272613"/>
                </a:cubicBezTo>
                <a:cubicBezTo>
                  <a:pt x="621204" y="272740"/>
                  <a:pt x="643048" y="251023"/>
                  <a:pt x="642794" y="224480"/>
                </a:cubicBezTo>
                <a:cubicBezTo>
                  <a:pt x="642540" y="198572"/>
                  <a:pt x="621585" y="177363"/>
                  <a:pt x="595804" y="176982"/>
                </a:cubicBezTo>
                <a:cubicBezTo>
                  <a:pt x="569134" y="176601"/>
                  <a:pt x="547417" y="197937"/>
                  <a:pt x="547290" y="224607"/>
                </a:cubicBezTo>
                <a:moveTo>
                  <a:pt x="279574" y="772231"/>
                </a:moveTo>
                <a:lnTo>
                  <a:pt x="189785" y="849701"/>
                </a:lnTo>
                <a:cubicBezTo>
                  <a:pt x="188134" y="851098"/>
                  <a:pt x="188261" y="856178"/>
                  <a:pt x="189277" y="858972"/>
                </a:cubicBezTo>
                <a:cubicBezTo>
                  <a:pt x="201469" y="890468"/>
                  <a:pt x="189150" y="924631"/>
                  <a:pt x="160194" y="941014"/>
                </a:cubicBezTo>
                <a:cubicBezTo>
                  <a:pt x="148510" y="947618"/>
                  <a:pt x="136191" y="945078"/>
                  <a:pt x="124126" y="945332"/>
                </a:cubicBezTo>
                <a:cubicBezTo>
                  <a:pt x="95678" y="945713"/>
                  <a:pt x="71802" y="926536"/>
                  <a:pt x="66087" y="898850"/>
                </a:cubicBezTo>
                <a:cubicBezTo>
                  <a:pt x="60753" y="873196"/>
                  <a:pt x="67738" y="850971"/>
                  <a:pt x="88058" y="834207"/>
                </a:cubicBezTo>
                <a:cubicBezTo>
                  <a:pt x="109013" y="816935"/>
                  <a:pt x="132508" y="814776"/>
                  <a:pt x="157273" y="825444"/>
                </a:cubicBezTo>
                <a:lnTo>
                  <a:pt x="160575" y="827095"/>
                </a:lnTo>
                <a:cubicBezTo>
                  <a:pt x="179117" y="814522"/>
                  <a:pt x="195500" y="800679"/>
                  <a:pt x="211756" y="786709"/>
                </a:cubicBezTo>
                <a:lnTo>
                  <a:pt x="255317" y="749371"/>
                </a:lnTo>
                <a:cubicBezTo>
                  <a:pt x="259381" y="745942"/>
                  <a:pt x="260016" y="743021"/>
                  <a:pt x="258873" y="737687"/>
                </a:cubicBezTo>
                <a:cubicBezTo>
                  <a:pt x="252015" y="705556"/>
                  <a:pt x="268144" y="675838"/>
                  <a:pt x="298497" y="662630"/>
                </a:cubicBezTo>
                <a:lnTo>
                  <a:pt x="304847" y="657931"/>
                </a:lnTo>
                <a:cubicBezTo>
                  <a:pt x="305228" y="613862"/>
                  <a:pt x="305101" y="572206"/>
                  <a:pt x="305101" y="531439"/>
                </a:cubicBezTo>
                <a:lnTo>
                  <a:pt x="273732" y="515056"/>
                </a:lnTo>
                <a:cubicBezTo>
                  <a:pt x="264588" y="508198"/>
                  <a:pt x="257476" y="498673"/>
                  <a:pt x="248713" y="489529"/>
                </a:cubicBezTo>
                <a:lnTo>
                  <a:pt x="157146" y="535376"/>
                </a:lnTo>
                <a:cubicBezTo>
                  <a:pt x="154352" y="536773"/>
                  <a:pt x="151812" y="538551"/>
                  <a:pt x="148891" y="539440"/>
                </a:cubicBezTo>
                <a:lnTo>
                  <a:pt x="143176" y="543631"/>
                </a:lnTo>
                <a:cubicBezTo>
                  <a:pt x="151558" y="584398"/>
                  <a:pt x="130857" y="617037"/>
                  <a:pt x="95424" y="625673"/>
                </a:cubicBezTo>
                <a:cubicBezTo>
                  <a:pt x="61769" y="633928"/>
                  <a:pt x="26082" y="612084"/>
                  <a:pt x="17954" y="578175"/>
                </a:cubicBezTo>
                <a:cubicBezTo>
                  <a:pt x="9572" y="542742"/>
                  <a:pt x="32051" y="506547"/>
                  <a:pt x="66976" y="499181"/>
                </a:cubicBezTo>
                <a:cubicBezTo>
                  <a:pt x="86280" y="495117"/>
                  <a:pt x="103425" y="499435"/>
                  <a:pt x="119554" y="510230"/>
                </a:cubicBezTo>
                <a:lnTo>
                  <a:pt x="127047" y="512516"/>
                </a:lnTo>
                <a:cubicBezTo>
                  <a:pt x="165020" y="493974"/>
                  <a:pt x="200072" y="476067"/>
                  <a:pt x="235378" y="458668"/>
                </a:cubicBezTo>
                <a:lnTo>
                  <a:pt x="241601" y="454985"/>
                </a:lnTo>
                <a:cubicBezTo>
                  <a:pt x="240585" y="434157"/>
                  <a:pt x="245538" y="419679"/>
                  <a:pt x="254047" y="405201"/>
                </a:cubicBezTo>
                <a:lnTo>
                  <a:pt x="229282" y="377134"/>
                </a:lnTo>
                <a:cubicBezTo>
                  <a:pt x="196516" y="340685"/>
                  <a:pt x="163623" y="304236"/>
                  <a:pt x="131111" y="267660"/>
                </a:cubicBezTo>
                <a:lnTo>
                  <a:pt x="123364" y="262453"/>
                </a:lnTo>
                <a:cubicBezTo>
                  <a:pt x="87423" y="278836"/>
                  <a:pt x="58467" y="277058"/>
                  <a:pt x="31797" y="257246"/>
                </a:cubicBezTo>
                <a:cubicBezTo>
                  <a:pt x="5127" y="237434"/>
                  <a:pt x="-4017" y="209494"/>
                  <a:pt x="1571" y="177871"/>
                </a:cubicBezTo>
                <a:cubicBezTo>
                  <a:pt x="7286" y="145486"/>
                  <a:pt x="27352" y="124023"/>
                  <a:pt x="59356" y="114752"/>
                </a:cubicBezTo>
                <a:cubicBezTo>
                  <a:pt x="90217" y="105862"/>
                  <a:pt x="124761" y="117038"/>
                  <a:pt x="144192" y="141676"/>
                </a:cubicBezTo>
                <a:cubicBezTo>
                  <a:pt x="164639" y="167584"/>
                  <a:pt x="167814" y="203398"/>
                  <a:pt x="152193" y="231973"/>
                </a:cubicBezTo>
                <a:lnTo>
                  <a:pt x="150034" y="235656"/>
                </a:lnTo>
                <a:cubicBezTo>
                  <a:pt x="191817" y="285694"/>
                  <a:pt x="234743" y="333319"/>
                  <a:pt x="275256" y="378404"/>
                </a:cubicBezTo>
                <a:cubicBezTo>
                  <a:pt x="292782" y="375102"/>
                  <a:pt x="307895" y="370022"/>
                  <a:pt x="323135" y="369641"/>
                </a:cubicBezTo>
                <a:cubicBezTo>
                  <a:pt x="360854" y="368752"/>
                  <a:pt x="391969" y="394152"/>
                  <a:pt x="400605" y="430982"/>
                </a:cubicBezTo>
                <a:lnTo>
                  <a:pt x="403653" y="437459"/>
                </a:lnTo>
                <a:cubicBezTo>
                  <a:pt x="451278" y="450286"/>
                  <a:pt x="494458" y="462351"/>
                  <a:pt x="537765" y="473908"/>
                </a:cubicBezTo>
                <a:lnTo>
                  <a:pt x="543861" y="472892"/>
                </a:lnTo>
                <a:cubicBezTo>
                  <a:pt x="555291" y="465526"/>
                  <a:pt x="564054" y="459557"/>
                  <a:pt x="572690" y="453207"/>
                </a:cubicBezTo>
                <a:lnTo>
                  <a:pt x="578151" y="448127"/>
                </a:lnTo>
                <a:cubicBezTo>
                  <a:pt x="578532" y="400502"/>
                  <a:pt x="578532" y="355417"/>
                  <a:pt x="578151" y="310332"/>
                </a:cubicBezTo>
                <a:lnTo>
                  <a:pt x="574849" y="303728"/>
                </a:lnTo>
                <a:cubicBezTo>
                  <a:pt x="535606" y="293187"/>
                  <a:pt x="507031" y="253944"/>
                  <a:pt x="515540" y="210637"/>
                </a:cubicBezTo>
                <a:lnTo>
                  <a:pt x="515286" y="201112"/>
                </a:lnTo>
                <a:cubicBezTo>
                  <a:pt x="495474" y="184729"/>
                  <a:pt x="480615" y="171902"/>
                  <a:pt x="465629" y="158948"/>
                </a:cubicBezTo>
                <a:lnTo>
                  <a:pt x="420163" y="119959"/>
                </a:lnTo>
                <a:cubicBezTo>
                  <a:pt x="402383" y="129484"/>
                  <a:pt x="383841" y="132151"/>
                  <a:pt x="364410" y="125293"/>
                </a:cubicBezTo>
                <a:cubicBezTo>
                  <a:pt x="349932" y="120086"/>
                  <a:pt x="338756" y="110815"/>
                  <a:pt x="330755" y="97861"/>
                </a:cubicBezTo>
                <a:cubicBezTo>
                  <a:pt x="315134" y="72842"/>
                  <a:pt x="319452" y="40965"/>
                  <a:pt x="339899" y="18740"/>
                </a:cubicBezTo>
                <a:cubicBezTo>
                  <a:pt x="359457" y="-2469"/>
                  <a:pt x="399208" y="-3993"/>
                  <a:pt x="419401" y="8580"/>
                </a:cubicBezTo>
                <a:cubicBezTo>
                  <a:pt x="448865" y="26868"/>
                  <a:pt x="457247" y="55697"/>
                  <a:pt x="443785" y="96210"/>
                </a:cubicBezTo>
                <a:lnTo>
                  <a:pt x="532812" y="172537"/>
                </a:lnTo>
                <a:cubicBezTo>
                  <a:pt x="548179" y="155265"/>
                  <a:pt x="567229" y="145486"/>
                  <a:pt x="589835" y="144216"/>
                </a:cubicBezTo>
                <a:cubicBezTo>
                  <a:pt x="612187" y="142946"/>
                  <a:pt x="632380" y="149677"/>
                  <a:pt x="649906" y="165044"/>
                </a:cubicBezTo>
                <a:lnTo>
                  <a:pt x="715311" y="109545"/>
                </a:lnTo>
                <a:cubicBezTo>
                  <a:pt x="725852" y="101163"/>
                  <a:pt x="729916" y="94686"/>
                  <a:pt x="725344" y="79700"/>
                </a:cubicBezTo>
                <a:cubicBezTo>
                  <a:pt x="715692" y="48077"/>
                  <a:pt x="733218" y="15184"/>
                  <a:pt x="764079" y="4389"/>
                </a:cubicBezTo>
                <a:cubicBezTo>
                  <a:pt x="788336" y="-4120"/>
                  <a:pt x="814752" y="-691"/>
                  <a:pt x="833421" y="18486"/>
                </a:cubicBezTo>
                <a:cubicBezTo>
                  <a:pt x="852090" y="37663"/>
                  <a:pt x="857678" y="64968"/>
                  <a:pt x="847391" y="89225"/>
                </a:cubicBezTo>
                <a:cubicBezTo>
                  <a:pt x="837104" y="113482"/>
                  <a:pt x="813863" y="129738"/>
                  <a:pt x="788209" y="128722"/>
                </a:cubicBezTo>
                <a:lnTo>
                  <a:pt x="758745" y="122626"/>
                </a:lnTo>
                <a:cubicBezTo>
                  <a:pt x="755951" y="122118"/>
                  <a:pt x="751887" y="121991"/>
                  <a:pt x="749982" y="123515"/>
                </a:cubicBezTo>
                <a:lnTo>
                  <a:pt x="669337" y="192222"/>
                </a:lnTo>
                <a:cubicBezTo>
                  <a:pt x="677973" y="215717"/>
                  <a:pt x="678481" y="239212"/>
                  <a:pt x="667051" y="261818"/>
                </a:cubicBezTo>
                <a:cubicBezTo>
                  <a:pt x="655621" y="284678"/>
                  <a:pt x="636444" y="298267"/>
                  <a:pt x="611552" y="304617"/>
                </a:cubicBezTo>
                <a:lnTo>
                  <a:pt x="611298" y="426156"/>
                </a:lnTo>
                <a:cubicBezTo>
                  <a:pt x="611044" y="441396"/>
                  <a:pt x="611806" y="452318"/>
                  <a:pt x="629078" y="460319"/>
                </a:cubicBezTo>
                <a:cubicBezTo>
                  <a:pt x="649906" y="469844"/>
                  <a:pt x="658669" y="490545"/>
                  <a:pt x="659685" y="513659"/>
                </a:cubicBezTo>
                <a:lnTo>
                  <a:pt x="661082" y="521406"/>
                </a:lnTo>
                <a:cubicBezTo>
                  <a:pt x="710485" y="551378"/>
                  <a:pt x="757729" y="579699"/>
                  <a:pt x="804719" y="607893"/>
                </a:cubicBezTo>
                <a:cubicBezTo>
                  <a:pt x="845613" y="582239"/>
                  <a:pt x="891206" y="593796"/>
                  <a:pt x="915463" y="624657"/>
                </a:cubicBezTo>
                <a:cubicBezTo>
                  <a:pt x="939085" y="654629"/>
                  <a:pt x="937561" y="700984"/>
                  <a:pt x="912288" y="728670"/>
                </a:cubicBezTo>
                <a:cubicBezTo>
                  <a:pt x="884348" y="759277"/>
                  <a:pt x="840152" y="764865"/>
                  <a:pt x="805735" y="741878"/>
                </a:cubicBezTo>
                <a:cubicBezTo>
                  <a:pt x="775890" y="721939"/>
                  <a:pt x="757729" y="678251"/>
                  <a:pt x="781478" y="632912"/>
                </a:cubicBezTo>
                <a:lnTo>
                  <a:pt x="648001" y="552648"/>
                </a:lnTo>
                <a:cubicBezTo>
                  <a:pt x="626665" y="576905"/>
                  <a:pt x="600757" y="586430"/>
                  <a:pt x="570277" y="573857"/>
                </a:cubicBezTo>
                <a:cubicBezTo>
                  <a:pt x="541448" y="561919"/>
                  <a:pt x="529256" y="538297"/>
                  <a:pt x="530018" y="506674"/>
                </a:cubicBezTo>
                <a:lnTo>
                  <a:pt x="403399" y="472003"/>
                </a:lnTo>
                <a:cubicBezTo>
                  <a:pt x="394382" y="484957"/>
                  <a:pt x="387524" y="498800"/>
                  <a:pt x="376983" y="508833"/>
                </a:cubicBezTo>
                <a:cubicBezTo>
                  <a:pt x="366696" y="518612"/>
                  <a:pt x="352599" y="524454"/>
                  <a:pt x="338248" y="533217"/>
                </a:cubicBezTo>
                <a:lnTo>
                  <a:pt x="338248" y="619577"/>
                </a:lnTo>
                <a:cubicBezTo>
                  <a:pt x="338248" y="630372"/>
                  <a:pt x="338502" y="641167"/>
                  <a:pt x="338121" y="651962"/>
                </a:cubicBezTo>
                <a:lnTo>
                  <a:pt x="339264" y="660344"/>
                </a:lnTo>
                <a:cubicBezTo>
                  <a:pt x="376602" y="675330"/>
                  <a:pt x="391842" y="705683"/>
                  <a:pt x="384730" y="739084"/>
                </a:cubicBezTo>
                <a:lnTo>
                  <a:pt x="385746" y="746323"/>
                </a:lnTo>
                <a:cubicBezTo>
                  <a:pt x="416480" y="773120"/>
                  <a:pt x="445309" y="797758"/>
                  <a:pt x="474011" y="822523"/>
                </a:cubicBezTo>
                <a:lnTo>
                  <a:pt x="482266" y="827476"/>
                </a:lnTo>
                <a:cubicBezTo>
                  <a:pt x="520874" y="809823"/>
                  <a:pt x="558974" y="824555"/>
                  <a:pt x="573706" y="857067"/>
                </a:cubicBezTo>
                <a:cubicBezTo>
                  <a:pt x="588311" y="889198"/>
                  <a:pt x="574468" y="927298"/>
                  <a:pt x="542083" y="941903"/>
                </a:cubicBezTo>
                <a:lnTo>
                  <a:pt x="525954" y="944443"/>
                </a:lnTo>
                <a:cubicBezTo>
                  <a:pt x="499284" y="946983"/>
                  <a:pt x="482647" y="944189"/>
                  <a:pt x="468804" y="929838"/>
                </a:cubicBezTo>
                <a:cubicBezTo>
                  <a:pt x="452802" y="913201"/>
                  <a:pt x="442261" y="885388"/>
                  <a:pt x="457374" y="852114"/>
                </a:cubicBezTo>
                <a:lnTo>
                  <a:pt x="364537" y="772485"/>
                </a:lnTo>
                <a:cubicBezTo>
                  <a:pt x="351837" y="781375"/>
                  <a:pt x="338248" y="788106"/>
                  <a:pt x="322246" y="787979"/>
                </a:cubicBezTo>
                <a:cubicBezTo>
                  <a:pt x="306244" y="787852"/>
                  <a:pt x="292147" y="782518"/>
                  <a:pt x="279447" y="772231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30" name="Google Shape;2230;p30"/>
          <p:cNvGrpSpPr/>
          <p:nvPr/>
        </p:nvGrpSpPr>
        <p:grpSpPr>
          <a:xfrm>
            <a:off x="138506" y="9307774"/>
            <a:ext cx="801318" cy="443295"/>
            <a:chOff x="63500" y="63500"/>
            <a:chExt cx="1508506" cy="834517"/>
          </a:xfrm>
        </p:grpSpPr>
        <p:sp>
          <p:nvSpPr>
            <p:cNvPr id="2231" name="Google Shape;2231;p30"/>
            <p:cNvSpPr/>
            <p:nvPr/>
          </p:nvSpPr>
          <p:spPr>
            <a:xfrm>
              <a:off x="63500" y="63500"/>
              <a:ext cx="1508506" cy="834517"/>
            </a:xfrm>
            <a:custGeom>
              <a:rect b="b" l="l" r="r" t="t"/>
              <a:pathLst>
                <a:path extrusionOk="0" h="834517" w="1508506">
                  <a:moveTo>
                    <a:pt x="754253" y="30988"/>
                  </a:moveTo>
                  <a:cubicBezTo>
                    <a:pt x="355473" y="30988"/>
                    <a:pt x="30988" y="204216"/>
                    <a:pt x="30988" y="417195"/>
                  </a:cubicBezTo>
                  <a:cubicBezTo>
                    <a:pt x="30988" y="630174"/>
                    <a:pt x="355473" y="803402"/>
                    <a:pt x="754253" y="803402"/>
                  </a:cubicBezTo>
                  <a:cubicBezTo>
                    <a:pt x="1153033" y="803402"/>
                    <a:pt x="1477518" y="630174"/>
                    <a:pt x="1477518" y="417195"/>
                  </a:cubicBezTo>
                  <a:cubicBezTo>
                    <a:pt x="1477518" y="204216"/>
                    <a:pt x="1153033" y="30988"/>
                    <a:pt x="754253" y="30988"/>
                  </a:cubicBezTo>
                  <a:moveTo>
                    <a:pt x="754253" y="834390"/>
                  </a:moveTo>
                  <a:cubicBezTo>
                    <a:pt x="338328" y="834517"/>
                    <a:pt x="0" y="647319"/>
                    <a:pt x="0" y="417195"/>
                  </a:cubicBezTo>
                  <a:cubicBezTo>
                    <a:pt x="0" y="187071"/>
                    <a:pt x="338328" y="0"/>
                    <a:pt x="754253" y="0"/>
                  </a:cubicBezTo>
                  <a:cubicBezTo>
                    <a:pt x="1170178" y="0"/>
                    <a:pt x="1508506" y="187198"/>
                    <a:pt x="1508506" y="417195"/>
                  </a:cubicBezTo>
                  <a:cubicBezTo>
                    <a:pt x="1508506" y="647192"/>
                    <a:pt x="1170178" y="834517"/>
                    <a:pt x="754253" y="8345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30"/>
            <p:cNvSpPr/>
            <p:nvPr/>
          </p:nvSpPr>
          <p:spPr>
            <a:xfrm>
              <a:off x="309372" y="287274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30"/>
            <p:cNvSpPr/>
            <p:nvPr/>
          </p:nvSpPr>
          <p:spPr>
            <a:xfrm>
              <a:off x="515239" y="642112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30"/>
            <p:cNvSpPr/>
            <p:nvPr/>
          </p:nvSpPr>
          <p:spPr>
            <a:xfrm>
              <a:off x="372745" y="561467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30"/>
            <p:cNvSpPr/>
            <p:nvPr/>
          </p:nvSpPr>
          <p:spPr>
            <a:xfrm>
              <a:off x="453390" y="39331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30"/>
            <p:cNvSpPr/>
            <p:nvPr/>
          </p:nvSpPr>
          <p:spPr>
            <a:xfrm>
              <a:off x="957580" y="325755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30"/>
            <p:cNvSpPr/>
            <p:nvPr/>
          </p:nvSpPr>
          <p:spPr>
            <a:xfrm>
              <a:off x="850392" y="727202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30"/>
            <p:cNvSpPr/>
            <p:nvPr/>
          </p:nvSpPr>
          <p:spPr>
            <a:xfrm>
              <a:off x="217170" y="451358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30"/>
            <p:cNvSpPr/>
            <p:nvPr/>
          </p:nvSpPr>
          <p:spPr>
            <a:xfrm>
              <a:off x="618490" y="302006"/>
              <a:ext cx="35052" cy="34798"/>
            </a:xfrm>
            <a:custGeom>
              <a:rect b="b" l="l" r="r" t="t"/>
              <a:pathLst>
                <a:path extrusionOk="0" h="34798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747"/>
                  </a:lnTo>
                  <a:cubicBezTo>
                    <a:pt x="0" y="27051"/>
                    <a:pt x="7874" y="34798"/>
                    <a:pt x="17526" y="34798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30"/>
            <p:cNvSpPr/>
            <p:nvPr/>
          </p:nvSpPr>
          <p:spPr>
            <a:xfrm>
              <a:off x="1103122" y="708914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30"/>
            <p:cNvSpPr/>
            <p:nvPr/>
          </p:nvSpPr>
          <p:spPr>
            <a:xfrm>
              <a:off x="845947" y="435483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127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30"/>
            <p:cNvSpPr/>
            <p:nvPr/>
          </p:nvSpPr>
          <p:spPr>
            <a:xfrm>
              <a:off x="1069594" y="284734"/>
              <a:ext cx="35052" cy="34798"/>
            </a:xfrm>
            <a:custGeom>
              <a:rect b="b" l="l" r="r" t="t"/>
              <a:pathLst>
                <a:path extrusionOk="0" h="34798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747"/>
                  </a:lnTo>
                  <a:cubicBezTo>
                    <a:pt x="0" y="27051"/>
                    <a:pt x="7874" y="34798"/>
                    <a:pt x="17526" y="34798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30"/>
            <p:cNvSpPr/>
            <p:nvPr/>
          </p:nvSpPr>
          <p:spPr>
            <a:xfrm>
              <a:off x="615950" y="758190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30"/>
            <p:cNvSpPr/>
            <p:nvPr/>
          </p:nvSpPr>
          <p:spPr>
            <a:xfrm>
              <a:off x="930148" y="19392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30"/>
            <p:cNvSpPr/>
            <p:nvPr/>
          </p:nvSpPr>
          <p:spPr>
            <a:xfrm>
              <a:off x="1380236" y="346964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30"/>
            <p:cNvSpPr/>
            <p:nvPr/>
          </p:nvSpPr>
          <p:spPr>
            <a:xfrm>
              <a:off x="1293622" y="603377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30"/>
            <p:cNvSpPr/>
            <p:nvPr/>
          </p:nvSpPr>
          <p:spPr>
            <a:xfrm>
              <a:off x="691261" y="174498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30"/>
            <p:cNvSpPr/>
            <p:nvPr/>
          </p:nvSpPr>
          <p:spPr>
            <a:xfrm>
              <a:off x="1224153" y="416433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30"/>
            <p:cNvSpPr/>
            <p:nvPr/>
          </p:nvSpPr>
          <p:spPr>
            <a:xfrm>
              <a:off x="276733" y="615696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30"/>
            <p:cNvSpPr/>
            <p:nvPr/>
          </p:nvSpPr>
          <p:spPr>
            <a:xfrm>
              <a:off x="995299" y="455295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30"/>
            <p:cNvSpPr/>
            <p:nvPr/>
          </p:nvSpPr>
          <p:spPr>
            <a:xfrm>
              <a:off x="701421" y="568579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30"/>
            <p:cNvSpPr/>
            <p:nvPr/>
          </p:nvSpPr>
          <p:spPr>
            <a:xfrm>
              <a:off x="740029" y="366141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30"/>
            <p:cNvSpPr/>
            <p:nvPr/>
          </p:nvSpPr>
          <p:spPr>
            <a:xfrm>
              <a:off x="517525" y="16979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30"/>
            <p:cNvSpPr/>
            <p:nvPr/>
          </p:nvSpPr>
          <p:spPr>
            <a:xfrm>
              <a:off x="600075" y="435991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30"/>
            <p:cNvSpPr/>
            <p:nvPr/>
          </p:nvSpPr>
          <p:spPr>
            <a:xfrm>
              <a:off x="884809" y="609981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30"/>
            <p:cNvSpPr/>
            <p:nvPr/>
          </p:nvSpPr>
          <p:spPr>
            <a:xfrm>
              <a:off x="1108710" y="605028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30"/>
            <p:cNvSpPr/>
            <p:nvPr/>
          </p:nvSpPr>
          <p:spPr>
            <a:xfrm>
              <a:off x="1383157" y="511048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30"/>
            <p:cNvSpPr/>
            <p:nvPr/>
          </p:nvSpPr>
          <p:spPr>
            <a:xfrm>
              <a:off x="1134237" y="508381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30"/>
            <p:cNvSpPr/>
            <p:nvPr/>
          </p:nvSpPr>
          <p:spPr>
            <a:xfrm>
              <a:off x="1224407" y="237744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60" name="Google Shape;2260;p30"/>
          <p:cNvGrpSpPr/>
          <p:nvPr/>
        </p:nvGrpSpPr>
        <p:grpSpPr>
          <a:xfrm>
            <a:off x="198554" y="3255792"/>
            <a:ext cx="678939" cy="675634"/>
            <a:chOff x="63500" y="63500"/>
            <a:chExt cx="1043559" cy="1038479"/>
          </a:xfrm>
        </p:grpSpPr>
        <p:sp>
          <p:nvSpPr>
            <p:cNvPr id="2261" name="Google Shape;2261;p30"/>
            <p:cNvSpPr/>
            <p:nvPr/>
          </p:nvSpPr>
          <p:spPr>
            <a:xfrm>
              <a:off x="66929" y="144399"/>
              <a:ext cx="242316" cy="611378"/>
            </a:xfrm>
            <a:custGeom>
              <a:rect b="b" l="l" r="r" t="t"/>
              <a:pathLst>
                <a:path extrusionOk="0" h="611378" w="242316">
                  <a:moveTo>
                    <a:pt x="225044" y="611378"/>
                  </a:moveTo>
                  <a:lnTo>
                    <a:pt x="178308" y="611378"/>
                  </a:lnTo>
                  <a:cubicBezTo>
                    <a:pt x="78359" y="611378"/>
                    <a:pt x="0" y="535305"/>
                    <a:pt x="0" y="438277"/>
                  </a:cubicBezTo>
                  <a:cubicBezTo>
                    <a:pt x="0" y="350520"/>
                    <a:pt x="63246" y="276733"/>
                    <a:pt x="148717" y="262509"/>
                  </a:cubicBezTo>
                  <a:cubicBezTo>
                    <a:pt x="138049" y="234061"/>
                    <a:pt x="132588" y="203962"/>
                    <a:pt x="132588" y="173101"/>
                  </a:cubicBezTo>
                  <a:cubicBezTo>
                    <a:pt x="132588" y="112649"/>
                    <a:pt x="154305" y="53975"/>
                    <a:pt x="193675" y="8001"/>
                  </a:cubicBezTo>
                  <a:lnTo>
                    <a:pt x="210820" y="0"/>
                  </a:lnTo>
                  <a:cubicBezTo>
                    <a:pt x="225298" y="12446"/>
                    <a:pt x="226187" y="23241"/>
                    <a:pt x="219964" y="30607"/>
                  </a:cubicBezTo>
                  <a:cubicBezTo>
                    <a:pt x="185928" y="70358"/>
                    <a:pt x="167259" y="121031"/>
                    <a:pt x="167259" y="173228"/>
                  </a:cubicBezTo>
                  <a:cubicBezTo>
                    <a:pt x="167259" y="202819"/>
                    <a:pt x="172974" y="231521"/>
                    <a:pt x="184404" y="258572"/>
                  </a:cubicBezTo>
                  <a:lnTo>
                    <a:pt x="189357" y="270256"/>
                  </a:lnTo>
                  <a:cubicBezTo>
                    <a:pt x="191516" y="275336"/>
                    <a:pt x="191135" y="281051"/>
                    <a:pt x="188341" y="285750"/>
                  </a:cubicBezTo>
                  <a:lnTo>
                    <a:pt x="180721" y="293624"/>
                  </a:lnTo>
                  <a:lnTo>
                    <a:pt x="162687" y="295656"/>
                  </a:lnTo>
                  <a:cubicBezTo>
                    <a:pt x="89662" y="303403"/>
                    <a:pt x="34671" y="364871"/>
                    <a:pt x="34671" y="438277"/>
                  </a:cubicBezTo>
                  <a:cubicBezTo>
                    <a:pt x="34671" y="515874"/>
                    <a:pt x="97790" y="576707"/>
                    <a:pt x="178308" y="576707"/>
                  </a:cubicBezTo>
                  <a:lnTo>
                    <a:pt x="225044" y="576707"/>
                  </a:lnTo>
                  <a:cubicBezTo>
                    <a:pt x="234569" y="576707"/>
                    <a:pt x="242316" y="584454"/>
                    <a:pt x="242316" y="593979"/>
                  </a:cubicBezTo>
                  <a:lnTo>
                    <a:pt x="234569" y="611251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30"/>
            <p:cNvSpPr/>
            <p:nvPr/>
          </p:nvSpPr>
          <p:spPr>
            <a:xfrm>
              <a:off x="370797" y="63500"/>
              <a:ext cx="734484" cy="692277"/>
            </a:xfrm>
            <a:custGeom>
              <a:rect b="b" l="l" r="r" t="t"/>
              <a:pathLst>
                <a:path extrusionOk="0" h="692277" w="734484">
                  <a:moveTo>
                    <a:pt x="594149" y="692277"/>
                  </a:moveTo>
                  <a:lnTo>
                    <a:pt x="509567" y="692277"/>
                  </a:lnTo>
                  <a:cubicBezTo>
                    <a:pt x="500042" y="692277"/>
                    <a:pt x="492295" y="684530"/>
                    <a:pt x="492295" y="675005"/>
                  </a:cubicBezTo>
                  <a:lnTo>
                    <a:pt x="500042" y="657733"/>
                  </a:lnTo>
                  <a:lnTo>
                    <a:pt x="594149" y="657733"/>
                  </a:lnTo>
                  <a:cubicBezTo>
                    <a:pt x="654474" y="657733"/>
                    <a:pt x="699940" y="614426"/>
                    <a:pt x="699940" y="557149"/>
                  </a:cubicBezTo>
                  <a:cubicBezTo>
                    <a:pt x="699940" y="499872"/>
                    <a:pt x="654982" y="453517"/>
                    <a:pt x="597705" y="451612"/>
                  </a:cubicBezTo>
                  <a:lnTo>
                    <a:pt x="584370" y="451231"/>
                  </a:lnTo>
                  <a:cubicBezTo>
                    <a:pt x="578782" y="451104"/>
                    <a:pt x="573575" y="448183"/>
                    <a:pt x="570527" y="443484"/>
                  </a:cubicBezTo>
                  <a:lnTo>
                    <a:pt x="566844" y="432816"/>
                  </a:lnTo>
                  <a:lnTo>
                    <a:pt x="573829" y="415036"/>
                  </a:lnTo>
                  <a:cubicBezTo>
                    <a:pt x="582211" y="393700"/>
                    <a:pt x="586402" y="371348"/>
                    <a:pt x="586402" y="348869"/>
                  </a:cubicBezTo>
                  <a:cubicBezTo>
                    <a:pt x="586402" y="248793"/>
                    <a:pt x="504868" y="167259"/>
                    <a:pt x="404792" y="167259"/>
                  </a:cubicBezTo>
                  <a:cubicBezTo>
                    <a:pt x="376471" y="167259"/>
                    <a:pt x="349039" y="173736"/>
                    <a:pt x="323385" y="186690"/>
                  </a:cubicBezTo>
                  <a:lnTo>
                    <a:pt x="314368" y="191262"/>
                  </a:lnTo>
                  <a:lnTo>
                    <a:pt x="304970" y="193675"/>
                  </a:lnTo>
                  <a:cubicBezTo>
                    <a:pt x="295953" y="190246"/>
                    <a:pt x="292270" y="186690"/>
                    <a:pt x="290492" y="182245"/>
                  </a:cubicBezTo>
                  <a:lnTo>
                    <a:pt x="286682" y="172593"/>
                  </a:lnTo>
                  <a:cubicBezTo>
                    <a:pt x="252900" y="88773"/>
                    <a:pt x="172890" y="34671"/>
                    <a:pt x="82720" y="34671"/>
                  </a:cubicBezTo>
                  <a:cubicBezTo>
                    <a:pt x="61638" y="34671"/>
                    <a:pt x="40937" y="37592"/>
                    <a:pt x="20998" y="43434"/>
                  </a:cubicBezTo>
                  <a:lnTo>
                    <a:pt x="2202" y="40894"/>
                  </a:lnTo>
                  <a:cubicBezTo>
                    <a:pt x="-3259" y="22606"/>
                    <a:pt x="2075" y="12954"/>
                    <a:pt x="11219" y="10287"/>
                  </a:cubicBezTo>
                  <a:cubicBezTo>
                    <a:pt x="34333" y="3429"/>
                    <a:pt x="58336" y="0"/>
                    <a:pt x="82720" y="0"/>
                  </a:cubicBezTo>
                  <a:cubicBezTo>
                    <a:pt x="184320" y="0"/>
                    <a:pt x="274744" y="59436"/>
                    <a:pt x="315257" y="152019"/>
                  </a:cubicBezTo>
                  <a:cubicBezTo>
                    <a:pt x="343705" y="139065"/>
                    <a:pt x="373677" y="132461"/>
                    <a:pt x="404665" y="132461"/>
                  </a:cubicBezTo>
                  <a:cubicBezTo>
                    <a:pt x="523918" y="132461"/>
                    <a:pt x="620819" y="229489"/>
                    <a:pt x="620819" y="348615"/>
                  </a:cubicBezTo>
                  <a:cubicBezTo>
                    <a:pt x="620819" y="371983"/>
                    <a:pt x="617009" y="395097"/>
                    <a:pt x="609389" y="417449"/>
                  </a:cubicBezTo>
                  <a:cubicBezTo>
                    <a:pt x="680382" y="425069"/>
                    <a:pt x="734484" y="484378"/>
                    <a:pt x="734484" y="556895"/>
                  </a:cubicBezTo>
                  <a:cubicBezTo>
                    <a:pt x="734484" y="632714"/>
                    <a:pt x="672762" y="692150"/>
                    <a:pt x="594022" y="692150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30"/>
            <p:cNvSpPr/>
            <p:nvPr/>
          </p:nvSpPr>
          <p:spPr>
            <a:xfrm>
              <a:off x="414528" y="998093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30"/>
            <p:cNvSpPr/>
            <p:nvPr/>
          </p:nvSpPr>
          <p:spPr>
            <a:xfrm>
              <a:off x="414528" y="790448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30"/>
            <p:cNvSpPr/>
            <p:nvPr/>
          </p:nvSpPr>
          <p:spPr>
            <a:xfrm>
              <a:off x="414528" y="582803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30"/>
            <p:cNvSpPr/>
            <p:nvPr/>
          </p:nvSpPr>
          <p:spPr>
            <a:xfrm>
              <a:off x="343916" y="928878"/>
              <a:ext cx="484505" cy="173101"/>
            </a:xfrm>
            <a:custGeom>
              <a:rect b="b" l="l" r="r" t="t"/>
              <a:pathLst>
                <a:path extrusionOk="0" h="173101" w="484505">
                  <a:moveTo>
                    <a:pt x="34544" y="138430"/>
                  </a:moveTo>
                  <a:lnTo>
                    <a:pt x="449834" y="138430"/>
                  </a:lnTo>
                  <a:lnTo>
                    <a:pt x="449834" y="34544"/>
                  </a:lnTo>
                  <a:lnTo>
                    <a:pt x="34544" y="34544"/>
                  </a:lnTo>
                  <a:close/>
                  <a:moveTo>
                    <a:pt x="467233" y="173101"/>
                  </a:moveTo>
                  <a:lnTo>
                    <a:pt x="17272" y="173101"/>
                  </a:lnTo>
                  <a:cubicBezTo>
                    <a:pt x="7747" y="173101"/>
                    <a:pt x="0" y="165354"/>
                    <a:pt x="0" y="155829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30"/>
            <p:cNvSpPr/>
            <p:nvPr/>
          </p:nvSpPr>
          <p:spPr>
            <a:xfrm>
              <a:off x="343916" y="721233"/>
              <a:ext cx="484505" cy="172974"/>
            </a:xfrm>
            <a:custGeom>
              <a:rect b="b" l="l" r="r" t="t"/>
              <a:pathLst>
                <a:path extrusionOk="0" h="172974" w="484505">
                  <a:moveTo>
                    <a:pt x="34544" y="138303"/>
                  </a:moveTo>
                  <a:lnTo>
                    <a:pt x="449834" y="138303"/>
                  </a:lnTo>
                  <a:lnTo>
                    <a:pt x="449834" y="34544"/>
                  </a:lnTo>
                  <a:lnTo>
                    <a:pt x="34544" y="34544"/>
                  </a:lnTo>
                  <a:close/>
                  <a:moveTo>
                    <a:pt x="467233" y="172974"/>
                  </a:moveTo>
                  <a:lnTo>
                    <a:pt x="17272" y="172974"/>
                  </a:lnTo>
                  <a:cubicBezTo>
                    <a:pt x="7747" y="172974"/>
                    <a:pt x="0" y="165227"/>
                    <a:pt x="0" y="155702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30"/>
            <p:cNvSpPr/>
            <p:nvPr/>
          </p:nvSpPr>
          <p:spPr>
            <a:xfrm>
              <a:off x="343916" y="513461"/>
              <a:ext cx="484505" cy="173101"/>
            </a:xfrm>
            <a:custGeom>
              <a:rect b="b" l="l" r="r" t="t"/>
              <a:pathLst>
                <a:path extrusionOk="0" h="173101" w="484505">
                  <a:moveTo>
                    <a:pt x="34544" y="138430"/>
                  </a:moveTo>
                  <a:lnTo>
                    <a:pt x="449834" y="138430"/>
                  </a:lnTo>
                  <a:lnTo>
                    <a:pt x="449834" y="34671"/>
                  </a:lnTo>
                  <a:lnTo>
                    <a:pt x="34544" y="34671"/>
                  </a:lnTo>
                  <a:close/>
                  <a:moveTo>
                    <a:pt x="467233" y="173101"/>
                  </a:moveTo>
                  <a:lnTo>
                    <a:pt x="17272" y="173101"/>
                  </a:lnTo>
                  <a:cubicBezTo>
                    <a:pt x="7747" y="173101"/>
                    <a:pt x="0" y="165354"/>
                    <a:pt x="0" y="155829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30"/>
            <p:cNvSpPr/>
            <p:nvPr/>
          </p:nvSpPr>
          <p:spPr>
            <a:xfrm>
              <a:off x="170815" y="824992"/>
              <a:ext cx="138430" cy="207645"/>
            </a:xfrm>
            <a:custGeom>
              <a:rect b="b" l="l" r="r" t="t"/>
              <a:pathLst>
                <a:path extrusionOk="0" h="207645" w="138430">
                  <a:moveTo>
                    <a:pt x="51943" y="207645"/>
                  </a:moveTo>
                  <a:lnTo>
                    <a:pt x="17272" y="207645"/>
                  </a:lnTo>
                  <a:cubicBezTo>
                    <a:pt x="7747" y="207645"/>
                    <a:pt x="0" y="199898"/>
                    <a:pt x="0" y="190373"/>
                  </a:cubicBezTo>
                  <a:lnTo>
                    <a:pt x="7747" y="173101"/>
                  </a:lnTo>
                  <a:lnTo>
                    <a:pt x="51943" y="173101"/>
                  </a:lnTo>
                  <a:cubicBezTo>
                    <a:pt x="80518" y="173101"/>
                    <a:pt x="103886" y="149860"/>
                    <a:pt x="103886" y="121158"/>
                  </a:cubicBezTo>
                  <a:lnTo>
                    <a:pt x="103886" y="17272"/>
                  </a:lnTo>
                  <a:cubicBezTo>
                    <a:pt x="103886" y="7747"/>
                    <a:pt x="111633" y="0"/>
                    <a:pt x="121158" y="0"/>
                  </a:cubicBezTo>
                  <a:lnTo>
                    <a:pt x="138430" y="7747"/>
                  </a:lnTo>
                  <a:lnTo>
                    <a:pt x="138430" y="121158"/>
                  </a:lnTo>
                  <a:cubicBezTo>
                    <a:pt x="138430" y="168910"/>
                    <a:pt x="99568" y="207645"/>
                    <a:pt x="51943" y="207645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30"/>
            <p:cNvSpPr/>
            <p:nvPr/>
          </p:nvSpPr>
          <p:spPr>
            <a:xfrm>
              <a:off x="136271" y="790448"/>
              <a:ext cx="103759" cy="138430"/>
            </a:xfrm>
            <a:custGeom>
              <a:rect b="b" l="l" r="r" t="t"/>
              <a:pathLst>
                <a:path extrusionOk="0" h="138430" w="103759">
                  <a:moveTo>
                    <a:pt x="51816" y="138430"/>
                  </a:moveTo>
                  <a:lnTo>
                    <a:pt x="17272" y="138430"/>
                  </a:lnTo>
                  <a:cubicBezTo>
                    <a:pt x="7747" y="138430"/>
                    <a:pt x="0" y="130683"/>
                    <a:pt x="0" y="121158"/>
                  </a:cubicBezTo>
                  <a:lnTo>
                    <a:pt x="7747" y="103886"/>
                  </a:lnTo>
                  <a:lnTo>
                    <a:pt x="51943" y="103886"/>
                  </a:lnTo>
                  <a:cubicBezTo>
                    <a:pt x="61468" y="103886"/>
                    <a:pt x="69215" y="96139"/>
                    <a:pt x="69215" y="86614"/>
                  </a:cubicBezTo>
                  <a:lnTo>
                    <a:pt x="69215" y="17272"/>
                  </a:lnTo>
                  <a:cubicBezTo>
                    <a:pt x="69215" y="7747"/>
                    <a:pt x="76962" y="0"/>
                    <a:pt x="86487" y="0"/>
                  </a:cubicBezTo>
                  <a:lnTo>
                    <a:pt x="103759" y="7747"/>
                  </a:lnTo>
                  <a:lnTo>
                    <a:pt x="103759" y="86487"/>
                  </a:lnTo>
                  <a:cubicBezTo>
                    <a:pt x="103759" y="115062"/>
                    <a:pt x="80518" y="138430"/>
                    <a:pt x="51816" y="138430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30"/>
            <p:cNvSpPr/>
            <p:nvPr/>
          </p:nvSpPr>
          <p:spPr>
            <a:xfrm>
              <a:off x="863092" y="824992"/>
              <a:ext cx="138430" cy="207645"/>
            </a:xfrm>
            <a:custGeom>
              <a:rect b="b" l="l" r="r" t="t"/>
              <a:pathLst>
                <a:path extrusionOk="0" h="207645" w="138430">
                  <a:moveTo>
                    <a:pt x="121031" y="207645"/>
                  </a:moveTo>
                  <a:lnTo>
                    <a:pt x="86487" y="207645"/>
                  </a:lnTo>
                  <a:cubicBezTo>
                    <a:pt x="38735" y="207645"/>
                    <a:pt x="0" y="168783"/>
                    <a:pt x="0" y="121158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34544" y="7747"/>
                  </a:lnTo>
                  <a:lnTo>
                    <a:pt x="34544" y="121158"/>
                  </a:lnTo>
                  <a:cubicBezTo>
                    <a:pt x="34544" y="149860"/>
                    <a:pt x="57785" y="173101"/>
                    <a:pt x="86487" y="173101"/>
                  </a:cubicBezTo>
                  <a:lnTo>
                    <a:pt x="121158" y="173101"/>
                  </a:lnTo>
                  <a:cubicBezTo>
                    <a:pt x="130683" y="173101"/>
                    <a:pt x="138430" y="180848"/>
                    <a:pt x="138430" y="190373"/>
                  </a:cubicBezTo>
                  <a:lnTo>
                    <a:pt x="130683" y="207645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30"/>
            <p:cNvSpPr/>
            <p:nvPr/>
          </p:nvSpPr>
          <p:spPr>
            <a:xfrm>
              <a:off x="932307" y="790448"/>
              <a:ext cx="103759" cy="138430"/>
            </a:xfrm>
            <a:custGeom>
              <a:rect b="b" l="l" r="r" t="t"/>
              <a:pathLst>
                <a:path extrusionOk="0" h="138430" w="103759">
                  <a:moveTo>
                    <a:pt x="86487" y="138430"/>
                  </a:moveTo>
                  <a:lnTo>
                    <a:pt x="51943" y="138430"/>
                  </a:lnTo>
                  <a:cubicBezTo>
                    <a:pt x="23241" y="138430"/>
                    <a:pt x="0" y="115189"/>
                    <a:pt x="0" y="86487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34544" y="7747"/>
                  </a:lnTo>
                  <a:lnTo>
                    <a:pt x="34544" y="86487"/>
                  </a:lnTo>
                  <a:cubicBezTo>
                    <a:pt x="34544" y="96012"/>
                    <a:pt x="42291" y="103759"/>
                    <a:pt x="51816" y="103759"/>
                  </a:cubicBezTo>
                  <a:lnTo>
                    <a:pt x="86487" y="103759"/>
                  </a:lnTo>
                  <a:cubicBezTo>
                    <a:pt x="96012" y="103759"/>
                    <a:pt x="103759" y="111506"/>
                    <a:pt x="103759" y="121031"/>
                  </a:cubicBezTo>
                  <a:lnTo>
                    <a:pt x="96012" y="138303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30"/>
            <p:cNvSpPr/>
            <p:nvPr/>
          </p:nvSpPr>
          <p:spPr>
            <a:xfrm>
              <a:off x="1070737" y="894334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30"/>
            <p:cNvSpPr/>
            <p:nvPr/>
          </p:nvSpPr>
          <p:spPr>
            <a:xfrm>
              <a:off x="1036193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5" name="Google Shape;2275;p30"/>
            <p:cNvSpPr/>
            <p:nvPr/>
          </p:nvSpPr>
          <p:spPr>
            <a:xfrm>
              <a:off x="63500" y="894334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30"/>
            <p:cNvSpPr/>
            <p:nvPr/>
          </p:nvSpPr>
          <p:spPr>
            <a:xfrm>
              <a:off x="98171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7" name="Google Shape;2277;p30"/>
            <p:cNvSpPr/>
            <p:nvPr/>
          </p:nvSpPr>
          <p:spPr>
            <a:xfrm>
              <a:off x="652018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30"/>
            <p:cNvSpPr/>
            <p:nvPr/>
          </p:nvSpPr>
          <p:spPr>
            <a:xfrm>
              <a:off x="721233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30"/>
            <p:cNvSpPr/>
            <p:nvPr/>
          </p:nvSpPr>
          <p:spPr>
            <a:xfrm>
              <a:off x="652018" y="790448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30"/>
            <p:cNvSpPr/>
            <p:nvPr/>
          </p:nvSpPr>
          <p:spPr>
            <a:xfrm>
              <a:off x="721233" y="790448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30"/>
            <p:cNvSpPr/>
            <p:nvPr/>
          </p:nvSpPr>
          <p:spPr>
            <a:xfrm>
              <a:off x="652018" y="58280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30"/>
            <p:cNvSpPr/>
            <p:nvPr/>
          </p:nvSpPr>
          <p:spPr>
            <a:xfrm>
              <a:off x="721233" y="58280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30"/>
            <p:cNvSpPr/>
            <p:nvPr/>
          </p:nvSpPr>
          <p:spPr>
            <a:xfrm>
              <a:off x="306395" y="98065"/>
              <a:ext cx="37902" cy="37063"/>
            </a:xfrm>
            <a:custGeom>
              <a:rect b="b" l="l" r="r" t="t"/>
              <a:pathLst>
                <a:path extrusionOk="0" h="37063" w="37902">
                  <a:moveTo>
                    <a:pt x="16693" y="37063"/>
                  </a:moveTo>
                  <a:lnTo>
                    <a:pt x="5898" y="34523"/>
                  </a:lnTo>
                  <a:cubicBezTo>
                    <a:pt x="-2992" y="21950"/>
                    <a:pt x="-1087" y="11155"/>
                    <a:pt x="6660" y="5567"/>
                  </a:cubicBezTo>
                  <a:lnTo>
                    <a:pt x="10089" y="3154"/>
                  </a:lnTo>
                  <a:cubicBezTo>
                    <a:pt x="17963" y="-2307"/>
                    <a:pt x="28758" y="-529"/>
                    <a:pt x="34219" y="7345"/>
                  </a:cubicBezTo>
                  <a:lnTo>
                    <a:pt x="37902" y="25887"/>
                  </a:lnTo>
                  <a:lnTo>
                    <a:pt x="26599" y="33888"/>
                  </a:lnTo>
                  <a:lnTo>
                    <a:pt x="20122" y="37063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84" name="Google Shape;2284;p30"/>
          <p:cNvSpPr/>
          <p:nvPr/>
        </p:nvSpPr>
        <p:spPr>
          <a:xfrm>
            <a:off x="209864" y="4715635"/>
            <a:ext cx="743213" cy="804997"/>
          </a:xfrm>
          <a:custGeom>
            <a:rect b="b" l="l" r="r" t="t"/>
            <a:pathLst>
              <a:path extrusionOk="0" h="804997" w="743213">
                <a:moveTo>
                  <a:pt x="0" y="0"/>
                </a:moveTo>
                <a:lnTo>
                  <a:pt x="743213" y="0"/>
                </a:lnTo>
                <a:lnTo>
                  <a:pt x="743213" y="804997"/>
                </a:lnTo>
                <a:lnTo>
                  <a:pt x="0" y="804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291" l="-16090" r="-16830" t="-11419"/>
            </a:stretch>
          </a:blipFill>
          <a:ln>
            <a:noFill/>
          </a:ln>
        </p:spPr>
      </p:sp>
      <p:sp>
        <p:nvSpPr>
          <p:cNvPr id="2285" name="Google Shape;2285;p30"/>
          <p:cNvSpPr/>
          <p:nvPr/>
        </p:nvSpPr>
        <p:spPr>
          <a:xfrm>
            <a:off x="6873721" y="9529940"/>
            <a:ext cx="1354895" cy="466995"/>
          </a:xfrm>
          <a:custGeom>
            <a:rect b="b" l="l" r="r" t="t"/>
            <a:pathLst>
              <a:path extrusionOk="0" h="466995" w="1354895">
                <a:moveTo>
                  <a:pt x="0" y="0"/>
                </a:moveTo>
                <a:lnTo>
                  <a:pt x="1354895" y="0"/>
                </a:lnTo>
                <a:lnTo>
                  <a:pt x="1354895" y="466994"/>
                </a:lnTo>
                <a:lnTo>
                  <a:pt x="0" y="4669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86" name="Google Shape;2286;p30"/>
          <p:cNvSpPr/>
          <p:nvPr/>
        </p:nvSpPr>
        <p:spPr>
          <a:xfrm>
            <a:off x="8462186" y="9587767"/>
            <a:ext cx="1694380" cy="415653"/>
          </a:xfrm>
          <a:custGeom>
            <a:rect b="b" l="l" r="r" t="t"/>
            <a:pathLst>
              <a:path extrusionOk="0" h="415653" w="1694380">
                <a:moveTo>
                  <a:pt x="0" y="0"/>
                </a:moveTo>
                <a:lnTo>
                  <a:pt x="1694380" y="0"/>
                </a:lnTo>
                <a:lnTo>
                  <a:pt x="1694380" y="415652"/>
                </a:lnTo>
                <a:lnTo>
                  <a:pt x="0" y="4156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87" name="Google Shape;2287;p30"/>
          <p:cNvSpPr/>
          <p:nvPr/>
        </p:nvSpPr>
        <p:spPr>
          <a:xfrm>
            <a:off x="10317519" y="9477357"/>
            <a:ext cx="2368914" cy="614916"/>
          </a:xfrm>
          <a:custGeom>
            <a:rect b="b" l="l" r="r" t="t"/>
            <a:pathLst>
              <a:path extrusionOk="0" h="614916" w="2368914">
                <a:moveTo>
                  <a:pt x="0" y="0"/>
                </a:moveTo>
                <a:lnTo>
                  <a:pt x="2368913" y="0"/>
                </a:lnTo>
                <a:lnTo>
                  <a:pt x="2368913" y="614917"/>
                </a:lnTo>
                <a:lnTo>
                  <a:pt x="0" y="6149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88" name="Google Shape;2288;p30"/>
          <p:cNvSpPr/>
          <p:nvPr/>
        </p:nvSpPr>
        <p:spPr>
          <a:xfrm>
            <a:off x="5601568" y="9500406"/>
            <a:ext cx="1034028" cy="526062"/>
          </a:xfrm>
          <a:custGeom>
            <a:rect b="b" l="l" r="r" t="t"/>
            <a:pathLst>
              <a:path extrusionOk="0" h="526062" w="1034028">
                <a:moveTo>
                  <a:pt x="0" y="0"/>
                </a:moveTo>
                <a:lnTo>
                  <a:pt x="1034028" y="0"/>
                </a:lnTo>
                <a:lnTo>
                  <a:pt x="1034028" y="526062"/>
                </a:lnTo>
                <a:lnTo>
                  <a:pt x="0" y="526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89" name="Google Shape;2289;p30"/>
          <p:cNvSpPr txBox="1"/>
          <p:nvPr/>
        </p:nvSpPr>
        <p:spPr>
          <a:xfrm>
            <a:off x="1363725" y="2470950"/>
            <a:ext cx="8431800" cy="68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1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Developer Tsunami: 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GitHub now hosts over 180 million developers globally.</a:t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3199">
              <a:solidFill>
                <a:schemeClr val="dk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1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Steady Growth: 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More than 36 million new developers joined in a single year — which averages to ~1 new developer signing up every single second.</a:t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1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De-facto Platform for Code Hosting: 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platform hosts 630 million total repositories, with 121 million new ones created just last year.</a:t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1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Open Source Dominance: 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63% of all repositories on the platform are public or open-source.</a:t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2290" name="Google Shape;2290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121025" y="2973176"/>
            <a:ext cx="7716726" cy="4340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1" name="Google Shape;2291;p30"/>
          <p:cNvSpPr txBox="1"/>
          <p:nvPr/>
        </p:nvSpPr>
        <p:spPr>
          <a:xfrm>
            <a:off x="10614420" y="7832563"/>
            <a:ext cx="8431800" cy="9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Further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details in the </a:t>
            </a:r>
            <a:r>
              <a:rPr i="1" lang="en-US" sz="3199" u="sng">
                <a:solidFill>
                  <a:schemeClr val="hlink"/>
                </a:solidFill>
                <a:latin typeface="Barlow Condensed"/>
                <a:ea typeface="Barlow Condensed"/>
                <a:cs typeface="Barlow Condensed"/>
                <a:sym typeface="Barlow Condensed"/>
                <a:hlinkClick r:id="rId9"/>
              </a:rPr>
              <a:t>Octoverse 2025 report.</a:t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7B9CE"/>
        </a:solidFill>
      </p:bgPr>
    </p:bg>
    <p:spTree>
      <p:nvGrpSpPr>
        <p:cNvPr id="2295" name="Shape 2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96" name="Google Shape;2296;p31"/>
          <p:cNvCxnSpPr/>
          <p:nvPr/>
        </p:nvCxnSpPr>
        <p:spPr>
          <a:xfrm>
            <a:off x="1051792" y="1798524"/>
            <a:ext cx="172593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7" name="Google Shape;2297;p31"/>
          <p:cNvCxnSpPr/>
          <p:nvPr/>
        </p:nvCxnSpPr>
        <p:spPr>
          <a:xfrm rot="-5400000">
            <a:off x="-4105275" y="5119688"/>
            <a:ext cx="102870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8" name="Google Shape;2298;p31"/>
          <p:cNvSpPr txBox="1"/>
          <p:nvPr/>
        </p:nvSpPr>
        <p:spPr>
          <a:xfrm>
            <a:off x="1592775" y="373150"/>
            <a:ext cx="16254600" cy="12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18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SUCCESS SCIENCE STORIES IN </a:t>
            </a:r>
            <a:r>
              <a:rPr lang="en-US" sz="7918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GITHUB</a:t>
            </a:r>
            <a:endParaRPr/>
          </a:p>
        </p:txBody>
      </p:sp>
      <p:grpSp>
        <p:nvGrpSpPr>
          <p:cNvPr id="2299" name="Google Shape;2299;p31"/>
          <p:cNvGrpSpPr/>
          <p:nvPr/>
        </p:nvGrpSpPr>
        <p:grpSpPr>
          <a:xfrm>
            <a:off x="216606" y="6304895"/>
            <a:ext cx="642914" cy="632256"/>
            <a:chOff x="63500" y="63500"/>
            <a:chExt cx="988187" cy="971804"/>
          </a:xfrm>
        </p:grpSpPr>
        <p:sp>
          <p:nvSpPr>
            <p:cNvPr id="2300" name="Google Shape;2300;p31"/>
            <p:cNvSpPr/>
            <p:nvPr/>
          </p:nvSpPr>
          <p:spPr>
            <a:xfrm>
              <a:off x="857250" y="840994"/>
              <a:ext cx="129540" cy="129540"/>
            </a:xfrm>
            <a:custGeom>
              <a:rect b="b" l="l" r="r" t="t"/>
              <a:pathLst>
                <a:path extrusionOk="0" h="129540" w="129540">
                  <a:moveTo>
                    <a:pt x="64770" y="32385"/>
                  </a:moveTo>
                  <a:cubicBezTo>
                    <a:pt x="46863" y="32385"/>
                    <a:pt x="32385" y="46990"/>
                    <a:pt x="32385" y="64770"/>
                  </a:cubicBezTo>
                  <a:cubicBezTo>
                    <a:pt x="32385" y="82550"/>
                    <a:pt x="46990" y="97155"/>
                    <a:pt x="64770" y="97155"/>
                  </a:cubicBezTo>
                  <a:cubicBezTo>
                    <a:pt x="82550" y="97155"/>
                    <a:pt x="97155" y="82550"/>
                    <a:pt x="97155" y="64770"/>
                  </a:cubicBezTo>
                  <a:cubicBezTo>
                    <a:pt x="97155" y="46990"/>
                    <a:pt x="82550" y="32385"/>
                    <a:pt x="64770" y="32385"/>
                  </a:cubicBezTo>
                  <a:moveTo>
                    <a:pt x="64770" y="129540"/>
                  </a:moveTo>
                  <a:cubicBezTo>
                    <a:pt x="29083" y="129540"/>
                    <a:pt x="0" y="100457"/>
                    <a:pt x="0" y="64770"/>
                  </a:cubicBezTo>
                  <a:cubicBezTo>
                    <a:pt x="0" y="29083"/>
                    <a:pt x="29083" y="0"/>
                    <a:pt x="64770" y="0"/>
                  </a:cubicBezTo>
                  <a:cubicBezTo>
                    <a:pt x="100457" y="0"/>
                    <a:pt x="129540" y="29083"/>
                    <a:pt x="129540" y="64770"/>
                  </a:cubicBezTo>
                  <a:cubicBezTo>
                    <a:pt x="129540" y="100457"/>
                    <a:pt x="100457" y="129540"/>
                    <a:pt x="64770" y="1295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31"/>
            <p:cNvSpPr/>
            <p:nvPr/>
          </p:nvSpPr>
          <p:spPr>
            <a:xfrm>
              <a:off x="905764" y="225552"/>
              <a:ext cx="32512" cy="647827"/>
            </a:xfrm>
            <a:custGeom>
              <a:rect b="b" l="l" r="r" t="t"/>
              <a:pathLst>
                <a:path extrusionOk="0" h="647827" w="32512">
                  <a:moveTo>
                    <a:pt x="16256" y="647827"/>
                  </a:moveTo>
                  <a:lnTo>
                    <a:pt x="0" y="640588"/>
                  </a:lnTo>
                  <a:lnTo>
                    <a:pt x="0" y="16129"/>
                  </a:lnTo>
                  <a:cubicBezTo>
                    <a:pt x="0" y="7112"/>
                    <a:pt x="7239" y="0"/>
                    <a:pt x="16256" y="0"/>
                  </a:cubicBezTo>
                  <a:lnTo>
                    <a:pt x="32512" y="7239"/>
                  </a:lnTo>
                  <a:lnTo>
                    <a:pt x="32512" y="631698"/>
                  </a:lnTo>
                  <a:cubicBezTo>
                    <a:pt x="32512" y="640588"/>
                    <a:pt x="25273" y="647827"/>
                    <a:pt x="16256" y="64782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31"/>
            <p:cNvSpPr/>
            <p:nvPr/>
          </p:nvSpPr>
          <p:spPr>
            <a:xfrm>
              <a:off x="121679" y="510286"/>
              <a:ext cx="44042" cy="38989"/>
            </a:xfrm>
            <a:custGeom>
              <a:rect b="b" l="l" r="r" t="t"/>
              <a:pathLst>
                <a:path extrusionOk="0" h="38989" w="44042">
                  <a:moveTo>
                    <a:pt x="27927" y="38989"/>
                  </a:moveTo>
                  <a:lnTo>
                    <a:pt x="23990" y="38608"/>
                  </a:lnTo>
                  <a:lnTo>
                    <a:pt x="10401" y="33401"/>
                  </a:lnTo>
                  <a:cubicBezTo>
                    <a:pt x="2019" y="30226"/>
                    <a:pt x="-2172" y="20828"/>
                    <a:pt x="1130" y="12446"/>
                  </a:cubicBezTo>
                  <a:lnTo>
                    <a:pt x="13703" y="0"/>
                  </a:lnTo>
                  <a:lnTo>
                    <a:pt x="33642" y="7620"/>
                  </a:lnTo>
                  <a:cubicBezTo>
                    <a:pt x="42024" y="10795"/>
                    <a:pt x="46215" y="20193"/>
                    <a:pt x="42913" y="28575"/>
                  </a:cubicBezTo>
                  <a:lnTo>
                    <a:pt x="34277" y="3898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31"/>
            <p:cNvSpPr/>
            <p:nvPr/>
          </p:nvSpPr>
          <p:spPr>
            <a:xfrm>
              <a:off x="180213" y="535721"/>
              <a:ext cx="620903" cy="90770"/>
            </a:xfrm>
            <a:custGeom>
              <a:rect b="b" l="l" r="r" t="t"/>
              <a:pathLst>
                <a:path extrusionOk="0" h="90770" w="620903">
                  <a:moveTo>
                    <a:pt x="476758" y="90770"/>
                  </a:moveTo>
                  <a:lnTo>
                    <a:pt x="300863" y="90770"/>
                  </a:lnTo>
                  <a:cubicBezTo>
                    <a:pt x="291211" y="90770"/>
                    <a:pt x="281813" y="88230"/>
                    <a:pt x="273431" y="83531"/>
                  </a:cubicBezTo>
                  <a:lnTo>
                    <a:pt x="193675" y="37938"/>
                  </a:lnTo>
                  <a:cubicBezTo>
                    <a:pt x="190246" y="36033"/>
                    <a:pt x="186309" y="34890"/>
                    <a:pt x="182245" y="34890"/>
                  </a:cubicBezTo>
                  <a:lnTo>
                    <a:pt x="32385" y="34890"/>
                  </a:lnTo>
                  <a:cubicBezTo>
                    <a:pt x="25527" y="34890"/>
                    <a:pt x="18923" y="33620"/>
                    <a:pt x="12446" y="31207"/>
                  </a:cubicBezTo>
                  <a:lnTo>
                    <a:pt x="0" y="18634"/>
                  </a:lnTo>
                  <a:cubicBezTo>
                    <a:pt x="6477" y="1997"/>
                    <a:pt x="15875" y="-2194"/>
                    <a:pt x="24130" y="981"/>
                  </a:cubicBezTo>
                  <a:lnTo>
                    <a:pt x="29464" y="2505"/>
                  </a:lnTo>
                  <a:lnTo>
                    <a:pt x="182372" y="2505"/>
                  </a:lnTo>
                  <a:cubicBezTo>
                    <a:pt x="192024" y="2505"/>
                    <a:pt x="201549" y="5045"/>
                    <a:pt x="209804" y="9744"/>
                  </a:cubicBezTo>
                  <a:lnTo>
                    <a:pt x="289560" y="55337"/>
                  </a:lnTo>
                  <a:cubicBezTo>
                    <a:pt x="292989" y="57242"/>
                    <a:pt x="296926" y="58385"/>
                    <a:pt x="300863" y="58385"/>
                  </a:cubicBezTo>
                  <a:lnTo>
                    <a:pt x="476758" y="58385"/>
                  </a:lnTo>
                  <a:cubicBezTo>
                    <a:pt x="480314" y="58385"/>
                    <a:pt x="483870" y="57496"/>
                    <a:pt x="486918" y="55972"/>
                  </a:cubicBezTo>
                  <a:lnTo>
                    <a:pt x="526288" y="36287"/>
                  </a:lnTo>
                  <a:cubicBezTo>
                    <a:pt x="533908" y="32477"/>
                    <a:pt x="542417" y="30445"/>
                    <a:pt x="551053" y="30445"/>
                  </a:cubicBezTo>
                  <a:lnTo>
                    <a:pt x="604647" y="30445"/>
                  </a:lnTo>
                  <a:cubicBezTo>
                    <a:pt x="613664" y="30445"/>
                    <a:pt x="620903" y="37684"/>
                    <a:pt x="620903" y="46574"/>
                  </a:cubicBezTo>
                  <a:lnTo>
                    <a:pt x="613664" y="62830"/>
                  </a:lnTo>
                  <a:lnTo>
                    <a:pt x="551053" y="62830"/>
                  </a:lnTo>
                  <a:cubicBezTo>
                    <a:pt x="547497" y="62830"/>
                    <a:pt x="543941" y="63719"/>
                    <a:pt x="540893" y="65243"/>
                  </a:cubicBezTo>
                  <a:lnTo>
                    <a:pt x="501523" y="84928"/>
                  </a:lnTo>
                  <a:cubicBezTo>
                    <a:pt x="493903" y="88738"/>
                    <a:pt x="485394" y="90770"/>
                    <a:pt x="476758" y="907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31"/>
            <p:cNvSpPr/>
            <p:nvPr/>
          </p:nvSpPr>
          <p:spPr>
            <a:xfrm>
              <a:off x="378206" y="705739"/>
              <a:ext cx="120232" cy="139192"/>
            </a:xfrm>
            <a:custGeom>
              <a:rect b="b" l="l" r="r" t="t"/>
              <a:pathLst>
                <a:path extrusionOk="0" h="139192" w="120232">
                  <a:moveTo>
                    <a:pt x="89916" y="139192"/>
                  </a:moveTo>
                  <a:lnTo>
                    <a:pt x="78232" y="135890"/>
                  </a:lnTo>
                  <a:cubicBezTo>
                    <a:pt x="65532" y="110490"/>
                    <a:pt x="68326" y="86995"/>
                    <a:pt x="82423" y="70104"/>
                  </a:cubicBezTo>
                  <a:lnTo>
                    <a:pt x="89408" y="53975"/>
                  </a:lnTo>
                  <a:cubicBezTo>
                    <a:pt x="81661" y="37465"/>
                    <a:pt x="73914" y="32512"/>
                    <a:pt x="64770" y="32512"/>
                  </a:cubicBezTo>
                  <a:lnTo>
                    <a:pt x="16256" y="32512"/>
                  </a:lnTo>
                  <a:cubicBezTo>
                    <a:pt x="7239" y="32512"/>
                    <a:pt x="0" y="25273"/>
                    <a:pt x="0" y="16256"/>
                  </a:cubicBezTo>
                  <a:lnTo>
                    <a:pt x="7239" y="0"/>
                  </a:lnTo>
                  <a:lnTo>
                    <a:pt x="64897" y="0"/>
                  </a:lnTo>
                  <a:cubicBezTo>
                    <a:pt x="86614" y="0"/>
                    <a:pt x="105791" y="12192"/>
                    <a:pt x="114935" y="31877"/>
                  </a:cubicBezTo>
                  <a:cubicBezTo>
                    <a:pt x="124079" y="51562"/>
                    <a:pt x="121285" y="74041"/>
                    <a:pt x="107315" y="90805"/>
                  </a:cubicBezTo>
                  <a:lnTo>
                    <a:pt x="100457" y="107569"/>
                  </a:lnTo>
                  <a:cubicBezTo>
                    <a:pt x="108585" y="123698"/>
                    <a:pt x="105283" y="133477"/>
                    <a:pt x="97282" y="137414"/>
                  </a:cubicBezTo>
                  <a:lnTo>
                    <a:pt x="92456" y="13906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31"/>
            <p:cNvSpPr/>
            <p:nvPr/>
          </p:nvSpPr>
          <p:spPr>
            <a:xfrm>
              <a:off x="322072" y="705866"/>
              <a:ext cx="49657" cy="32385"/>
            </a:xfrm>
            <a:custGeom>
              <a:rect b="b" l="l" r="r" t="t"/>
              <a:pathLst>
                <a:path extrusionOk="0" h="32385" w="49657">
                  <a:moveTo>
                    <a:pt x="33401" y="32385"/>
                  </a:moveTo>
                  <a:lnTo>
                    <a:pt x="16256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33401" y="0"/>
                  </a:lnTo>
                  <a:cubicBezTo>
                    <a:pt x="42418" y="0"/>
                    <a:pt x="49657" y="7239"/>
                    <a:pt x="49657" y="16256"/>
                  </a:cubicBezTo>
                  <a:lnTo>
                    <a:pt x="42418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31"/>
            <p:cNvSpPr/>
            <p:nvPr/>
          </p:nvSpPr>
          <p:spPr>
            <a:xfrm>
              <a:off x="247178" y="717997"/>
              <a:ext cx="67401" cy="46670"/>
            </a:xfrm>
            <a:custGeom>
              <a:rect b="b" l="l" r="r" t="t"/>
              <a:pathLst>
                <a:path extrusionOk="0" h="46670" w="67401">
                  <a:moveTo>
                    <a:pt x="15204" y="46670"/>
                  </a:moveTo>
                  <a:lnTo>
                    <a:pt x="2631" y="42733"/>
                  </a:lnTo>
                  <a:cubicBezTo>
                    <a:pt x="-3084" y="27874"/>
                    <a:pt x="1107" y="18603"/>
                    <a:pt x="9489" y="15301"/>
                  </a:cubicBezTo>
                  <a:lnTo>
                    <a:pt x="46446" y="1077"/>
                  </a:lnTo>
                  <a:cubicBezTo>
                    <a:pt x="54828" y="-2098"/>
                    <a:pt x="64226" y="1966"/>
                    <a:pt x="67401" y="10348"/>
                  </a:cubicBezTo>
                  <a:lnTo>
                    <a:pt x="66385" y="28128"/>
                  </a:lnTo>
                  <a:lnTo>
                    <a:pt x="21046" y="45527"/>
                  </a:lnTo>
                  <a:cubicBezTo>
                    <a:pt x="19141" y="46289"/>
                    <a:pt x="17109" y="46670"/>
                    <a:pt x="15204" y="466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7" name="Google Shape;2307;p31"/>
            <p:cNvSpPr/>
            <p:nvPr/>
          </p:nvSpPr>
          <p:spPr>
            <a:xfrm>
              <a:off x="719420" y="632964"/>
              <a:ext cx="70253" cy="65409"/>
            </a:xfrm>
            <a:custGeom>
              <a:rect b="b" l="l" r="r" t="t"/>
              <a:pathLst>
                <a:path extrusionOk="0" h="65409" w="70253">
                  <a:moveTo>
                    <a:pt x="20609" y="65409"/>
                  </a:moveTo>
                  <a:lnTo>
                    <a:pt x="11084" y="63377"/>
                  </a:lnTo>
                  <a:cubicBezTo>
                    <a:pt x="2321" y="53852"/>
                    <a:pt x="-346" y="45978"/>
                    <a:pt x="35" y="37596"/>
                  </a:cubicBezTo>
                  <a:cubicBezTo>
                    <a:pt x="543" y="27690"/>
                    <a:pt x="5369" y="17911"/>
                    <a:pt x="13243" y="10672"/>
                  </a:cubicBezTo>
                  <a:cubicBezTo>
                    <a:pt x="20101" y="4449"/>
                    <a:pt x="28483" y="766"/>
                    <a:pt x="36992" y="131"/>
                  </a:cubicBezTo>
                  <a:cubicBezTo>
                    <a:pt x="46898" y="-758"/>
                    <a:pt x="56169" y="2925"/>
                    <a:pt x="62519" y="9783"/>
                  </a:cubicBezTo>
                  <a:cubicBezTo>
                    <a:pt x="71409" y="19562"/>
                    <a:pt x="72806" y="34294"/>
                    <a:pt x="65821" y="47375"/>
                  </a:cubicBezTo>
                  <a:lnTo>
                    <a:pt x="51851" y="58297"/>
                  </a:lnTo>
                  <a:cubicBezTo>
                    <a:pt x="36484" y="50169"/>
                    <a:pt x="33309" y="41025"/>
                    <a:pt x="36611" y="33405"/>
                  </a:cubicBezTo>
                  <a:lnTo>
                    <a:pt x="35595" y="34167"/>
                  </a:lnTo>
                  <a:lnTo>
                    <a:pt x="32420" y="38866"/>
                  </a:lnTo>
                  <a:cubicBezTo>
                    <a:pt x="38516" y="45851"/>
                    <a:pt x="37627" y="55376"/>
                    <a:pt x="31023" y="61472"/>
                  </a:cubicBezTo>
                  <a:lnTo>
                    <a:pt x="24419" y="6540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8" name="Google Shape;2308;p31"/>
            <p:cNvSpPr/>
            <p:nvPr/>
          </p:nvSpPr>
          <p:spPr>
            <a:xfrm>
              <a:off x="580547" y="726757"/>
              <a:ext cx="87425" cy="82106"/>
            </a:xfrm>
            <a:custGeom>
              <a:rect b="b" l="l" r="r" t="t"/>
              <a:pathLst>
                <a:path extrusionOk="0" h="82106" w="87425">
                  <a:moveTo>
                    <a:pt x="30069" y="54801"/>
                  </a:moveTo>
                  <a:lnTo>
                    <a:pt x="30069" y="54801"/>
                  </a:lnTo>
                  <a:lnTo>
                    <a:pt x="30069" y="54801"/>
                  </a:lnTo>
                  <a:moveTo>
                    <a:pt x="18131" y="81852"/>
                  </a:moveTo>
                  <a:lnTo>
                    <a:pt x="9368" y="80074"/>
                  </a:lnTo>
                  <a:cubicBezTo>
                    <a:pt x="-7015" y="62040"/>
                    <a:pt x="-1046" y="37148"/>
                    <a:pt x="20544" y="17590"/>
                  </a:cubicBezTo>
                  <a:lnTo>
                    <a:pt x="48611" y="1461"/>
                  </a:lnTo>
                  <a:cubicBezTo>
                    <a:pt x="61438" y="-1968"/>
                    <a:pt x="73122" y="699"/>
                    <a:pt x="80488" y="8827"/>
                  </a:cubicBezTo>
                  <a:cubicBezTo>
                    <a:pt x="90521" y="19876"/>
                    <a:pt x="89632" y="37275"/>
                    <a:pt x="78075" y="54293"/>
                  </a:cubicBezTo>
                  <a:lnTo>
                    <a:pt x="62962" y="63564"/>
                  </a:lnTo>
                  <a:cubicBezTo>
                    <a:pt x="48230" y="53531"/>
                    <a:pt x="46325" y="43498"/>
                    <a:pt x="51278" y="36005"/>
                  </a:cubicBezTo>
                  <a:lnTo>
                    <a:pt x="51913" y="35116"/>
                  </a:lnTo>
                  <a:lnTo>
                    <a:pt x="45944" y="38291"/>
                  </a:lnTo>
                  <a:cubicBezTo>
                    <a:pt x="35149" y="48197"/>
                    <a:pt x="32355" y="54420"/>
                    <a:pt x="31720" y="57087"/>
                  </a:cubicBezTo>
                  <a:lnTo>
                    <a:pt x="34895" y="72454"/>
                  </a:lnTo>
                  <a:cubicBezTo>
                    <a:pt x="25878" y="80709"/>
                    <a:pt x="21941" y="82106"/>
                    <a:pt x="18131" y="821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9" name="Google Shape;2309;p31"/>
            <p:cNvSpPr/>
            <p:nvPr/>
          </p:nvSpPr>
          <p:spPr>
            <a:xfrm>
              <a:off x="584327" y="177351"/>
              <a:ext cx="66294" cy="45407"/>
            </a:xfrm>
            <a:custGeom>
              <a:rect b="b" l="l" r="r" t="t"/>
              <a:pathLst>
                <a:path extrusionOk="0" h="45407" w="66294">
                  <a:moveTo>
                    <a:pt x="49657" y="45280"/>
                  </a:moveTo>
                  <a:lnTo>
                    <a:pt x="39751" y="42994"/>
                  </a:lnTo>
                  <a:cubicBezTo>
                    <a:pt x="32258" y="32834"/>
                    <a:pt x="26543" y="31564"/>
                    <a:pt x="25019" y="32580"/>
                  </a:cubicBezTo>
                  <a:lnTo>
                    <a:pt x="7620" y="36390"/>
                  </a:lnTo>
                  <a:cubicBezTo>
                    <a:pt x="-3048" y="22039"/>
                    <a:pt x="-1397" y="11879"/>
                    <a:pt x="5715" y="6545"/>
                  </a:cubicBezTo>
                  <a:cubicBezTo>
                    <a:pt x="22606" y="-5901"/>
                    <a:pt x="48133" y="-59"/>
                    <a:pt x="62484" y="19499"/>
                  </a:cubicBezTo>
                  <a:lnTo>
                    <a:pt x="66294" y="36898"/>
                  </a:lnTo>
                  <a:cubicBezTo>
                    <a:pt x="56261" y="44264"/>
                    <a:pt x="52832" y="45407"/>
                    <a:pt x="49530" y="4540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31"/>
            <p:cNvSpPr/>
            <p:nvPr/>
          </p:nvSpPr>
          <p:spPr>
            <a:xfrm>
              <a:off x="175133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31"/>
            <p:cNvSpPr/>
            <p:nvPr/>
          </p:nvSpPr>
          <p:spPr>
            <a:xfrm>
              <a:off x="175133" y="316230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31"/>
            <p:cNvSpPr/>
            <p:nvPr/>
          </p:nvSpPr>
          <p:spPr>
            <a:xfrm>
              <a:off x="538226" y="372110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31"/>
            <p:cNvSpPr/>
            <p:nvPr/>
          </p:nvSpPr>
          <p:spPr>
            <a:xfrm>
              <a:off x="538226" y="204597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4" name="Google Shape;2314;p31"/>
            <p:cNvSpPr/>
            <p:nvPr/>
          </p:nvSpPr>
          <p:spPr>
            <a:xfrm>
              <a:off x="566166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31"/>
            <p:cNvSpPr/>
            <p:nvPr/>
          </p:nvSpPr>
          <p:spPr>
            <a:xfrm>
              <a:off x="370586" y="790956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6" name="Google Shape;2316;p31"/>
            <p:cNvSpPr/>
            <p:nvPr/>
          </p:nvSpPr>
          <p:spPr>
            <a:xfrm>
              <a:off x="398526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7" name="Google Shape;2317;p31"/>
            <p:cNvSpPr/>
            <p:nvPr/>
          </p:nvSpPr>
          <p:spPr>
            <a:xfrm>
              <a:off x="258953" y="59550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8" name="Google Shape;2318;p31"/>
            <p:cNvSpPr/>
            <p:nvPr/>
          </p:nvSpPr>
          <p:spPr>
            <a:xfrm>
              <a:off x="337820" y="254635"/>
              <a:ext cx="72771" cy="71882"/>
            </a:xfrm>
            <a:custGeom>
              <a:rect b="b" l="l" r="r" t="t"/>
              <a:pathLst>
                <a:path extrusionOk="0" h="71882" w="72771">
                  <a:moveTo>
                    <a:pt x="17653" y="71882"/>
                  </a:moveTo>
                  <a:lnTo>
                    <a:pt x="15621" y="71755"/>
                  </a:lnTo>
                  <a:lnTo>
                    <a:pt x="0" y="61341"/>
                  </a:lnTo>
                  <a:cubicBezTo>
                    <a:pt x="5969" y="30734"/>
                    <a:pt x="25781" y="0"/>
                    <a:pt x="56515" y="0"/>
                  </a:cubicBezTo>
                  <a:lnTo>
                    <a:pt x="72771" y="7239"/>
                  </a:lnTo>
                  <a:cubicBezTo>
                    <a:pt x="72771" y="25146"/>
                    <a:pt x="65532" y="32385"/>
                    <a:pt x="56515" y="32385"/>
                  </a:cubicBezTo>
                  <a:cubicBezTo>
                    <a:pt x="45720" y="32385"/>
                    <a:pt x="35560" y="48260"/>
                    <a:pt x="33528" y="58674"/>
                  </a:cubicBezTo>
                  <a:lnTo>
                    <a:pt x="25273" y="7175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9" name="Google Shape;2319;p31"/>
            <p:cNvSpPr/>
            <p:nvPr/>
          </p:nvSpPr>
          <p:spPr>
            <a:xfrm>
              <a:off x="406940" y="77309"/>
              <a:ext cx="195675" cy="104428"/>
            </a:xfrm>
            <a:custGeom>
              <a:rect b="b" l="l" r="r" t="t"/>
              <a:pathLst>
                <a:path extrusionOk="0" h="104428" w="195675">
                  <a:moveTo>
                    <a:pt x="15208" y="104428"/>
                  </a:moveTo>
                  <a:lnTo>
                    <a:pt x="2127" y="100110"/>
                  </a:lnTo>
                  <a:cubicBezTo>
                    <a:pt x="-2953" y="84870"/>
                    <a:pt x="1619" y="75726"/>
                    <a:pt x="10001" y="72805"/>
                  </a:cubicBezTo>
                  <a:lnTo>
                    <a:pt x="49117" y="57565"/>
                  </a:lnTo>
                  <a:lnTo>
                    <a:pt x="174339" y="1431"/>
                  </a:lnTo>
                  <a:cubicBezTo>
                    <a:pt x="182467" y="-2252"/>
                    <a:pt x="192119" y="1431"/>
                    <a:pt x="195675" y="9559"/>
                  </a:cubicBezTo>
                  <a:lnTo>
                    <a:pt x="195675" y="27339"/>
                  </a:lnTo>
                  <a:lnTo>
                    <a:pt x="62452" y="87029"/>
                  </a:lnTo>
                  <a:cubicBezTo>
                    <a:pt x="48736" y="93125"/>
                    <a:pt x="34512" y="98713"/>
                    <a:pt x="20288" y="103539"/>
                  </a:cubicBezTo>
                  <a:lnTo>
                    <a:pt x="16859" y="10442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0" name="Google Shape;2320;p31"/>
            <p:cNvSpPr/>
            <p:nvPr/>
          </p:nvSpPr>
          <p:spPr>
            <a:xfrm>
              <a:off x="331397" y="164918"/>
              <a:ext cx="51127" cy="35107"/>
            </a:xfrm>
            <a:custGeom>
              <a:rect b="b" l="l" r="r" t="t"/>
              <a:pathLst>
                <a:path extrusionOk="0" h="35107" w="51127">
                  <a:moveTo>
                    <a:pt x="15313" y="34980"/>
                  </a:moveTo>
                  <a:lnTo>
                    <a:pt x="581" y="29265"/>
                  </a:lnTo>
                  <a:cubicBezTo>
                    <a:pt x="-1959" y="12374"/>
                    <a:pt x="4137" y="4119"/>
                    <a:pt x="12900" y="2849"/>
                  </a:cubicBezTo>
                  <a:lnTo>
                    <a:pt x="25727" y="817"/>
                  </a:lnTo>
                  <a:cubicBezTo>
                    <a:pt x="40840" y="-2231"/>
                    <a:pt x="49476" y="3611"/>
                    <a:pt x="51127" y="12374"/>
                  </a:cubicBezTo>
                  <a:lnTo>
                    <a:pt x="47063" y="29646"/>
                  </a:lnTo>
                  <a:cubicBezTo>
                    <a:pt x="31442" y="32694"/>
                    <a:pt x="24584" y="33837"/>
                    <a:pt x="17726" y="34853"/>
                  </a:cubicBezTo>
                  <a:lnTo>
                    <a:pt x="16075" y="35107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1" name="Google Shape;2321;p31"/>
            <p:cNvSpPr/>
            <p:nvPr/>
          </p:nvSpPr>
          <p:spPr>
            <a:xfrm>
              <a:off x="264287" y="174137"/>
              <a:ext cx="43688" cy="34016"/>
            </a:xfrm>
            <a:custGeom>
              <a:rect b="b" l="l" r="r" t="t"/>
              <a:pathLst>
                <a:path extrusionOk="0" h="34016" w="43688">
                  <a:moveTo>
                    <a:pt x="15494" y="34016"/>
                  </a:moveTo>
                  <a:lnTo>
                    <a:pt x="381" y="27920"/>
                  </a:lnTo>
                  <a:cubicBezTo>
                    <a:pt x="-1651" y="10775"/>
                    <a:pt x="4699" y="2774"/>
                    <a:pt x="13589" y="1631"/>
                  </a:cubicBezTo>
                  <a:lnTo>
                    <a:pt x="25654" y="107"/>
                  </a:lnTo>
                  <a:cubicBezTo>
                    <a:pt x="34544" y="-909"/>
                    <a:pt x="42545" y="5441"/>
                    <a:pt x="43688" y="14331"/>
                  </a:cubicBezTo>
                  <a:lnTo>
                    <a:pt x="38354" y="31222"/>
                  </a:lnTo>
                  <a:lnTo>
                    <a:pt x="17399" y="33762"/>
                  </a:lnTo>
                  <a:lnTo>
                    <a:pt x="16129" y="3388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2" name="Google Shape;2322;p31"/>
            <p:cNvSpPr/>
            <p:nvPr/>
          </p:nvSpPr>
          <p:spPr>
            <a:xfrm>
              <a:off x="63500" y="63500"/>
              <a:ext cx="746506" cy="842391"/>
            </a:xfrm>
            <a:custGeom>
              <a:rect b="b" l="l" r="r" t="t"/>
              <a:pathLst>
                <a:path extrusionOk="0" h="842391" w="746506">
                  <a:moveTo>
                    <a:pt x="421132" y="842264"/>
                  </a:moveTo>
                  <a:cubicBezTo>
                    <a:pt x="188976" y="842264"/>
                    <a:pt x="0" y="653415"/>
                    <a:pt x="0" y="421132"/>
                  </a:cubicBezTo>
                  <a:cubicBezTo>
                    <a:pt x="0" y="188849"/>
                    <a:pt x="188976" y="0"/>
                    <a:pt x="421132" y="0"/>
                  </a:cubicBezTo>
                  <a:cubicBezTo>
                    <a:pt x="544449" y="0"/>
                    <a:pt x="661162" y="53975"/>
                    <a:pt x="741553" y="148082"/>
                  </a:cubicBezTo>
                  <a:lnTo>
                    <a:pt x="746506" y="165100"/>
                  </a:lnTo>
                  <a:cubicBezTo>
                    <a:pt x="732917" y="176657"/>
                    <a:pt x="722630" y="175895"/>
                    <a:pt x="716915" y="169164"/>
                  </a:cubicBezTo>
                  <a:cubicBezTo>
                    <a:pt x="642747" y="82169"/>
                    <a:pt x="534924" y="32385"/>
                    <a:pt x="421132" y="32385"/>
                  </a:cubicBezTo>
                  <a:cubicBezTo>
                    <a:pt x="206756" y="32385"/>
                    <a:pt x="32385" y="206756"/>
                    <a:pt x="32385" y="421132"/>
                  </a:cubicBezTo>
                  <a:cubicBezTo>
                    <a:pt x="32385" y="635508"/>
                    <a:pt x="206756" y="809879"/>
                    <a:pt x="421132" y="809879"/>
                  </a:cubicBezTo>
                  <a:cubicBezTo>
                    <a:pt x="531749" y="809879"/>
                    <a:pt x="637540" y="762381"/>
                    <a:pt x="711327" y="679577"/>
                  </a:cubicBezTo>
                  <a:lnTo>
                    <a:pt x="727583" y="672338"/>
                  </a:lnTo>
                  <a:cubicBezTo>
                    <a:pt x="740918" y="684276"/>
                    <a:pt x="741553" y="694436"/>
                    <a:pt x="735584" y="701167"/>
                  </a:cubicBezTo>
                  <a:cubicBezTo>
                    <a:pt x="655574" y="790956"/>
                    <a:pt x="541020" y="842391"/>
                    <a:pt x="421259" y="84239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3" name="Google Shape;2323;p31"/>
            <p:cNvSpPr/>
            <p:nvPr/>
          </p:nvSpPr>
          <p:spPr>
            <a:xfrm>
              <a:off x="792480" y="63500"/>
              <a:ext cx="259207" cy="971804"/>
            </a:xfrm>
            <a:custGeom>
              <a:rect b="b" l="l" r="r" t="t"/>
              <a:pathLst>
                <a:path extrusionOk="0" h="971804" w="259207">
                  <a:moveTo>
                    <a:pt x="129540" y="32385"/>
                  </a:moveTo>
                  <a:cubicBezTo>
                    <a:pt x="102743" y="32385"/>
                    <a:pt x="80899" y="54229"/>
                    <a:pt x="80899" y="81026"/>
                  </a:cubicBezTo>
                  <a:lnTo>
                    <a:pt x="80899" y="749300"/>
                  </a:lnTo>
                  <a:cubicBezTo>
                    <a:pt x="80899" y="754507"/>
                    <a:pt x="78359" y="759460"/>
                    <a:pt x="74041" y="762508"/>
                  </a:cubicBezTo>
                  <a:cubicBezTo>
                    <a:pt x="47498" y="781177"/>
                    <a:pt x="32385" y="810260"/>
                    <a:pt x="32385" y="842264"/>
                  </a:cubicBezTo>
                  <a:cubicBezTo>
                    <a:pt x="32385" y="895858"/>
                    <a:pt x="75946" y="939419"/>
                    <a:pt x="129540" y="939419"/>
                  </a:cubicBezTo>
                  <a:cubicBezTo>
                    <a:pt x="183134" y="939419"/>
                    <a:pt x="226695" y="895858"/>
                    <a:pt x="226695" y="842264"/>
                  </a:cubicBezTo>
                  <a:cubicBezTo>
                    <a:pt x="226695" y="810260"/>
                    <a:pt x="211455" y="781177"/>
                    <a:pt x="185039" y="762508"/>
                  </a:cubicBezTo>
                  <a:lnTo>
                    <a:pt x="178181" y="754507"/>
                  </a:lnTo>
                  <a:lnTo>
                    <a:pt x="178181" y="81026"/>
                  </a:lnTo>
                  <a:cubicBezTo>
                    <a:pt x="178181" y="54229"/>
                    <a:pt x="156337" y="32385"/>
                    <a:pt x="129540" y="32385"/>
                  </a:cubicBezTo>
                  <a:moveTo>
                    <a:pt x="129540" y="971804"/>
                  </a:moveTo>
                  <a:cubicBezTo>
                    <a:pt x="58039" y="971804"/>
                    <a:pt x="0" y="913638"/>
                    <a:pt x="0" y="842264"/>
                  </a:cubicBezTo>
                  <a:cubicBezTo>
                    <a:pt x="0" y="802386"/>
                    <a:pt x="17653" y="766064"/>
                    <a:pt x="48641" y="741172"/>
                  </a:cubicBezTo>
                  <a:lnTo>
                    <a:pt x="48641" y="81026"/>
                  </a:lnTo>
                  <a:cubicBezTo>
                    <a:pt x="48514" y="36322"/>
                    <a:pt x="84836" y="0"/>
                    <a:pt x="129540" y="0"/>
                  </a:cubicBezTo>
                  <a:cubicBezTo>
                    <a:pt x="174244" y="0"/>
                    <a:pt x="210566" y="36322"/>
                    <a:pt x="210566" y="81026"/>
                  </a:cubicBezTo>
                  <a:lnTo>
                    <a:pt x="210566" y="741172"/>
                  </a:lnTo>
                  <a:cubicBezTo>
                    <a:pt x="241554" y="766064"/>
                    <a:pt x="259207" y="802386"/>
                    <a:pt x="259207" y="842264"/>
                  </a:cubicBezTo>
                  <a:cubicBezTo>
                    <a:pt x="259207" y="913765"/>
                    <a:pt x="201041" y="971804"/>
                    <a:pt x="129667" y="97180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4" name="Google Shape;2324;p31"/>
            <p:cNvSpPr/>
            <p:nvPr/>
          </p:nvSpPr>
          <p:spPr>
            <a:xfrm>
              <a:off x="938276" y="355092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5" name="Google Shape;2325;p31"/>
            <p:cNvSpPr/>
            <p:nvPr/>
          </p:nvSpPr>
          <p:spPr>
            <a:xfrm>
              <a:off x="938276" y="257937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6" name="Google Shape;2326;p31"/>
            <p:cNvSpPr/>
            <p:nvPr/>
          </p:nvSpPr>
          <p:spPr>
            <a:xfrm>
              <a:off x="938276" y="549402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7" name="Google Shape;2327;p31"/>
            <p:cNvSpPr/>
            <p:nvPr/>
          </p:nvSpPr>
          <p:spPr>
            <a:xfrm>
              <a:off x="938276" y="452247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8" name="Google Shape;2328;p31"/>
            <p:cNvSpPr/>
            <p:nvPr/>
          </p:nvSpPr>
          <p:spPr>
            <a:xfrm>
              <a:off x="938276" y="743839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31"/>
            <p:cNvSpPr/>
            <p:nvPr/>
          </p:nvSpPr>
          <p:spPr>
            <a:xfrm>
              <a:off x="938276" y="646684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30" name="Google Shape;2330;p31"/>
          <p:cNvSpPr/>
          <p:nvPr/>
        </p:nvSpPr>
        <p:spPr>
          <a:xfrm>
            <a:off x="233877" y="502191"/>
            <a:ext cx="608364" cy="610534"/>
          </a:xfrm>
          <a:custGeom>
            <a:rect b="b" l="l" r="r" t="t"/>
            <a:pathLst>
              <a:path extrusionOk="0" h="939283" w="935944">
                <a:moveTo>
                  <a:pt x="594308" y="304156"/>
                </a:moveTo>
                <a:cubicBezTo>
                  <a:pt x="562304" y="328794"/>
                  <a:pt x="536650" y="358512"/>
                  <a:pt x="515060" y="395850"/>
                </a:cubicBezTo>
                <a:lnTo>
                  <a:pt x="522934" y="395596"/>
                </a:lnTo>
                <a:cubicBezTo>
                  <a:pt x="536523" y="387976"/>
                  <a:pt x="547953" y="381118"/>
                  <a:pt x="559256" y="374387"/>
                </a:cubicBezTo>
                <a:lnTo>
                  <a:pt x="562177" y="372355"/>
                </a:lnTo>
                <a:cubicBezTo>
                  <a:pt x="576147" y="350003"/>
                  <a:pt x="587069" y="328032"/>
                  <a:pt x="594308" y="304156"/>
                </a:cubicBezTo>
                <a:moveTo>
                  <a:pt x="385774" y="620259"/>
                </a:moveTo>
                <a:cubicBezTo>
                  <a:pt x="338784" y="635118"/>
                  <a:pt x="293826" y="676901"/>
                  <a:pt x="284682" y="713477"/>
                </a:cubicBezTo>
                <a:cubicBezTo>
                  <a:pt x="324560" y="689474"/>
                  <a:pt x="357834" y="659121"/>
                  <a:pt x="385774" y="620259"/>
                </a:cubicBezTo>
                <a:moveTo>
                  <a:pt x="626312" y="347209"/>
                </a:moveTo>
                <a:cubicBezTo>
                  <a:pt x="636218" y="344034"/>
                  <a:pt x="646632" y="342891"/>
                  <a:pt x="655522" y="335017"/>
                </a:cubicBezTo>
                <a:cubicBezTo>
                  <a:pt x="675715" y="317110"/>
                  <a:pt x="694257" y="297806"/>
                  <a:pt x="709243" y="275454"/>
                </a:cubicBezTo>
                <a:lnTo>
                  <a:pt x="730452" y="240910"/>
                </a:lnTo>
                <a:cubicBezTo>
                  <a:pt x="729690" y="239894"/>
                  <a:pt x="728928" y="238878"/>
                  <a:pt x="728166" y="237862"/>
                </a:cubicBezTo>
                <a:lnTo>
                  <a:pt x="664031" y="260341"/>
                </a:lnTo>
                <a:cubicBezTo>
                  <a:pt x="654379" y="263643"/>
                  <a:pt x="649934" y="269485"/>
                  <a:pt x="647394" y="279518"/>
                </a:cubicBezTo>
                <a:lnTo>
                  <a:pt x="626312" y="347209"/>
                </a:lnTo>
                <a:moveTo>
                  <a:pt x="325322" y="574666"/>
                </a:moveTo>
                <a:lnTo>
                  <a:pt x="243661" y="575428"/>
                </a:lnTo>
                <a:cubicBezTo>
                  <a:pt x="176605" y="571745"/>
                  <a:pt x="155142" y="570094"/>
                  <a:pt x="98627" y="534026"/>
                </a:cubicBezTo>
                <a:cubicBezTo>
                  <a:pt x="87451" y="526914"/>
                  <a:pt x="84530" y="514341"/>
                  <a:pt x="91007" y="503927"/>
                </a:cubicBezTo>
                <a:cubicBezTo>
                  <a:pt x="97611" y="493386"/>
                  <a:pt x="110311" y="490465"/>
                  <a:pt x="121995" y="497831"/>
                </a:cubicBezTo>
                <a:cubicBezTo>
                  <a:pt x="161238" y="522469"/>
                  <a:pt x="163397" y="519929"/>
                  <a:pt x="209117" y="528057"/>
                </a:cubicBezTo>
                <a:cubicBezTo>
                  <a:pt x="251916" y="535677"/>
                  <a:pt x="294715" y="535042"/>
                  <a:pt x="337387" y="526787"/>
                </a:cubicBezTo>
                <a:lnTo>
                  <a:pt x="340562" y="525771"/>
                </a:lnTo>
                <a:lnTo>
                  <a:pt x="340308" y="518786"/>
                </a:lnTo>
                <a:cubicBezTo>
                  <a:pt x="285444" y="459985"/>
                  <a:pt x="221055" y="423790"/>
                  <a:pt x="144855" y="409820"/>
                </a:cubicBezTo>
                <a:cubicBezTo>
                  <a:pt x="122249" y="405756"/>
                  <a:pt x="45668" y="401819"/>
                  <a:pt x="22681" y="400168"/>
                </a:cubicBezTo>
                <a:lnTo>
                  <a:pt x="5790" y="396485"/>
                </a:lnTo>
                <a:cubicBezTo>
                  <a:pt x="-1957" y="379975"/>
                  <a:pt x="-1195" y="372482"/>
                  <a:pt x="3758" y="365624"/>
                </a:cubicBezTo>
                <a:lnTo>
                  <a:pt x="15569" y="356988"/>
                </a:lnTo>
                <a:cubicBezTo>
                  <a:pt x="86943" y="356353"/>
                  <a:pt x="200354" y="373879"/>
                  <a:pt x="257123" y="402200"/>
                </a:cubicBezTo>
                <a:cubicBezTo>
                  <a:pt x="286968" y="417059"/>
                  <a:pt x="314400" y="435474"/>
                  <a:pt x="339546" y="457445"/>
                </a:cubicBezTo>
                <a:lnTo>
                  <a:pt x="343483" y="460493"/>
                </a:lnTo>
                <a:lnTo>
                  <a:pt x="353135" y="448936"/>
                </a:lnTo>
                <a:cubicBezTo>
                  <a:pt x="331037" y="426203"/>
                  <a:pt x="318083" y="415408"/>
                  <a:pt x="302335" y="407153"/>
                </a:cubicBezTo>
                <a:lnTo>
                  <a:pt x="253440" y="376165"/>
                </a:lnTo>
                <a:cubicBezTo>
                  <a:pt x="234263" y="366513"/>
                  <a:pt x="214070" y="357750"/>
                  <a:pt x="193369" y="353051"/>
                </a:cubicBezTo>
                <a:lnTo>
                  <a:pt x="115518" y="343399"/>
                </a:lnTo>
                <a:cubicBezTo>
                  <a:pt x="101421" y="342002"/>
                  <a:pt x="92150" y="335525"/>
                  <a:pt x="91134" y="323714"/>
                </a:cubicBezTo>
                <a:cubicBezTo>
                  <a:pt x="89864" y="310633"/>
                  <a:pt x="99008" y="299584"/>
                  <a:pt x="112724" y="300219"/>
                </a:cubicBezTo>
                <a:lnTo>
                  <a:pt x="176478" y="304791"/>
                </a:lnTo>
                <a:cubicBezTo>
                  <a:pt x="179018" y="304918"/>
                  <a:pt x="181558" y="305426"/>
                  <a:pt x="185495" y="305807"/>
                </a:cubicBezTo>
                <a:lnTo>
                  <a:pt x="183082" y="301235"/>
                </a:lnTo>
                <a:cubicBezTo>
                  <a:pt x="171144" y="279264"/>
                  <a:pt x="136219" y="207890"/>
                  <a:pt x="125932" y="187316"/>
                </a:cubicBezTo>
                <a:cubicBezTo>
                  <a:pt x="118566" y="172457"/>
                  <a:pt x="123011" y="159630"/>
                  <a:pt x="135584" y="154550"/>
                </a:cubicBezTo>
                <a:cubicBezTo>
                  <a:pt x="147903" y="149597"/>
                  <a:pt x="159079" y="155312"/>
                  <a:pt x="165429" y="170171"/>
                </a:cubicBezTo>
                <a:cubicBezTo>
                  <a:pt x="178383" y="200397"/>
                  <a:pt x="218769" y="279391"/>
                  <a:pt x="240613" y="304029"/>
                </a:cubicBezTo>
                <a:cubicBezTo>
                  <a:pt x="254837" y="320031"/>
                  <a:pt x="269950" y="334509"/>
                  <a:pt x="289762" y="344161"/>
                </a:cubicBezTo>
                <a:lnTo>
                  <a:pt x="331164" y="370704"/>
                </a:lnTo>
                <a:cubicBezTo>
                  <a:pt x="350468" y="385436"/>
                  <a:pt x="373074" y="390897"/>
                  <a:pt x="395680" y="396358"/>
                </a:cubicBezTo>
                <a:lnTo>
                  <a:pt x="406983" y="391786"/>
                </a:lnTo>
                <a:cubicBezTo>
                  <a:pt x="420445" y="388230"/>
                  <a:pt x="421715" y="383277"/>
                  <a:pt x="422985" y="376546"/>
                </a:cubicBezTo>
                <a:cubicBezTo>
                  <a:pt x="425271" y="364608"/>
                  <a:pt x="423620" y="353813"/>
                  <a:pt x="420064" y="342129"/>
                </a:cubicBezTo>
                <a:lnTo>
                  <a:pt x="401522" y="266818"/>
                </a:lnTo>
                <a:cubicBezTo>
                  <a:pt x="400633" y="263008"/>
                  <a:pt x="399490" y="258944"/>
                  <a:pt x="397458" y="255642"/>
                </a:cubicBezTo>
                <a:cubicBezTo>
                  <a:pt x="373709" y="217034"/>
                  <a:pt x="343229" y="184649"/>
                  <a:pt x="306526" y="158233"/>
                </a:cubicBezTo>
                <a:lnTo>
                  <a:pt x="297509" y="150740"/>
                </a:lnTo>
                <a:cubicBezTo>
                  <a:pt x="290143" y="137659"/>
                  <a:pt x="293064" y="127118"/>
                  <a:pt x="300430" y="120895"/>
                </a:cubicBezTo>
                <a:cubicBezTo>
                  <a:pt x="307796" y="114672"/>
                  <a:pt x="318591" y="113402"/>
                  <a:pt x="326846" y="120006"/>
                </a:cubicBezTo>
                <a:lnTo>
                  <a:pt x="387298" y="171568"/>
                </a:lnTo>
                <a:cubicBezTo>
                  <a:pt x="391997" y="175632"/>
                  <a:pt x="395934" y="180712"/>
                  <a:pt x="400887" y="186173"/>
                </a:cubicBezTo>
                <a:lnTo>
                  <a:pt x="408380" y="148200"/>
                </a:lnTo>
                <a:cubicBezTo>
                  <a:pt x="412317" y="133214"/>
                  <a:pt x="446099" y="30217"/>
                  <a:pt x="451306" y="15612"/>
                </a:cubicBezTo>
                <a:cubicBezTo>
                  <a:pt x="455751" y="2658"/>
                  <a:pt x="467562" y="-2803"/>
                  <a:pt x="479373" y="1388"/>
                </a:cubicBezTo>
                <a:cubicBezTo>
                  <a:pt x="490930" y="5579"/>
                  <a:pt x="496264" y="17644"/>
                  <a:pt x="491438" y="30725"/>
                </a:cubicBezTo>
                <a:cubicBezTo>
                  <a:pt x="478484" y="66285"/>
                  <a:pt x="442543" y="190872"/>
                  <a:pt x="442416" y="228845"/>
                </a:cubicBezTo>
                <a:cubicBezTo>
                  <a:pt x="442289" y="243069"/>
                  <a:pt x="445337" y="255515"/>
                  <a:pt x="454354" y="267580"/>
                </a:cubicBezTo>
                <a:lnTo>
                  <a:pt x="457148" y="262119"/>
                </a:lnTo>
                <a:cubicBezTo>
                  <a:pt x="486104" y="203064"/>
                  <a:pt x="491565" y="184903"/>
                  <a:pt x="541730" y="147057"/>
                </a:cubicBezTo>
                <a:lnTo>
                  <a:pt x="557224" y="139437"/>
                </a:lnTo>
                <a:cubicBezTo>
                  <a:pt x="573480" y="147057"/>
                  <a:pt x="577544" y="153153"/>
                  <a:pt x="578179" y="161154"/>
                </a:cubicBezTo>
                <a:lnTo>
                  <a:pt x="574242" y="176902"/>
                </a:lnTo>
                <a:cubicBezTo>
                  <a:pt x="534364" y="206747"/>
                  <a:pt x="540587" y="207255"/>
                  <a:pt x="518362" y="241418"/>
                </a:cubicBezTo>
                <a:cubicBezTo>
                  <a:pt x="502741" y="265421"/>
                  <a:pt x="490422" y="291075"/>
                  <a:pt x="480770" y="318126"/>
                </a:cubicBezTo>
                <a:lnTo>
                  <a:pt x="477214" y="334128"/>
                </a:lnTo>
                <a:cubicBezTo>
                  <a:pt x="481786" y="348352"/>
                  <a:pt x="482802" y="354448"/>
                  <a:pt x="484326" y="361052"/>
                </a:cubicBezTo>
                <a:lnTo>
                  <a:pt x="514679" y="321047"/>
                </a:lnTo>
                <a:cubicBezTo>
                  <a:pt x="540333" y="289805"/>
                  <a:pt x="570686" y="263643"/>
                  <a:pt x="605357" y="242815"/>
                </a:cubicBezTo>
                <a:lnTo>
                  <a:pt x="613104" y="236719"/>
                </a:lnTo>
                <a:cubicBezTo>
                  <a:pt x="613485" y="207128"/>
                  <a:pt x="614247" y="139564"/>
                  <a:pt x="614882" y="116069"/>
                </a:cubicBezTo>
                <a:lnTo>
                  <a:pt x="614501" y="111497"/>
                </a:lnTo>
                <a:cubicBezTo>
                  <a:pt x="614120" y="95622"/>
                  <a:pt x="622756" y="85716"/>
                  <a:pt x="635075" y="85208"/>
                </a:cubicBezTo>
                <a:cubicBezTo>
                  <a:pt x="647013" y="84700"/>
                  <a:pt x="656919" y="93590"/>
                  <a:pt x="657554" y="106671"/>
                </a:cubicBezTo>
                <a:cubicBezTo>
                  <a:pt x="658316" y="126483"/>
                  <a:pt x="658316" y="190237"/>
                  <a:pt x="658570" y="210176"/>
                </a:cubicBezTo>
                <a:lnTo>
                  <a:pt x="658570" y="212970"/>
                </a:lnTo>
                <a:lnTo>
                  <a:pt x="666952" y="212462"/>
                </a:lnTo>
                <a:cubicBezTo>
                  <a:pt x="687780" y="206366"/>
                  <a:pt x="704544" y="201159"/>
                  <a:pt x="721689" y="196968"/>
                </a:cubicBezTo>
                <a:cubicBezTo>
                  <a:pt x="743406" y="191761"/>
                  <a:pt x="755725" y="204842"/>
                  <a:pt x="750391" y="227194"/>
                </a:cubicBezTo>
                <a:lnTo>
                  <a:pt x="754201" y="228210"/>
                </a:lnTo>
                <a:cubicBezTo>
                  <a:pt x="770330" y="233544"/>
                  <a:pt x="776553" y="247133"/>
                  <a:pt x="768679" y="260595"/>
                </a:cubicBezTo>
                <a:lnTo>
                  <a:pt x="730452" y="320158"/>
                </a:lnTo>
                <a:cubicBezTo>
                  <a:pt x="728166" y="323714"/>
                  <a:pt x="725118" y="326889"/>
                  <a:pt x="721308" y="331461"/>
                </a:cubicBezTo>
                <a:lnTo>
                  <a:pt x="727912" y="331842"/>
                </a:lnTo>
                <a:cubicBezTo>
                  <a:pt x="760043" y="331969"/>
                  <a:pt x="757757" y="329810"/>
                  <a:pt x="786586" y="336668"/>
                </a:cubicBezTo>
                <a:cubicBezTo>
                  <a:pt x="800683" y="339970"/>
                  <a:pt x="808049" y="350511"/>
                  <a:pt x="805255" y="362957"/>
                </a:cubicBezTo>
                <a:cubicBezTo>
                  <a:pt x="802461" y="375403"/>
                  <a:pt x="791412" y="382007"/>
                  <a:pt x="777188" y="378832"/>
                </a:cubicBezTo>
                <a:cubicBezTo>
                  <a:pt x="731595" y="368672"/>
                  <a:pt x="717244" y="372101"/>
                  <a:pt x="671270" y="381245"/>
                </a:cubicBezTo>
                <a:lnTo>
                  <a:pt x="663142" y="384039"/>
                </a:lnTo>
                <a:cubicBezTo>
                  <a:pt x="635329" y="403089"/>
                  <a:pt x="609421" y="416678"/>
                  <a:pt x="581735" y="427092"/>
                </a:cubicBezTo>
                <a:lnTo>
                  <a:pt x="572591" y="432807"/>
                </a:lnTo>
                <a:lnTo>
                  <a:pt x="567257" y="442840"/>
                </a:lnTo>
                <a:cubicBezTo>
                  <a:pt x="570051" y="451857"/>
                  <a:pt x="574242" y="457572"/>
                  <a:pt x="575131" y="463922"/>
                </a:cubicBezTo>
                <a:cubicBezTo>
                  <a:pt x="576782" y="474463"/>
                  <a:pt x="583513" y="479416"/>
                  <a:pt x="591895" y="483988"/>
                </a:cubicBezTo>
                <a:cubicBezTo>
                  <a:pt x="670254" y="527549"/>
                  <a:pt x="815161" y="520691"/>
                  <a:pt x="900378" y="493132"/>
                </a:cubicBezTo>
                <a:lnTo>
                  <a:pt x="904696" y="491608"/>
                </a:lnTo>
                <a:cubicBezTo>
                  <a:pt x="919428" y="487290"/>
                  <a:pt x="930985" y="492878"/>
                  <a:pt x="934795" y="504435"/>
                </a:cubicBezTo>
                <a:cubicBezTo>
                  <a:pt x="938478" y="515611"/>
                  <a:pt x="933144" y="527549"/>
                  <a:pt x="921079" y="531359"/>
                </a:cubicBezTo>
                <a:lnTo>
                  <a:pt x="865326" y="546599"/>
                </a:lnTo>
                <a:cubicBezTo>
                  <a:pt x="855293" y="549012"/>
                  <a:pt x="782014" y="564633"/>
                  <a:pt x="770203" y="566411"/>
                </a:cubicBezTo>
                <a:lnTo>
                  <a:pt x="775410" y="570602"/>
                </a:lnTo>
                <a:cubicBezTo>
                  <a:pt x="794206" y="587747"/>
                  <a:pt x="811351" y="602733"/>
                  <a:pt x="827607" y="618735"/>
                </a:cubicBezTo>
                <a:cubicBezTo>
                  <a:pt x="839037" y="630038"/>
                  <a:pt x="838910" y="643246"/>
                  <a:pt x="829131" y="652263"/>
                </a:cubicBezTo>
                <a:cubicBezTo>
                  <a:pt x="819352" y="661280"/>
                  <a:pt x="806525" y="659756"/>
                  <a:pt x="795730" y="647818"/>
                </a:cubicBezTo>
                <a:cubicBezTo>
                  <a:pt x="747470" y="594859"/>
                  <a:pt x="688161" y="561712"/>
                  <a:pt x="617676" y="548631"/>
                </a:cubicBezTo>
                <a:lnTo>
                  <a:pt x="580846" y="544186"/>
                </a:lnTo>
                <a:cubicBezTo>
                  <a:pt x="573988" y="543297"/>
                  <a:pt x="570559" y="545710"/>
                  <a:pt x="569924" y="552949"/>
                </a:cubicBezTo>
                <a:lnTo>
                  <a:pt x="616787" y="563109"/>
                </a:lnTo>
                <a:cubicBezTo>
                  <a:pt x="694003" y="583175"/>
                  <a:pt x="813383" y="677663"/>
                  <a:pt x="866596" y="736972"/>
                </a:cubicBezTo>
                <a:cubicBezTo>
                  <a:pt x="876121" y="747513"/>
                  <a:pt x="875994" y="760848"/>
                  <a:pt x="866596" y="769357"/>
                </a:cubicBezTo>
                <a:cubicBezTo>
                  <a:pt x="857071" y="777993"/>
                  <a:pt x="844371" y="776977"/>
                  <a:pt x="834465" y="765928"/>
                </a:cubicBezTo>
                <a:cubicBezTo>
                  <a:pt x="795984" y="723002"/>
                  <a:pt x="695781" y="637023"/>
                  <a:pt x="641933" y="616449"/>
                </a:cubicBezTo>
                <a:cubicBezTo>
                  <a:pt x="611580" y="604892"/>
                  <a:pt x="580084" y="598034"/>
                  <a:pt x="547826" y="594732"/>
                </a:cubicBezTo>
                <a:lnTo>
                  <a:pt x="533856" y="594732"/>
                </a:lnTo>
                <a:cubicBezTo>
                  <a:pt x="523442" y="603622"/>
                  <a:pt x="518108" y="606035"/>
                  <a:pt x="512901" y="609210"/>
                </a:cubicBezTo>
                <a:cubicBezTo>
                  <a:pt x="533348" y="642865"/>
                  <a:pt x="558494" y="671948"/>
                  <a:pt x="588593" y="696713"/>
                </a:cubicBezTo>
                <a:cubicBezTo>
                  <a:pt x="626820" y="728082"/>
                  <a:pt x="654633" y="741163"/>
                  <a:pt x="702131" y="754752"/>
                </a:cubicBezTo>
                <a:cubicBezTo>
                  <a:pt x="716736" y="758943"/>
                  <a:pt x="723594" y="770246"/>
                  <a:pt x="719657" y="782565"/>
                </a:cubicBezTo>
                <a:cubicBezTo>
                  <a:pt x="715720" y="794884"/>
                  <a:pt x="704417" y="800218"/>
                  <a:pt x="690320" y="796281"/>
                </a:cubicBezTo>
                <a:cubicBezTo>
                  <a:pt x="654887" y="786375"/>
                  <a:pt x="636599" y="780914"/>
                  <a:pt x="605103" y="761610"/>
                </a:cubicBezTo>
                <a:cubicBezTo>
                  <a:pt x="562304" y="735321"/>
                  <a:pt x="525982" y="701920"/>
                  <a:pt x="496010" y="661661"/>
                </a:cubicBezTo>
                <a:lnTo>
                  <a:pt x="493851" y="658994"/>
                </a:lnTo>
                <a:lnTo>
                  <a:pt x="496518" y="672837"/>
                </a:lnTo>
                <a:cubicBezTo>
                  <a:pt x="528141" y="745227"/>
                  <a:pt x="623264" y="846065"/>
                  <a:pt x="684732" y="882006"/>
                </a:cubicBezTo>
                <a:lnTo>
                  <a:pt x="686764" y="883149"/>
                </a:lnTo>
                <a:cubicBezTo>
                  <a:pt x="700353" y="891277"/>
                  <a:pt x="704290" y="903215"/>
                  <a:pt x="697940" y="914391"/>
                </a:cubicBezTo>
                <a:cubicBezTo>
                  <a:pt x="691590" y="925567"/>
                  <a:pt x="678763" y="929123"/>
                  <a:pt x="666444" y="921249"/>
                </a:cubicBezTo>
                <a:lnTo>
                  <a:pt x="611707" y="883403"/>
                </a:lnTo>
                <a:cubicBezTo>
                  <a:pt x="577544" y="856098"/>
                  <a:pt x="500201" y="772405"/>
                  <a:pt x="478357" y="734559"/>
                </a:cubicBezTo>
                <a:lnTo>
                  <a:pt x="476325" y="731384"/>
                </a:lnTo>
                <a:cubicBezTo>
                  <a:pt x="474166" y="742306"/>
                  <a:pt x="474420" y="754498"/>
                  <a:pt x="474039" y="766817"/>
                </a:cubicBezTo>
                <a:cubicBezTo>
                  <a:pt x="472769" y="811394"/>
                  <a:pt x="463752" y="854320"/>
                  <a:pt x="447623" y="895849"/>
                </a:cubicBezTo>
                <a:cubicBezTo>
                  <a:pt x="442670" y="908549"/>
                  <a:pt x="430478" y="913883"/>
                  <a:pt x="418921" y="909311"/>
                </a:cubicBezTo>
                <a:cubicBezTo>
                  <a:pt x="407872" y="904866"/>
                  <a:pt x="403046" y="893055"/>
                  <a:pt x="407237" y="880482"/>
                </a:cubicBezTo>
                <a:lnTo>
                  <a:pt x="410031" y="872862"/>
                </a:lnTo>
                <a:cubicBezTo>
                  <a:pt x="412571" y="865242"/>
                  <a:pt x="413714" y="861432"/>
                  <a:pt x="415746" y="855209"/>
                </a:cubicBezTo>
                <a:cubicBezTo>
                  <a:pt x="404697" y="869179"/>
                  <a:pt x="359485" y="916804"/>
                  <a:pt x="349833" y="928742"/>
                </a:cubicBezTo>
                <a:lnTo>
                  <a:pt x="337514" y="939283"/>
                </a:lnTo>
                <a:cubicBezTo>
                  <a:pt x="311479" y="934965"/>
                  <a:pt x="305256" y="916423"/>
                  <a:pt x="315797" y="901818"/>
                </a:cubicBezTo>
                <a:cubicBezTo>
                  <a:pt x="329894" y="882514"/>
                  <a:pt x="380186" y="827777"/>
                  <a:pt x="392505" y="807457"/>
                </a:cubicBezTo>
                <a:cubicBezTo>
                  <a:pt x="410158" y="777993"/>
                  <a:pt x="421842" y="745735"/>
                  <a:pt x="425906" y="711699"/>
                </a:cubicBezTo>
                <a:cubicBezTo>
                  <a:pt x="427684" y="696586"/>
                  <a:pt x="422096" y="680584"/>
                  <a:pt x="419556" y="664963"/>
                </a:cubicBezTo>
                <a:lnTo>
                  <a:pt x="417397" y="657851"/>
                </a:lnTo>
                <a:lnTo>
                  <a:pt x="412190" y="657343"/>
                </a:lnTo>
                <a:cubicBezTo>
                  <a:pt x="371931" y="708397"/>
                  <a:pt x="323925" y="745989"/>
                  <a:pt x="266648" y="771389"/>
                </a:cubicBezTo>
                <a:lnTo>
                  <a:pt x="257758" y="776596"/>
                </a:lnTo>
                <a:cubicBezTo>
                  <a:pt x="254583" y="797424"/>
                  <a:pt x="251789" y="811902"/>
                  <a:pt x="248868" y="826253"/>
                </a:cubicBezTo>
                <a:cubicBezTo>
                  <a:pt x="246328" y="838699"/>
                  <a:pt x="234898" y="846192"/>
                  <a:pt x="223214" y="843525"/>
                </a:cubicBezTo>
                <a:cubicBezTo>
                  <a:pt x="212546" y="841112"/>
                  <a:pt x="205688" y="831968"/>
                  <a:pt x="206577" y="820411"/>
                </a:cubicBezTo>
                <a:lnTo>
                  <a:pt x="210260" y="791201"/>
                </a:lnTo>
                <a:cubicBezTo>
                  <a:pt x="204926" y="793106"/>
                  <a:pt x="200100" y="794249"/>
                  <a:pt x="195782" y="796535"/>
                </a:cubicBezTo>
                <a:cubicBezTo>
                  <a:pt x="184225" y="802377"/>
                  <a:pt x="172668" y="799583"/>
                  <a:pt x="164667" y="788407"/>
                </a:cubicBezTo>
                <a:cubicBezTo>
                  <a:pt x="157936" y="779136"/>
                  <a:pt x="159206" y="767960"/>
                  <a:pt x="167715" y="759451"/>
                </a:cubicBezTo>
                <a:lnTo>
                  <a:pt x="172160" y="754879"/>
                </a:lnTo>
                <a:cubicBezTo>
                  <a:pt x="196163" y="712334"/>
                  <a:pt x="224357" y="677282"/>
                  <a:pt x="259028" y="647310"/>
                </a:cubicBezTo>
                <a:lnTo>
                  <a:pt x="261695" y="646167"/>
                </a:lnTo>
                <a:lnTo>
                  <a:pt x="261314" y="643373"/>
                </a:lnTo>
                <a:lnTo>
                  <a:pt x="219023" y="648961"/>
                </a:lnTo>
                <a:cubicBezTo>
                  <a:pt x="167207" y="653914"/>
                  <a:pt x="85292" y="648326"/>
                  <a:pt x="35889" y="631435"/>
                </a:cubicBezTo>
                <a:cubicBezTo>
                  <a:pt x="23189" y="627117"/>
                  <a:pt x="17093" y="615941"/>
                  <a:pt x="20649" y="604511"/>
                </a:cubicBezTo>
                <a:cubicBezTo>
                  <a:pt x="24459" y="592192"/>
                  <a:pt x="36270" y="586350"/>
                  <a:pt x="49859" y="590795"/>
                </a:cubicBezTo>
                <a:cubicBezTo>
                  <a:pt x="90118" y="604130"/>
                  <a:pt x="162508" y="609464"/>
                  <a:pt x="204799" y="606924"/>
                </a:cubicBezTo>
                <a:cubicBezTo>
                  <a:pt x="246201" y="604384"/>
                  <a:pt x="285444" y="593970"/>
                  <a:pt x="322909" y="576190"/>
                </a:cubicBezTo>
                <a:lnTo>
                  <a:pt x="325703" y="574412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31" name="Google Shape;2331;p31"/>
          <p:cNvGrpSpPr/>
          <p:nvPr/>
        </p:nvGrpSpPr>
        <p:grpSpPr>
          <a:xfrm>
            <a:off x="178004" y="7762777"/>
            <a:ext cx="720087" cy="727028"/>
            <a:chOff x="63500" y="63500"/>
            <a:chExt cx="1106805" cy="1117473"/>
          </a:xfrm>
        </p:grpSpPr>
        <p:sp>
          <p:nvSpPr>
            <p:cNvPr id="2332" name="Google Shape;2332;p31"/>
            <p:cNvSpPr/>
            <p:nvPr/>
          </p:nvSpPr>
          <p:spPr>
            <a:xfrm>
              <a:off x="452417" y="519747"/>
              <a:ext cx="530803" cy="322500"/>
            </a:xfrm>
            <a:custGeom>
              <a:rect b="b" l="l" r="r" t="t"/>
              <a:pathLst>
                <a:path extrusionOk="0" h="322500" w="530803">
                  <a:moveTo>
                    <a:pt x="300693" y="277051"/>
                  </a:moveTo>
                  <a:cubicBezTo>
                    <a:pt x="338031" y="274765"/>
                    <a:pt x="374099" y="269558"/>
                    <a:pt x="406738" y="250635"/>
                  </a:cubicBezTo>
                  <a:cubicBezTo>
                    <a:pt x="451950" y="224473"/>
                    <a:pt x="478747" y="185357"/>
                    <a:pt x="487637" y="133922"/>
                  </a:cubicBezTo>
                  <a:lnTo>
                    <a:pt x="488653" y="127064"/>
                  </a:lnTo>
                  <a:cubicBezTo>
                    <a:pt x="491828" y="110046"/>
                    <a:pt x="500845" y="103061"/>
                    <a:pt x="513418" y="104839"/>
                  </a:cubicBezTo>
                  <a:cubicBezTo>
                    <a:pt x="526372" y="106617"/>
                    <a:pt x="532087" y="114999"/>
                    <a:pt x="530563" y="129731"/>
                  </a:cubicBezTo>
                  <a:cubicBezTo>
                    <a:pt x="520657" y="223330"/>
                    <a:pt x="456014" y="297117"/>
                    <a:pt x="363304" y="316167"/>
                  </a:cubicBezTo>
                  <a:cubicBezTo>
                    <a:pt x="285961" y="332169"/>
                    <a:pt x="212555" y="317183"/>
                    <a:pt x="144229" y="278702"/>
                  </a:cubicBezTo>
                  <a:cubicBezTo>
                    <a:pt x="94191" y="250508"/>
                    <a:pt x="51138" y="214186"/>
                    <a:pt x="22817" y="162878"/>
                  </a:cubicBezTo>
                  <a:cubicBezTo>
                    <a:pt x="11768" y="142812"/>
                    <a:pt x="1608" y="121984"/>
                    <a:pt x="211" y="98489"/>
                  </a:cubicBezTo>
                  <a:cubicBezTo>
                    <a:pt x="-1948" y="59881"/>
                    <a:pt x="12403" y="29020"/>
                    <a:pt x="47455" y="10732"/>
                  </a:cubicBezTo>
                  <a:cubicBezTo>
                    <a:pt x="82634" y="-7683"/>
                    <a:pt x="115781" y="-1587"/>
                    <a:pt x="146134" y="22797"/>
                  </a:cubicBezTo>
                  <a:lnTo>
                    <a:pt x="170391" y="44260"/>
                  </a:lnTo>
                  <a:cubicBezTo>
                    <a:pt x="180932" y="55055"/>
                    <a:pt x="179789" y="65469"/>
                    <a:pt x="167978" y="76518"/>
                  </a:cubicBezTo>
                  <a:cubicBezTo>
                    <a:pt x="158072" y="85789"/>
                    <a:pt x="149817" y="85281"/>
                    <a:pt x="139149" y="74359"/>
                  </a:cubicBezTo>
                  <a:lnTo>
                    <a:pt x="120734" y="55055"/>
                  </a:lnTo>
                  <a:cubicBezTo>
                    <a:pt x="104097" y="40577"/>
                    <a:pt x="85301" y="37783"/>
                    <a:pt x="69807" y="46673"/>
                  </a:cubicBezTo>
                  <a:cubicBezTo>
                    <a:pt x="50503" y="57722"/>
                    <a:pt x="41232" y="77407"/>
                    <a:pt x="45042" y="99124"/>
                  </a:cubicBezTo>
                  <a:cubicBezTo>
                    <a:pt x="49487" y="123635"/>
                    <a:pt x="61044" y="144717"/>
                    <a:pt x="77046" y="163132"/>
                  </a:cubicBezTo>
                  <a:cubicBezTo>
                    <a:pt x="119972" y="212789"/>
                    <a:pt x="170391" y="251651"/>
                    <a:pt x="235542" y="267145"/>
                  </a:cubicBezTo>
                  <a:lnTo>
                    <a:pt x="300439" y="27705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3" name="Google Shape;2333;p31"/>
            <p:cNvSpPr/>
            <p:nvPr/>
          </p:nvSpPr>
          <p:spPr>
            <a:xfrm>
              <a:off x="277098" y="401210"/>
              <a:ext cx="478944" cy="315717"/>
            </a:xfrm>
            <a:custGeom>
              <a:rect b="b" l="l" r="r" t="t"/>
              <a:pathLst>
                <a:path extrusionOk="0" h="315717" w="478944">
                  <a:moveTo>
                    <a:pt x="178959" y="42020"/>
                  </a:moveTo>
                  <a:cubicBezTo>
                    <a:pt x="134890" y="42147"/>
                    <a:pt x="93996" y="51418"/>
                    <a:pt x="58817" y="79104"/>
                  </a:cubicBezTo>
                  <a:lnTo>
                    <a:pt x="38370" y="97773"/>
                  </a:lnTo>
                  <a:cubicBezTo>
                    <a:pt x="26813" y="108314"/>
                    <a:pt x="16780" y="108695"/>
                    <a:pt x="7382" y="99297"/>
                  </a:cubicBezTo>
                  <a:cubicBezTo>
                    <a:pt x="-2397" y="89518"/>
                    <a:pt x="-2651" y="79485"/>
                    <a:pt x="7763" y="68182"/>
                  </a:cubicBezTo>
                  <a:cubicBezTo>
                    <a:pt x="43196" y="30082"/>
                    <a:pt x="86757" y="6333"/>
                    <a:pt x="138446" y="1634"/>
                  </a:cubicBezTo>
                  <a:cubicBezTo>
                    <a:pt x="257191" y="-9161"/>
                    <a:pt x="354600" y="33765"/>
                    <a:pt x="431816" y="123554"/>
                  </a:cubicBezTo>
                  <a:cubicBezTo>
                    <a:pt x="452009" y="147049"/>
                    <a:pt x="469281" y="172322"/>
                    <a:pt x="476520" y="203564"/>
                  </a:cubicBezTo>
                  <a:cubicBezTo>
                    <a:pt x="485283" y="241410"/>
                    <a:pt x="469662" y="285352"/>
                    <a:pt x="439690" y="303894"/>
                  </a:cubicBezTo>
                  <a:cubicBezTo>
                    <a:pt x="408702" y="323071"/>
                    <a:pt x="361204" y="318499"/>
                    <a:pt x="331486" y="293226"/>
                  </a:cubicBezTo>
                  <a:lnTo>
                    <a:pt x="310404" y="272652"/>
                  </a:lnTo>
                  <a:cubicBezTo>
                    <a:pt x="299355" y="259444"/>
                    <a:pt x="304308" y="242680"/>
                    <a:pt x="320564" y="236330"/>
                  </a:cubicBezTo>
                  <a:lnTo>
                    <a:pt x="334788" y="236711"/>
                  </a:lnTo>
                  <a:cubicBezTo>
                    <a:pt x="348250" y="249411"/>
                    <a:pt x="355489" y="257539"/>
                    <a:pt x="363998" y="264016"/>
                  </a:cubicBezTo>
                  <a:cubicBezTo>
                    <a:pt x="378349" y="274938"/>
                    <a:pt x="394224" y="278494"/>
                    <a:pt x="411369" y="269985"/>
                  </a:cubicBezTo>
                  <a:cubicBezTo>
                    <a:pt x="428768" y="261349"/>
                    <a:pt x="435245" y="246871"/>
                    <a:pt x="436134" y="228075"/>
                  </a:cubicBezTo>
                  <a:cubicBezTo>
                    <a:pt x="436896" y="212073"/>
                    <a:pt x="433086" y="197595"/>
                    <a:pt x="424577" y="184514"/>
                  </a:cubicBezTo>
                  <a:cubicBezTo>
                    <a:pt x="366538" y="95995"/>
                    <a:pt x="286528" y="45068"/>
                    <a:pt x="179086" y="417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4" name="Google Shape;2334;p31"/>
            <p:cNvSpPr/>
            <p:nvPr/>
          </p:nvSpPr>
          <p:spPr>
            <a:xfrm>
              <a:off x="325981" y="253551"/>
              <a:ext cx="447026" cy="241876"/>
            </a:xfrm>
            <a:custGeom>
              <a:rect b="b" l="l" r="r" t="t"/>
              <a:pathLst>
                <a:path extrusionOk="0" h="241876" w="447026">
                  <a:moveTo>
                    <a:pt x="98072" y="40962"/>
                  </a:moveTo>
                  <a:lnTo>
                    <a:pt x="39652" y="52138"/>
                  </a:lnTo>
                  <a:cubicBezTo>
                    <a:pt x="34953" y="53027"/>
                    <a:pt x="30508" y="54932"/>
                    <a:pt x="25936" y="55948"/>
                  </a:cubicBezTo>
                  <a:cubicBezTo>
                    <a:pt x="13236" y="58615"/>
                    <a:pt x="5743" y="54551"/>
                    <a:pt x="1806" y="43375"/>
                  </a:cubicBezTo>
                  <a:cubicBezTo>
                    <a:pt x="-2385" y="31564"/>
                    <a:pt x="536" y="21277"/>
                    <a:pt x="12474" y="17594"/>
                  </a:cubicBezTo>
                  <a:lnTo>
                    <a:pt x="77117" y="2227"/>
                  </a:lnTo>
                  <a:cubicBezTo>
                    <a:pt x="140236" y="-6663"/>
                    <a:pt x="198021" y="12133"/>
                    <a:pt x="253647" y="39692"/>
                  </a:cubicBezTo>
                  <a:cubicBezTo>
                    <a:pt x="327053" y="76014"/>
                    <a:pt x="390045" y="125036"/>
                    <a:pt x="436019" y="193870"/>
                  </a:cubicBezTo>
                  <a:lnTo>
                    <a:pt x="443766" y="206316"/>
                  </a:lnTo>
                  <a:cubicBezTo>
                    <a:pt x="449735" y="221683"/>
                    <a:pt x="447068" y="229303"/>
                    <a:pt x="439321" y="234764"/>
                  </a:cubicBezTo>
                  <a:lnTo>
                    <a:pt x="423192" y="241876"/>
                  </a:lnTo>
                  <a:cubicBezTo>
                    <a:pt x="410111" y="230954"/>
                    <a:pt x="405412" y="225112"/>
                    <a:pt x="401348" y="219143"/>
                  </a:cubicBezTo>
                  <a:cubicBezTo>
                    <a:pt x="340769" y="129862"/>
                    <a:pt x="256187" y="75379"/>
                    <a:pt x="152809" y="48963"/>
                  </a:cubicBezTo>
                  <a:lnTo>
                    <a:pt x="98072" y="4096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5" name="Google Shape;2335;p31"/>
            <p:cNvSpPr/>
            <p:nvPr/>
          </p:nvSpPr>
          <p:spPr>
            <a:xfrm>
              <a:off x="432969" y="743106"/>
              <a:ext cx="446193" cy="239366"/>
            </a:xfrm>
            <a:custGeom>
              <a:rect b="b" l="l" r="r" t="t"/>
              <a:pathLst>
                <a:path extrusionOk="0" h="239366" w="446193">
                  <a:moveTo>
                    <a:pt x="348081" y="239366"/>
                  </a:moveTo>
                  <a:cubicBezTo>
                    <a:pt x="272389" y="237842"/>
                    <a:pt x="205206" y="214601"/>
                    <a:pt x="143738" y="174342"/>
                  </a:cubicBezTo>
                  <a:cubicBezTo>
                    <a:pt x="90525" y="139544"/>
                    <a:pt x="43281" y="98269"/>
                    <a:pt x="9118" y="43659"/>
                  </a:cubicBezTo>
                  <a:lnTo>
                    <a:pt x="3530" y="34261"/>
                  </a:lnTo>
                  <a:cubicBezTo>
                    <a:pt x="-3074" y="17497"/>
                    <a:pt x="-153" y="8988"/>
                    <a:pt x="10134" y="3400"/>
                  </a:cubicBezTo>
                  <a:cubicBezTo>
                    <a:pt x="20675" y="-2442"/>
                    <a:pt x="29057" y="-918"/>
                    <a:pt x="36804" y="9242"/>
                  </a:cubicBezTo>
                  <a:lnTo>
                    <a:pt x="79349" y="65503"/>
                  </a:lnTo>
                  <a:cubicBezTo>
                    <a:pt x="139928" y="131289"/>
                    <a:pt x="213080" y="176755"/>
                    <a:pt x="301472" y="195170"/>
                  </a:cubicBezTo>
                  <a:cubicBezTo>
                    <a:pt x="330301" y="201139"/>
                    <a:pt x="359003" y="198853"/>
                    <a:pt x="387705" y="193392"/>
                  </a:cubicBezTo>
                  <a:lnTo>
                    <a:pt x="422630" y="188820"/>
                  </a:lnTo>
                  <a:cubicBezTo>
                    <a:pt x="436473" y="188312"/>
                    <a:pt x="444474" y="194281"/>
                    <a:pt x="445871" y="203806"/>
                  </a:cubicBezTo>
                  <a:cubicBezTo>
                    <a:pt x="447649" y="214601"/>
                    <a:pt x="442061" y="224888"/>
                    <a:pt x="429107" y="228190"/>
                  </a:cubicBezTo>
                  <a:lnTo>
                    <a:pt x="374751" y="237588"/>
                  </a:lnTo>
                  <a:cubicBezTo>
                    <a:pt x="365353" y="238985"/>
                    <a:pt x="355701" y="238731"/>
                    <a:pt x="347700" y="23923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6" name="Google Shape;2336;p31"/>
            <p:cNvSpPr/>
            <p:nvPr/>
          </p:nvSpPr>
          <p:spPr>
            <a:xfrm>
              <a:off x="323596" y="590075"/>
              <a:ext cx="131850" cy="329767"/>
            </a:xfrm>
            <a:custGeom>
              <a:rect b="b" l="l" r="r" t="t"/>
              <a:pathLst>
                <a:path extrusionOk="0" h="329767" w="131850">
                  <a:moveTo>
                    <a:pt x="127" y="115156"/>
                  </a:moveTo>
                  <a:cubicBezTo>
                    <a:pt x="4318" y="74643"/>
                    <a:pt x="11938" y="39210"/>
                    <a:pt x="36830" y="10000"/>
                  </a:cubicBezTo>
                  <a:cubicBezTo>
                    <a:pt x="47117" y="-2065"/>
                    <a:pt x="57277" y="-2954"/>
                    <a:pt x="68326" y="5936"/>
                  </a:cubicBezTo>
                  <a:lnTo>
                    <a:pt x="77724" y="19271"/>
                  </a:lnTo>
                  <a:cubicBezTo>
                    <a:pt x="73152" y="30701"/>
                    <a:pt x="71882" y="33368"/>
                    <a:pt x="70104" y="35527"/>
                  </a:cubicBezTo>
                  <a:cubicBezTo>
                    <a:pt x="44958" y="67023"/>
                    <a:pt x="42545" y="102837"/>
                    <a:pt x="50038" y="140556"/>
                  </a:cubicBezTo>
                  <a:cubicBezTo>
                    <a:pt x="60325" y="191737"/>
                    <a:pt x="83820" y="236822"/>
                    <a:pt x="114427" y="278605"/>
                  </a:cubicBezTo>
                  <a:lnTo>
                    <a:pt x="122936" y="288892"/>
                  </a:lnTo>
                  <a:cubicBezTo>
                    <a:pt x="135509" y="306164"/>
                    <a:pt x="134112" y="316451"/>
                    <a:pt x="122936" y="325087"/>
                  </a:cubicBezTo>
                  <a:cubicBezTo>
                    <a:pt x="112776" y="332834"/>
                    <a:pt x="103632" y="330929"/>
                    <a:pt x="94234" y="319626"/>
                  </a:cubicBezTo>
                  <a:cubicBezTo>
                    <a:pt x="56134" y="273906"/>
                    <a:pt x="26289" y="223487"/>
                    <a:pt x="9906" y="166083"/>
                  </a:cubicBezTo>
                  <a:lnTo>
                    <a:pt x="0" y="11515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7" name="Google Shape;2337;p31"/>
            <p:cNvSpPr/>
            <p:nvPr/>
          </p:nvSpPr>
          <p:spPr>
            <a:xfrm>
              <a:off x="747631" y="315829"/>
              <a:ext cx="131971" cy="331109"/>
            </a:xfrm>
            <a:custGeom>
              <a:rect b="b" l="l" r="r" t="t"/>
              <a:pathLst>
                <a:path extrusionOk="0" h="331109" w="131971">
                  <a:moveTo>
                    <a:pt x="131844" y="224556"/>
                  </a:moveTo>
                  <a:cubicBezTo>
                    <a:pt x="133114" y="259862"/>
                    <a:pt x="121557" y="290596"/>
                    <a:pt x="101745" y="318663"/>
                  </a:cubicBezTo>
                  <a:lnTo>
                    <a:pt x="88918" y="331109"/>
                  </a:lnTo>
                  <a:cubicBezTo>
                    <a:pt x="61867" y="324251"/>
                    <a:pt x="56152" y="310281"/>
                    <a:pt x="65931" y="295930"/>
                  </a:cubicBezTo>
                  <a:cubicBezTo>
                    <a:pt x="87648" y="263926"/>
                    <a:pt x="94252" y="228747"/>
                    <a:pt x="86759" y="191155"/>
                  </a:cubicBezTo>
                  <a:cubicBezTo>
                    <a:pt x="79647" y="155595"/>
                    <a:pt x="66566" y="122067"/>
                    <a:pt x="47135" y="91460"/>
                  </a:cubicBezTo>
                  <a:lnTo>
                    <a:pt x="6749" y="37104"/>
                  </a:lnTo>
                  <a:cubicBezTo>
                    <a:pt x="-2014" y="25547"/>
                    <a:pt x="-2395" y="16276"/>
                    <a:pt x="6495" y="7259"/>
                  </a:cubicBezTo>
                  <a:cubicBezTo>
                    <a:pt x="15766" y="-2012"/>
                    <a:pt x="27069" y="-2774"/>
                    <a:pt x="35832" y="7132"/>
                  </a:cubicBezTo>
                  <a:cubicBezTo>
                    <a:pt x="90823" y="69616"/>
                    <a:pt x="129939" y="139212"/>
                    <a:pt x="131971" y="22455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8" name="Google Shape;2338;p31"/>
            <p:cNvSpPr/>
            <p:nvPr/>
          </p:nvSpPr>
          <p:spPr>
            <a:xfrm>
              <a:off x="63500" y="289687"/>
              <a:ext cx="167132" cy="166624"/>
            </a:xfrm>
            <a:custGeom>
              <a:rect b="b" l="l" r="r" t="t"/>
              <a:pathLst>
                <a:path extrusionOk="0" h="166624" w="167132">
                  <a:moveTo>
                    <a:pt x="167132" y="98171"/>
                  </a:moveTo>
                  <a:lnTo>
                    <a:pt x="117856" y="115062"/>
                  </a:lnTo>
                  <a:cubicBezTo>
                    <a:pt x="111760" y="117475"/>
                    <a:pt x="105791" y="121793"/>
                    <a:pt x="101346" y="126746"/>
                  </a:cubicBezTo>
                  <a:lnTo>
                    <a:pt x="68961" y="166624"/>
                  </a:lnTo>
                  <a:cubicBezTo>
                    <a:pt x="64135" y="152908"/>
                    <a:pt x="58928" y="140843"/>
                    <a:pt x="55880" y="128270"/>
                  </a:cubicBezTo>
                  <a:cubicBezTo>
                    <a:pt x="52324" y="113538"/>
                    <a:pt x="44577" y="102743"/>
                    <a:pt x="32258" y="94107"/>
                  </a:cubicBezTo>
                  <a:lnTo>
                    <a:pt x="0" y="68707"/>
                  </a:lnTo>
                  <a:cubicBezTo>
                    <a:pt x="16637" y="63119"/>
                    <a:pt x="31369" y="57658"/>
                    <a:pt x="46355" y="53213"/>
                  </a:cubicBezTo>
                  <a:cubicBezTo>
                    <a:pt x="55372" y="50546"/>
                    <a:pt x="62103" y="45974"/>
                    <a:pt x="67564" y="38481"/>
                  </a:cubicBezTo>
                  <a:lnTo>
                    <a:pt x="98171" y="0"/>
                  </a:lnTo>
                  <a:cubicBezTo>
                    <a:pt x="103759" y="16383"/>
                    <a:pt x="109474" y="31242"/>
                    <a:pt x="113792" y="46355"/>
                  </a:cubicBezTo>
                  <a:cubicBezTo>
                    <a:pt x="116459" y="55753"/>
                    <a:pt x="121666" y="62484"/>
                    <a:pt x="129413" y="68199"/>
                  </a:cubicBezTo>
                  <a:lnTo>
                    <a:pt x="167132" y="9817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9" name="Google Shape;2339;p31"/>
            <p:cNvSpPr/>
            <p:nvPr/>
          </p:nvSpPr>
          <p:spPr>
            <a:xfrm>
              <a:off x="551434" y="1033653"/>
              <a:ext cx="146939" cy="147320"/>
            </a:xfrm>
            <a:custGeom>
              <a:rect b="b" l="l" r="r" t="t"/>
              <a:pathLst>
                <a:path extrusionOk="0" h="147320" w="146939">
                  <a:moveTo>
                    <a:pt x="60452" y="147320"/>
                  </a:moveTo>
                  <a:lnTo>
                    <a:pt x="46990" y="107188"/>
                  </a:lnTo>
                  <a:cubicBezTo>
                    <a:pt x="44450" y="98933"/>
                    <a:pt x="40386" y="92583"/>
                    <a:pt x="33401" y="87376"/>
                  </a:cubicBezTo>
                  <a:lnTo>
                    <a:pt x="0" y="60706"/>
                  </a:lnTo>
                  <a:cubicBezTo>
                    <a:pt x="15875" y="55245"/>
                    <a:pt x="30226" y="50673"/>
                    <a:pt x="44323" y="45212"/>
                  </a:cubicBezTo>
                  <a:lnTo>
                    <a:pt x="53721" y="40132"/>
                  </a:lnTo>
                  <a:cubicBezTo>
                    <a:pt x="66802" y="25019"/>
                    <a:pt x="75819" y="13208"/>
                    <a:pt x="86360" y="0"/>
                  </a:cubicBezTo>
                  <a:lnTo>
                    <a:pt x="101346" y="43180"/>
                  </a:lnTo>
                  <a:cubicBezTo>
                    <a:pt x="103378" y="48514"/>
                    <a:pt x="106934" y="53721"/>
                    <a:pt x="111252" y="57531"/>
                  </a:cubicBezTo>
                  <a:lnTo>
                    <a:pt x="146939" y="86487"/>
                  </a:lnTo>
                  <a:cubicBezTo>
                    <a:pt x="130683" y="92075"/>
                    <a:pt x="115951" y="96901"/>
                    <a:pt x="101346" y="102235"/>
                  </a:cubicBezTo>
                  <a:lnTo>
                    <a:pt x="93472" y="106426"/>
                  </a:lnTo>
                  <a:cubicBezTo>
                    <a:pt x="80772" y="121412"/>
                    <a:pt x="71247" y="133604"/>
                    <a:pt x="60325" y="1470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31"/>
            <p:cNvSpPr/>
            <p:nvPr/>
          </p:nvSpPr>
          <p:spPr>
            <a:xfrm>
              <a:off x="922147" y="305181"/>
              <a:ext cx="122174" cy="121793"/>
            </a:xfrm>
            <a:custGeom>
              <a:rect b="b" l="l" r="r" t="t"/>
              <a:pathLst>
                <a:path extrusionOk="0" h="121793" w="122174">
                  <a:moveTo>
                    <a:pt x="71882" y="0"/>
                  </a:moveTo>
                  <a:cubicBezTo>
                    <a:pt x="77343" y="32258"/>
                    <a:pt x="94361" y="55118"/>
                    <a:pt x="122174" y="71628"/>
                  </a:cubicBezTo>
                  <a:cubicBezTo>
                    <a:pt x="89916" y="77216"/>
                    <a:pt x="66548" y="93345"/>
                    <a:pt x="50546" y="121793"/>
                  </a:cubicBezTo>
                  <a:cubicBezTo>
                    <a:pt x="44704" y="89408"/>
                    <a:pt x="28448" y="66167"/>
                    <a:pt x="0" y="50038"/>
                  </a:cubicBezTo>
                  <a:cubicBezTo>
                    <a:pt x="31877" y="44069"/>
                    <a:pt x="55499" y="28448"/>
                    <a:pt x="7200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31"/>
            <p:cNvSpPr/>
            <p:nvPr/>
          </p:nvSpPr>
          <p:spPr>
            <a:xfrm>
              <a:off x="1059053" y="717042"/>
              <a:ext cx="111252" cy="108712"/>
            </a:xfrm>
            <a:custGeom>
              <a:rect b="b" l="l" r="r" t="t"/>
              <a:pathLst>
                <a:path extrusionOk="0" h="108712" w="111252">
                  <a:moveTo>
                    <a:pt x="111125" y="46482"/>
                  </a:moveTo>
                  <a:lnTo>
                    <a:pt x="85598" y="66802"/>
                  </a:lnTo>
                  <a:cubicBezTo>
                    <a:pt x="83185" y="68961"/>
                    <a:pt x="81280" y="73025"/>
                    <a:pt x="81280" y="76200"/>
                  </a:cubicBezTo>
                  <a:lnTo>
                    <a:pt x="82550" y="108712"/>
                  </a:lnTo>
                  <a:cubicBezTo>
                    <a:pt x="75184" y="103886"/>
                    <a:pt x="68326" y="100457"/>
                    <a:pt x="62992" y="95631"/>
                  </a:cubicBezTo>
                  <a:cubicBezTo>
                    <a:pt x="54483" y="88011"/>
                    <a:pt x="46101" y="87503"/>
                    <a:pt x="36195" y="92710"/>
                  </a:cubicBezTo>
                  <a:lnTo>
                    <a:pt x="22987" y="98044"/>
                  </a:lnTo>
                  <a:cubicBezTo>
                    <a:pt x="17653" y="89789"/>
                    <a:pt x="20955" y="80645"/>
                    <a:pt x="22733" y="71120"/>
                  </a:cubicBezTo>
                  <a:lnTo>
                    <a:pt x="22352" y="61849"/>
                  </a:lnTo>
                  <a:cubicBezTo>
                    <a:pt x="14732" y="50419"/>
                    <a:pt x="8128" y="43180"/>
                    <a:pt x="0" y="33020"/>
                  </a:cubicBezTo>
                  <a:lnTo>
                    <a:pt x="31877" y="32766"/>
                  </a:lnTo>
                  <a:cubicBezTo>
                    <a:pt x="35814" y="32385"/>
                    <a:pt x="40640" y="29591"/>
                    <a:pt x="43180" y="26416"/>
                  </a:cubicBezTo>
                  <a:lnTo>
                    <a:pt x="60579" y="0"/>
                  </a:lnTo>
                  <a:cubicBezTo>
                    <a:pt x="64643" y="11176"/>
                    <a:pt x="68326" y="20066"/>
                    <a:pt x="71120" y="29337"/>
                  </a:cubicBezTo>
                  <a:lnTo>
                    <a:pt x="76073" y="37465"/>
                  </a:lnTo>
                  <a:cubicBezTo>
                    <a:pt x="90805" y="40767"/>
                    <a:pt x="99949" y="43561"/>
                    <a:pt x="111252" y="4660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31"/>
            <p:cNvSpPr/>
            <p:nvPr/>
          </p:nvSpPr>
          <p:spPr>
            <a:xfrm>
              <a:off x="174625" y="738378"/>
              <a:ext cx="111125" cy="109093"/>
            </a:xfrm>
            <a:custGeom>
              <a:rect b="b" l="l" r="r" t="t"/>
              <a:pathLst>
                <a:path extrusionOk="0" h="109093" w="111125">
                  <a:moveTo>
                    <a:pt x="60452" y="0"/>
                  </a:moveTo>
                  <a:lnTo>
                    <a:pt x="70358" y="27686"/>
                  </a:lnTo>
                  <a:cubicBezTo>
                    <a:pt x="72263" y="34163"/>
                    <a:pt x="75565" y="37719"/>
                    <a:pt x="82550" y="38989"/>
                  </a:cubicBezTo>
                  <a:lnTo>
                    <a:pt x="111125" y="46609"/>
                  </a:lnTo>
                  <a:cubicBezTo>
                    <a:pt x="101854" y="53848"/>
                    <a:pt x="93726" y="59309"/>
                    <a:pt x="86741" y="65913"/>
                  </a:cubicBezTo>
                  <a:lnTo>
                    <a:pt x="81534" y="73660"/>
                  </a:lnTo>
                  <a:cubicBezTo>
                    <a:pt x="80899" y="87376"/>
                    <a:pt x="81915" y="97155"/>
                    <a:pt x="82550" y="109093"/>
                  </a:cubicBezTo>
                  <a:lnTo>
                    <a:pt x="56134" y="91567"/>
                  </a:lnTo>
                  <a:cubicBezTo>
                    <a:pt x="52832" y="89662"/>
                    <a:pt x="47752" y="89154"/>
                    <a:pt x="44196" y="90297"/>
                  </a:cubicBezTo>
                  <a:lnTo>
                    <a:pt x="14605" y="101346"/>
                  </a:lnTo>
                  <a:cubicBezTo>
                    <a:pt x="17653" y="90170"/>
                    <a:pt x="20955" y="80772"/>
                    <a:pt x="22733" y="71120"/>
                  </a:cubicBezTo>
                  <a:lnTo>
                    <a:pt x="22479" y="61849"/>
                  </a:lnTo>
                  <a:cubicBezTo>
                    <a:pt x="14859" y="50419"/>
                    <a:pt x="8255" y="43180"/>
                    <a:pt x="0" y="33020"/>
                  </a:cubicBezTo>
                  <a:lnTo>
                    <a:pt x="32004" y="32766"/>
                  </a:lnTo>
                  <a:cubicBezTo>
                    <a:pt x="35941" y="32385"/>
                    <a:pt x="40767" y="29718"/>
                    <a:pt x="43180" y="26543"/>
                  </a:cubicBezTo>
                  <a:lnTo>
                    <a:pt x="60452" y="25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31"/>
            <p:cNvSpPr/>
            <p:nvPr/>
          </p:nvSpPr>
          <p:spPr>
            <a:xfrm>
              <a:off x="456438" y="63500"/>
              <a:ext cx="108331" cy="109093"/>
            </a:xfrm>
            <a:custGeom>
              <a:rect b="b" l="l" r="r" t="t"/>
              <a:pathLst>
                <a:path extrusionOk="0" h="109093" w="108331">
                  <a:moveTo>
                    <a:pt x="11557" y="101092"/>
                  </a:moveTo>
                  <a:lnTo>
                    <a:pt x="20320" y="70358"/>
                  </a:lnTo>
                  <a:cubicBezTo>
                    <a:pt x="21082" y="66675"/>
                    <a:pt x="19939" y="61595"/>
                    <a:pt x="17780" y="58547"/>
                  </a:cubicBezTo>
                  <a:lnTo>
                    <a:pt x="0" y="32893"/>
                  </a:lnTo>
                  <a:cubicBezTo>
                    <a:pt x="9652" y="32893"/>
                    <a:pt x="19304" y="33528"/>
                    <a:pt x="28702" y="32639"/>
                  </a:cubicBezTo>
                  <a:lnTo>
                    <a:pt x="37973" y="29337"/>
                  </a:lnTo>
                  <a:cubicBezTo>
                    <a:pt x="46736" y="18288"/>
                    <a:pt x="51562" y="9779"/>
                    <a:pt x="57912" y="0"/>
                  </a:cubicBezTo>
                  <a:lnTo>
                    <a:pt x="68834" y="29210"/>
                  </a:lnTo>
                  <a:cubicBezTo>
                    <a:pt x="70612" y="32893"/>
                    <a:pt x="74549" y="36576"/>
                    <a:pt x="78232" y="37973"/>
                  </a:cubicBezTo>
                  <a:lnTo>
                    <a:pt x="108331" y="46355"/>
                  </a:lnTo>
                  <a:cubicBezTo>
                    <a:pt x="99314" y="53467"/>
                    <a:pt x="91948" y="59817"/>
                    <a:pt x="84074" y="65405"/>
                  </a:cubicBezTo>
                  <a:lnTo>
                    <a:pt x="77724" y="72517"/>
                  </a:lnTo>
                  <a:cubicBezTo>
                    <a:pt x="79121" y="87630"/>
                    <a:pt x="79375" y="97155"/>
                    <a:pt x="80010" y="109093"/>
                  </a:cubicBezTo>
                  <a:lnTo>
                    <a:pt x="53848" y="91567"/>
                  </a:lnTo>
                  <a:cubicBezTo>
                    <a:pt x="50292" y="89662"/>
                    <a:pt x="44958" y="89027"/>
                    <a:pt x="41021" y="90170"/>
                  </a:cubicBezTo>
                  <a:lnTo>
                    <a:pt x="11684" y="10109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4" name="Google Shape;2344;p31"/>
            <p:cNvSpPr/>
            <p:nvPr/>
          </p:nvSpPr>
          <p:spPr>
            <a:xfrm>
              <a:off x="901227" y="881375"/>
              <a:ext cx="94960" cy="67696"/>
            </a:xfrm>
            <a:custGeom>
              <a:rect b="b" l="l" r="r" t="t"/>
              <a:pathLst>
                <a:path extrusionOk="0" h="67696" w="94960">
                  <a:moveTo>
                    <a:pt x="23587" y="67696"/>
                  </a:moveTo>
                  <a:cubicBezTo>
                    <a:pt x="11268" y="67442"/>
                    <a:pt x="3267" y="61346"/>
                    <a:pt x="854" y="52456"/>
                  </a:cubicBezTo>
                  <a:cubicBezTo>
                    <a:pt x="-1813" y="43058"/>
                    <a:pt x="1870" y="33279"/>
                    <a:pt x="10506" y="28707"/>
                  </a:cubicBezTo>
                  <a:lnTo>
                    <a:pt x="63338" y="2418"/>
                  </a:lnTo>
                  <a:cubicBezTo>
                    <a:pt x="72863" y="-2154"/>
                    <a:pt x="80356" y="-122"/>
                    <a:pt x="86325" y="7498"/>
                  </a:cubicBezTo>
                  <a:lnTo>
                    <a:pt x="94961" y="25532"/>
                  </a:lnTo>
                  <a:cubicBezTo>
                    <a:pt x="70450" y="51694"/>
                    <a:pt x="45558" y="59949"/>
                    <a:pt x="23587" y="675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31"/>
            <p:cNvSpPr/>
            <p:nvPr/>
          </p:nvSpPr>
          <p:spPr>
            <a:xfrm>
              <a:off x="641537" y="236171"/>
              <a:ext cx="88654" cy="73780"/>
            </a:xfrm>
            <a:custGeom>
              <a:rect b="b" l="l" r="r" t="t"/>
              <a:pathLst>
                <a:path extrusionOk="0" h="73780" w="88654">
                  <a:moveTo>
                    <a:pt x="23943" y="49"/>
                  </a:moveTo>
                  <a:lnTo>
                    <a:pt x="30547" y="1446"/>
                  </a:lnTo>
                  <a:cubicBezTo>
                    <a:pt x="50105" y="14781"/>
                    <a:pt x="66234" y="25449"/>
                    <a:pt x="81347" y="37514"/>
                  </a:cubicBezTo>
                  <a:cubicBezTo>
                    <a:pt x="90745" y="44880"/>
                    <a:pt x="90745" y="58088"/>
                    <a:pt x="83252" y="66597"/>
                  </a:cubicBezTo>
                  <a:cubicBezTo>
                    <a:pt x="75886" y="74979"/>
                    <a:pt x="64329" y="76122"/>
                    <a:pt x="54804" y="69518"/>
                  </a:cubicBezTo>
                  <a:lnTo>
                    <a:pt x="9592" y="37768"/>
                  </a:lnTo>
                  <a:cubicBezTo>
                    <a:pt x="1972" y="32307"/>
                    <a:pt x="-2219" y="25322"/>
                    <a:pt x="1210" y="15543"/>
                  </a:cubicBezTo>
                  <a:cubicBezTo>
                    <a:pt x="4893" y="5002"/>
                    <a:pt x="12005" y="-586"/>
                    <a:pt x="23943" y="4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31"/>
            <p:cNvSpPr/>
            <p:nvPr/>
          </p:nvSpPr>
          <p:spPr>
            <a:xfrm>
              <a:off x="464561" y="919978"/>
              <a:ext cx="45217" cy="45095"/>
            </a:xfrm>
            <a:custGeom>
              <a:rect b="b" l="l" r="r" t="t"/>
              <a:pathLst>
                <a:path extrusionOk="0" h="45095" w="45217">
                  <a:moveTo>
                    <a:pt x="5" y="22870"/>
                  </a:moveTo>
                  <a:cubicBezTo>
                    <a:pt x="-249" y="10551"/>
                    <a:pt x="9657" y="264"/>
                    <a:pt x="21976" y="10"/>
                  </a:cubicBezTo>
                  <a:cubicBezTo>
                    <a:pt x="34803" y="-371"/>
                    <a:pt x="45217" y="9789"/>
                    <a:pt x="45217" y="22616"/>
                  </a:cubicBezTo>
                  <a:cubicBezTo>
                    <a:pt x="45217" y="34808"/>
                    <a:pt x="34930" y="45095"/>
                    <a:pt x="22738" y="45095"/>
                  </a:cubicBezTo>
                  <a:cubicBezTo>
                    <a:pt x="10546" y="45095"/>
                    <a:pt x="259" y="35189"/>
                    <a:pt x="5" y="228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7" name="Google Shape;2347;p31"/>
            <p:cNvSpPr/>
            <p:nvPr/>
          </p:nvSpPr>
          <p:spPr>
            <a:xfrm>
              <a:off x="231892" y="520055"/>
              <a:ext cx="45224" cy="45097"/>
            </a:xfrm>
            <a:custGeom>
              <a:rect b="b" l="l" r="r" t="t"/>
              <a:pathLst>
                <a:path extrusionOk="0" h="45097" w="45224">
                  <a:moveTo>
                    <a:pt x="45222" y="22997"/>
                  </a:moveTo>
                  <a:cubicBezTo>
                    <a:pt x="44968" y="35570"/>
                    <a:pt x="35189" y="45222"/>
                    <a:pt x="22616" y="45095"/>
                  </a:cubicBezTo>
                  <a:cubicBezTo>
                    <a:pt x="9789" y="44968"/>
                    <a:pt x="-371" y="34554"/>
                    <a:pt x="10" y="21727"/>
                  </a:cubicBezTo>
                  <a:cubicBezTo>
                    <a:pt x="391" y="9662"/>
                    <a:pt x="11059" y="-371"/>
                    <a:pt x="23251" y="10"/>
                  </a:cubicBezTo>
                  <a:cubicBezTo>
                    <a:pt x="35697" y="391"/>
                    <a:pt x="45349" y="10551"/>
                    <a:pt x="45222" y="229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8" name="Google Shape;2348;p31"/>
            <p:cNvSpPr/>
            <p:nvPr/>
          </p:nvSpPr>
          <p:spPr>
            <a:xfrm>
              <a:off x="943355" y="559180"/>
              <a:ext cx="44959" cy="45224"/>
            </a:xfrm>
            <a:custGeom>
              <a:rect b="b" l="l" r="r" t="t"/>
              <a:pathLst>
                <a:path extrusionOk="0" h="45224" w="44959">
                  <a:moveTo>
                    <a:pt x="1" y="22099"/>
                  </a:moveTo>
                  <a:cubicBezTo>
                    <a:pt x="128" y="9653"/>
                    <a:pt x="10161" y="-126"/>
                    <a:pt x="22607" y="1"/>
                  </a:cubicBezTo>
                  <a:cubicBezTo>
                    <a:pt x="35053" y="128"/>
                    <a:pt x="44959" y="10034"/>
                    <a:pt x="44959" y="22480"/>
                  </a:cubicBezTo>
                  <a:cubicBezTo>
                    <a:pt x="44959" y="35434"/>
                    <a:pt x="34545" y="45594"/>
                    <a:pt x="21845" y="45213"/>
                  </a:cubicBezTo>
                  <a:cubicBezTo>
                    <a:pt x="9526" y="44832"/>
                    <a:pt x="-126" y="34672"/>
                    <a:pt x="1" y="222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9" name="Google Shape;2349;p31"/>
            <p:cNvSpPr/>
            <p:nvPr/>
          </p:nvSpPr>
          <p:spPr>
            <a:xfrm>
              <a:off x="773684" y="687705"/>
              <a:ext cx="60071" cy="58801"/>
            </a:xfrm>
            <a:custGeom>
              <a:rect b="b" l="l" r="r" t="t"/>
              <a:pathLst>
                <a:path extrusionOk="0" h="58801" w="60071">
                  <a:moveTo>
                    <a:pt x="7366" y="54737"/>
                  </a:moveTo>
                  <a:cubicBezTo>
                    <a:pt x="13589" y="40132"/>
                    <a:pt x="12065" y="28702"/>
                    <a:pt x="0" y="18796"/>
                  </a:cubicBezTo>
                  <a:cubicBezTo>
                    <a:pt x="14224" y="18796"/>
                    <a:pt x="26416" y="16891"/>
                    <a:pt x="30861" y="0"/>
                  </a:cubicBezTo>
                  <a:cubicBezTo>
                    <a:pt x="35052" y="14859"/>
                    <a:pt x="42164" y="24511"/>
                    <a:pt x="60071" y="23622"/>
                  </a:cubicBezTo>
                  <a:lnTo>
                    <a:pt x="46482" y="32893"/>
                  </a:lnTo>
                  <a:cubicBezTo>
                    <a:pt x="41783" y="43180"/>
                    <a:pt x="43688" y="50292"/>
                    <a:pt x="43688" y="58801"/>
                  </a:cubicBezTo>
                  <a:cubicBezTo>
                    <a:pt x="32258" y="49149"/>
                    <a:pt x="20955" y="43815"/>
                    <a:pt x="7366" y="547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0" name="Google Shape;2350;p31"/>
            <p:cNvSpPr/>
            <p:nvPr/>
          </p:nvSpPr>
          <p:spPr>
            <a:xfrm>
              <a:off x="622681" y="843280"/>
              <a:ext cx="37719" cy="37338"/>
            </a:xfrm>
            <a:custGeom>
              <a:rect b="b" l="l" r="r" t="t"/>
              <a:pathLst>
                <a:path extrusionOk="0" h="37338" w="37719">
                  <a:moveTo>
                    <a:pt x="37719" y="18669"/>
                  </a:moveTo>
                  <a:cubicBezTo>
                    <a:pt x="37719" y="28956"/>
                    <a:pt x="29210" y="37338"/>
                    <a:pt x="18796" y="37338"/>
                  </a:cubicBezTo>
                  <a:cubicBezTo>
                    <a:pt x="8255" y="37338"/>
                    <a:pt x="0" y="29083"/>
                    <a:pt x="0" y="18669"/>
                  </a:cubicBezTo>
                  <a:cubicBezTo>
                    <a:pt x="0" y="8255"/>
                    <a:pt x="8255" y="0"/>
                    <a:pt x="18796" y="0"/>
                  </a:cubicBezTo>
                  <a:cubicBezTo>
                    <a:pt x="29337" y="0"/>
                    <a:pt x="37719" y="8509"/>
                    <a:pt x="37719" y="186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1" name="Google Shape;2351;p31"/>
            <p:cNvSpPr/>
            <p:nvPr/>
          </p:nvSpPr>
          <p:spPr>
            <a:xfrm>
              <a:off x="449453" y="334264"/>
              <a:ext cx="42291" cy="42164"/>
            </a:xfrm>
            <a:custGeom>
              <a:rect b="b" l="l" r="r" t="t"/>
              <a:pathLst>
                <a:path extrusionOk="0" h="42164" w="42291">
                  <a:moveTo>
                    <a:pt x="24765" y="127"/>
                  </a:moveTo>
                  <a:lnTo>
                    <a:pt x="42291" y="24638"/>
                  </a:lnTo>
                  <a:cubicBezTo>
                    <a:pt x="34290" y="30226"/>
                    <a:pt x="25273" y="36576"/>
                    <a:pt x="17399" y="42164"/>
                  </a:cubicBezTo>
                  <a:lnTo>
                    <a:pt x="0" y="17145"/>
                  </a:lnTo>
                  <a:cubicBezTo>
                    <a:pt x="7620" y="11938"/>
                    <a:pt x="16510" y="5715"/>
                    <a:pt x="2476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52" name="Google Shape;2352;p31"/>
          <p:cNvSpPr/>
          <p:nvPr/>
        </p:nvSpPr>
        <p:spPr>
          <a:xfrm>
            <a:off x="235748" y="1856293"/>
            <a:ext cx="605965" cy="614645"/>
          </a:xfrm>
          <a:custGeom>
            <a:rect b="b" l="l" r="r" t="t"/>
            <a:pathLst>
              <a:path extrusionOk="0" h="945607" w="932254">
                <a:moveTo>
                  <a:pt x="514905" y="852495"/>
                </a:moveTo>
                <a:cubicBezTo>
                  <a:pt x="497125" y="852622"/>
                  <a:pt x="483028" y="866592"/>
                  <a:pt x="483282" y="883991"/>
                </a:cubicBezTo>
                <a:cubicBezTo>
                  <a:pt x="483536" y="901390"/>
                  <a:pt x="498268" y="915614"/>
                  <a:pt x="515540" y="915360"/>
                </a:cubicBezTo>
                <a:cubicBezTo>
                  <a:pt x="532177" y="914979"/>
                  <a:pt x="546528" y="900120"/>
                  <a:pt x="546274" y="883483"/>
                </a:cubicBezTo>
                <a:cubicBezTo>
                  <a:pt x="546020" y="866211"/>
                  <a:pt x="532050" y="852495"/>
                  <a:pt x="514905" y="852622"/>
                </a:cubicBezTo>
                <a:moveTo>
                  <a:pt x="129714" y="852622"/>
                </a:moveTo>
                <a:cubicBezTo>
                  <a:pt x="111934" y="852622"/>
                  <a:pt x="97583" y="866465"/>
                  <a:pt x="97456" y="883737"/>
                </a:cubicBezTo>
                <a:cubicBezTo>
                  <a:pt x="97456" y="900501"/>
                  <a:pt x="112696" y="915614"/>
                  <a:pt x="129587" y="915487"/>
                </a:cubicBezTo>
                <a:cubicBezTo>
                  <a:pt x="146732" y="915360"/>
                  <a:pt x="160321" y="901390"/>
                  <a:pt x="160321" y="883864"/>
                </a:cubicBezTo>
                <a:cubicBezTo>
                  <a:pt x="160321" y="866084"/>
                  <a:pt x="147113" y="852622"/>
                  <a:pt x="129714" y="852622"/>
                </a:cubicBezTo>
                <a:moveTo>
                  <a:pt x="112188" y="562173"/>
                </a:moveTo>
                <a:cubicBezTo>
                  <a:pt x="112315" y="544901"/>
                  <a:pt x="98599" y="530931"/>
                  <a:pt x="81327" y="530677"/>
                </a:cubicBezTo>
                <a:cubicBezTo>
                  <a:pt x="64436" y="530423"/>
                  <a:pt x="49450" y="545282"/>
                  <a:pt x="49323" y="562427"/>
                </a:cubicBezTo>
                <a:cubicBezTo>
                  <a:pt x="49196" y="579191"/>
                  <a:pt x="63547" y="593288"/>
                  <a:pt x="80692" y="593415"/>
                </a:cubicBezTo>
                <a:cubicBezTo>
                  <a:pt x="98853" y="593542"/>
                  <a:pt x="112061" y="580334"/>
                  <a:pt x="112188" y="562046"/>
                </a:cubicBezTo>
                <a:moveTo>
                  <a:pt x="787066" y="95448"/>
                </a:moveTo>
                <a:cubicBezTo>
                  <a:pt x="805354" y="95448"/>
                  <a:pt x="818943" y="82367"/>
                  <a:pt x="819070" y="64460"/>
                </a:cubicBezTo>
                <a:cubicBezTo>
                  <a:pt x="819070" y="47315"/>
                  <a:pt x="805354" y="32837"/>
                  <a:pt x="788463" y="32583"/>
                </a:cubicBezTo>
                <a:cubicBezTo>
                  <a:pt x="771318" y="32329"/>
                  <a:pt x="756332" y="46934"/>
                  <a:pt x="756205" y="64079"/>
                </a:cubicBezTo>
                <a:cubicBezTo>
                  <a:pt x="756078" y="81224"/>
                  <a:pt x="770048" y="95448"/>
                  <a:pt x="787066" y="95448"/>
                </a:cubicBezTo>
                <a:moveTo>
                  <a:pt x="386254" y="95448"/>
                </a:moveTo>
                <a:cubicBezTo>
                  <a:pt x="403653" y="95448"/>
                  <a:pt x="417369" y="81986"/>
                  <a:pt x="417496" y="64714"/>
                </a:cubicBezTo>
                <a:cubicBezTo>
                  <a:pt x="417623" y="47061"/>
                  <a:pt x="403526" y="32710"/>
                  <a:pt x="386254" y="32710"/>
                </a:cubicBezTo>
                <a:cubicBezTo>
                  <a:pt x="369490" y="32710"/>
                  <a:pt x="355012" y="47061"/>
                  <a:pt x="354758" y="63825"/>
                </a:cubicBezTo>
                <a:cubicBezTo>
                  <a:pt x="354504" y="81351"/>
                  <a:pt x="368474" y="95448"/>
                  <a:pt x="386254" y="95448"/>
                </a:cubicBezTo>
                <a:moveTo>
                  <a:pt x="321865" y="691586"/>
                </a:moveTo>
                <a:cubicBezTo>
                  <a:pt x="304593" y="691713"/>
                  <a:pt x="289734" y="706699"/>
                  <a:pt x="290242" y="723590"/>
                </a:cubicBezTo>
                <a:cubicBezTo>
                  <a:pt x="290750" y="740481"/>
                  <a:pt x="305228" y="754578"/>
                  <a:pt x="321992" y="754451"/>
                </a:cubicBezTo>
                <a:cubicBezTo>
                  <a:pt x="339772" y="754324"/>
                  <a:pt x="353361" y="740354"/>
                  <a:pt x="353107" y="722574"/>
                </a:cubicBezTo>
                <a:cubicBezTo>
                  <a:pt x="352853" y="705302"/>
                  <a:pt x="338883" y="691459"/>
                  <a:pt x="321865" y="691713"/>
                </a:cubicBezTo>
                <a:moveTo>
                  <a:pt x="594026" y="545282"/>
                </a:moveTo>
                <a:cubicBezTo>
                  <a:pt x="612314" y="545409"/>
                  <a:pt x="626284" y="532201"/>
                  <a:pt x="626538" y="514675"/>
                </a:cubicBezTo>
                <a:cubicBezTo>
                  <a:pt x="626792" y="497530"/>
                  <a:pt x="612314" y="482671"/>
                  <a:pt x="595169" y="482544"/>
                </a:cubicBezTo>
                <a:cubicBezTo>
                  <a:pt x="578278" y="482290"/>
                  <a:pt x="563927" y="496514"/>
                  <a:pt x="563800" y="513532"/>
                </a:cubicBezTo>
                <a:cubicBezTo>
                  <a:pt x="563546" y="531185"/>
                  <a:pt x="576881" y="545155"/>
                  <a:pt x="594026" y="545282"/>
                </a:cubicBezTo>
                <a:moveTo>
                  <a:pt x="321992" y="402661"/>
                </a:moveTo>
                <a:cubicBezTo>
                  <a:pt x="295068" y="402407"/>
                  <a:pt x="275129" y="421965"/>
                  <a:pt x="274748" y="448635"/>
                </a:cubicBezTo>
                <a:cubicBezTo>
                  <a:pt x="274494" y="476829"/>
                  <a:pt x="293671" y="496768"/>
                  <a:pt x="321484" y="497022"/>
                </a:cubicBezTo>
                <a:cubicBezTo>
                  <a:pt x="348281" y="497276"/>
                  <a:pt x="369109" y="477464"/>
                  <a:pt x="369363" y="451429"/>
                </a:cubicBezTo>
                <a:cubicBezTo>
                  <a:pt x="369617" y="422854"/>
                  <a:pt x="350186" y="402788"/>
                  <a:pt x="321992" y="402534"/>
                </a:cubicBezTo>
                <a:moveTo>
                  <a:pt x="804465" y="674822"/>
                </a:moveTo>
                <a:cubicBezTo>
                  <a:pt x="804338" y="701238"/>
                  <a:pt x="825293" y="722320"/>
                  <a:pt x="851836" y="722574"/>
                </a:cubicBezTo>
                <a:cubicBezTo>
                  <a:pt x="878379" y="722828"/>
                  <a:pt x="899080" y="702254"/>
                  <a:pt x="899588" y="675203"/>
                </a:cubicBezTo>
                <a:cubicBezTo>
                  <a:pt x="900096" y="648914"/>
                  <a:pt x="879141" y="627324"/>
                  <a:pt x="852725" y="626943"/>
                </a:cubicBezTo>
                <a:cubicBezTo>
                  <a:pt x="825928" y="626562"/>
                  <a:pt x="804592" y="647771"/>
                  <a:pt x="804592" y="674822"/>
                </a:cubicBezTo>
                <a:moveTo>
                  <a:pt x="80819" y="240101"/>
                </a:moveTo>
                <a:cubicBezTo>
                  <a:pt x="108251" y="240101"/>
                  <a:pt x="128571" y="219781"/>
                  <a:pt x="128571" y="192222"/>
                </a:cubicBezTo>
                <a:cubicBezTo>
                  <a:pt x="128571" y="166060"/>
                  <a:pt x="107997" y="145486"/>
                  <a:pt x="81581" y="145486"/>
                </a:cubicBezTo>
                <a:cubicBezTo>
                  <a:pt x="53895" y="145359"/>
                  <a:pt x="33702" y="165171"/>
                  <a:pt x="33448" y="192857"/>
                </a:cubicBezTo>
                <a:cubicBezTo>
                  <a:pt x="33194" y="219527"/>
                  <a:pt x="53768" y="240101"/>
                  <a:pt x="80819" y="240101"/>
                </a:cubicBezTo>
                <a:moveTo>
                  <a:pt x="547290" y="224734"/>
                </a:moveTo>
                <a:cubicBezTo>
                  <a:pt x="547163" y="251150"/>
                  <a:pt x="568245" y="272613"/>
                  <a:pt x="594534" y="272613"/>
                </a:cubicBezTo>
                <a:cubicBezTo>
                  <a:pt x="621204" y="272740"/>
                  <a:pt x="643048" y="251023"/>
                  <a:pt x="642794" y="224480"/>
                </a:cubicBezTo>
                <a:cubicBezTo>
                  <a:pt x="642540" y="198572"/>
                  <a:pt x="621585" y="177363"/>
                  <a:pt x="595804" y="176982"/>
                </a:cubicBezTo>
                <a:cubicBezTo>
                  <a:pt x="569134" y="176601"/>
                  <a:pt x="547417" y="197937"/>
                  <a:pt x="547290" y="224607"/>
                </a:cubicBezTo>
                <a:moveTo>
                  <a:pt x="279574" y="772231"/>
                </a:moveTo>
                <a:lnTo>
                  <a:pt x="189785" y="849701"/>
                </a:lnTo>
                <a:cubicBezTo>
                  <a:pt x="188134" y="851098"/>
                  <a:pt x="188261" y="856178"/>
                  <a:pt x="189277" y="858972"/>
                </a:cubicBezTo>
                <a:cubicBezTo>
                  <a:pt x="201469" y="890468"/>
                  <a:pt x="189150" y="924631"/>
                  <a:pt x="160194" y="941014"/>
                </a:cubicBezTo>
                <a:cubicBezTo>
                  <a:pt x="148510" y="947618"/>
                  <a:pt x="136191" y="945078"/>
                  <a:pt x="124126" y="945332"/>
                </a:cubicBezTo>
                <a:cubicBezTo>
                  <a:pt x="95678" y="945713"/>
                  <a:pt x="71802" y="926536"/>
                  <a:pt x="66087" y="898850"/>
                </a:cubicBezTo>
                <a:cubicBezTo>
                  <a:pt x="60753" y="873196"/>
                  <a:pt x="67738" y="850971"/>
                  <a:pt x="88058" y="834207"/>
                </a:cubicBezTo>
                <a:cubicBezTo>
                  <a:pt x="109013" y="816935"/>
                  <a:pt x="132508" y="814776"/>
                  <a:pt x="157273" y="825444"/>
                </a:cubicBezTo>
                <a:lnTo>
                  <a:pt x="160575" y="827095"/>
                </a:lnTo>
                <a:cubicBezTo>
                  <a:pt x="179117" y="814522"/>
                  <a:pt x="195500" y="800679"/>
                  <a:pt x="211756" y="786709"/>
                </a:cubicBezTo>
                <a:lnTo>
                  <a:pt x="255317" y="749371"/>
                </a:lnTo>
                <a:cubicBezTo>
                  <a:pt x="259381" y="745942"/>
                  <a:pt x="260016" y="743021"/>
                  <a:pt x="258873" y="737687"/>
                </a:cubicBezTo>
                <a:cubicBezTo>
                  <a:pt x="252015" y="705556"/>
                  <a:pt x="268144" y="675838"/>
                  <a:pt x="298497" y="662630"/>
                </a:cubicBezTo>
                <a:lnTo>
                  <a:pt x="304847" y="657931"/>
                </a:lnTo>
                <a:cubicBezTo>
                  <a:pt x="305228" y="613862"/>
                  <a:pt x="305101" y="572206"/>
                  <a:pt x="305101" y="531439"/>
                </a:cubicBezTo>
                <a:lnTo>
                  <a:pt x="273732" y="515056"/>
                </a:lnTo>
                <a:cubicBezTo>
                  <a:pt x="264588" y="508198"/>
                  <a:pt x="257476" y="498673"/>
                  <a:pt x="248713" y="489529"/>
                </a:cubicBezTo>
                <a:lnTo>
                  <a:pt x="157146" y="535376"/>
                </a:lnTo>
                <a:cubicBezTo>
                  <a:pt x="154352" y="536773"/>
                  <a:pt x="151812" y="538551"/>
                  <a:pt x="148891" y="539440"/>
                </a:cubicBezTo>
                <a:lnTo>
                  <a:pt x="143176" y="543631"/>
                </a:lnTo>
                <a:cubicBezTo>
                  <a:pt x="151558" y="584398"/>
                  <a:pt x="130857" y="617037"/>
                  <a:pt x="95424" y="625673"/>
                </a:cubicBezTo>
                <a:cubicBezTo>
                  <a:pt x="61769" y="633928"/>
                  <a:pt x="26082" y="612084"/>
                  <a:pt x="17954" y="578175"/>
                </a:cubicBezTo>
                <a:cubicBezTo>
                  <a:pt x="9572" y="542742"/>
                  <a:pt x="32051" y="506547"/>
                  <a:pt x="66976" y="499181"/>
                </a:cubicBezTo>
                <a:cubicBezTo>
                  <a:pt x="86280" y="495117"/>
                  <a:pt x="103425" y="499435"/>
                  <a:pt x="119554" y="510230"/>
                </a:cubicBezTo>
                <a:lnTo>
                  <a:pt x="127047" y="512516"/>
                </a:lnTo>
                <a:cubicBezTo>
                  <a:pt x="165020" y="493974"/>
                  <a:pt x="200072" y="476067"/>
                  <a:pt x="235378" y="458668"/>
                </a:cubicBezTo>
                <a:lnTo>
                  <a:pt x="241601" y="454985"/>
                </a:lnTo>
                <a:cubicBezTo>
                  <a:pt x="240585" y="434157"/>
                  <a:pt x="245538" y="419679"/>
                  <a:pt x="254047" y="405201"/>
                </a:cubicBezTo>
                <a:lnTo>
                  <a:pt x="229282" y="377134"/>
                </a:lnTo>
                <a:cubicBezTo>
                  <a:pt x="196516" y="340685"/>
                  <a:pt x="163623" y="304236"/>
                  <a:pt x="131111" y="267660"/>
                </a:cubicBezTo>
                <a:lnTo>
                  <a:pt x="123364" y="262453"/>
                </a:lnTo>
                <a:cubicBezTo>
                  <a:pt x="87423" y="278836"/>
                  <a:pt x="58467" y="277058"/>
                  <a:pt x="31797" y="257246"/>
                </a:cubicBezTo>
                <a:cubicBezTo>
                  <a:pt x="5127" y="237434"/>
                  <a:pt x="-4017" y="209494"/>
                  <a:pt x="1571" y="177871"/>
                </a:cubicBezTo>
                <a:cubicBezTo>
                  <a:pt x="7286" y="145486"/>
                  <a:pt x="27352" y="124023"/>
                  <a:pt x="59356" y="114752"/>
                </a:cubicBezTo>
                <a:cubicBezTo>
                  <a:pt x="90217" y="105862"/>
                  <a:pt x="124761" y="117038"/>
                  <a:pt x="144192" y="141676"/>
                </a:cubicBezTo>
                <a:cubicBezTo>
                  <a:pt x="164639" y="167584"/>
                  <a:pt x="167814" y="203398"/>
                  <a:pt x="152193" y="231973"/>
                </a:cubicBezTo>
                <a:lnTo>
                  <a:pt x="150034" y="235656"/>
                </a:lnTo>
                <a:cubicBezTo>
                  <a:pt x="191817" y="285694"/>
                  <a:pt x="234743" y="333319"/>
                  <a:pt x="275256" y="378404"/>
                </a:cubicBezTo>
                <a:cubicBezTo>
                  <a:pt x="292782" y="375102"/>
                  <a:pt x="307895" y="370022"/>
                  <a:pt x="323135" y="369641"/>
                </a:cubicBezTo>
                <a:cubicBezTo>
                  <a:pt x="360854" y="368752"/>
                  <a:pt x="391969" y="394152"/>
                  <a:pt x="400605" y="430982"/>
                </a:cubicBezTo>
                <a:lnTo>
                  <a:pt x="403653" y="437459"/>
                </a:lnTo>
                <a:cubicBezTo>
                  <a:pt x="451278" y="450286"/>
                  <a:pt x="494458" y="462351"/>
                  <a:pt x="537765" y="473908"/>
                </a:cubicBezTo>
                <a:lnTo>
                  <a:pt x="543861" y="472892"/>
                </a:lnTo>
                <a:cubicBezTo>
                  <a:pt x="555291" y="465526"/>
                  <a:pt x="564054" y="459557"/>
                  <a:pt x="572690" y="453207"/>
                </a:cubicBezTo>
                <a:lnTo>
                  <a:pt x="578151" y="448127"/>
                </a:lnTo>
                <a:cubicBezTo>
                  <a:pt x="578532" y="400502"/>
                  <a:pt x="578532" y="355417"/>
                  <a:pt x="578151" y="310332"/>
                </a:cubicBezTo>
                <a:lnTo>
                  <a:pt x="574849" y="303728"/>
                </a:lnTo>
                <a:cubicBezTo>
                  <a:pt x="535606" y="293187"/>
                  <a:pt x="507031" y="253944"/>
                  <a:pt x="515540" y="210637"/>
                </a:cubicBezTo>
                <a:lnTo>
                  <a:pt x="515286" y="201112"/>
                </a:lnTo>
                <a:cubicBezTo>
                  <a:pt x="495474" y="184729"/>
                  <a:pt x="480615" y="171902"/>
                  <a:pt x="465629" y="158948"/>
                </a:cubicBezTo>
                <a:lnTo>
                  <a:pt x="420163" y="119959"/>
                </a:lnTo>
                <a:cubicBezTo>
                  <a:pt x="402383" y="129484"/>
                  <a:pt x="383841" y="132151"/>
                  <a:pt x="364410" y="125293"/>
                </a:cubicBezTo>
                <a:cubicBezTo>
                  <a:pt x="349932" y="120086"/>
                  <a:pt x="338756" y="110815"/>
                  <a:pt x="330755" y="97861"/>
                </a:cubicBezTo>
                <a:cubicBezTo>
                  <a:pt x="315134" y="72842"/>
                  <a:pt x="319452" y="40965"/>
                  <a:pt x="339899" y="18740"/>
                </a:cubicBezTo>
                <a:cubicBezTo>
                  <a:pt x="359457" y="-2469"/>
                  <a:pt x="399208" y="-3993"/>
                  <a:pt x="419401" y="8580"/>
                </a:cubicBezTo>
                <a:cubicBezTo>
                  <a:pt x="448865" y="26868"/>
                  <a:pt x="457247" y="55697"/>
                  <a:pt x="443785" y="96210"/>
                </a:cubicBezTo>
                <a:lnTo>
                  <a:pt x="532812" y="172537"/>
                </a:lnTo>
                <a:cubicBezTo>
                  <a:pt x="548179" y="155265"/>
                  <a:pt x="567229" y="145486"/>
                  <a:pt x="589835" y="144216"/>
                </a:cubicBezTo>
                <a:cubicBezTo>
                  <a:pt x="612187" y="142946"/>
                  <a:pt x="632380" y="149677"/>
                  <a:pt x="649906" y="165044"/>
                </a:cubicBezTo>
                <a:lnTo>
                  <a:pt x="715311" y="109545"/>
                </a:lnTo>
                <a:cubicBezTo>
                  <a:pt x="725852" y="101163"/>
                  <a:pt x="729916" y="94686"/>
                  <a:pt x="725344" y="79700"/>
                </a:cubicBezTo>
                <a:cubicBezTo>
                  <a:pt x="715692" y="48077"/>
                  <a:pt x="733218" y="15184"/>
                  <a:pt x="764079" y="4389"/>
                </a:cubicBezTo>
                <a:cubicBezTo>
                  <a:pt x="788336" y="-4120"/>
                  <a:pt x="814752" y="-691"/>
                  <a:pt x="833421" y="18486"/>
                </a:cubicBezTo>
                <a:cubicBezTo>
                  <a:pt x="852090" y="37663"/>
                  <a:pt x="857678" y="64968"/>
                  <a:pt x="847391" y="89225"/>
                </a:cubicBezTo>
                <a:cubicBezTo>
                  <a:pt x="837104" y="113482"/>
                  <a:pt x="813863" y="129738"/>
                  <a:pt x="788209" y="128722"/>
                </a:cubicBezTo>
                <a:lnTo>
                  <a:pt x="758745" y="122626"/>
                </a:lnTo>
                <a:cubicBezTo>
                  <a:pt x="755951" y="122118"/>
                  <a:pt x="751887" y="121991"/>
                  <a:pt x="749982" y="123515"/>
                </a:cubicBezTo>
                <a:lnTo>
                  <a:pt x="669337" y="192222"/>
                </a:lnTo>
                <a:cubicBezTo>
                  <a:pt x="677973" y="215717"/>
                  <a:pt x="678481" y="239212"/>
                  <a:pt x="667051" y="261818"/>
                </a:cubicBezTo>
                <a:cubicBezTo>
                  <a:pt x="655621" y="284678"/>
                  <a:pt x="636444" y="298267"/>
                  <a:pt x="611552" y="304617"/>
                </a:cubicBezTo>
                <a:lnTo>
                  <a:pt x="611298" y="426156"/>
                </a:lnTo>
                <a:cubicBezTo>
                  <a:pt x="611044" y="441396"/>
                  <a:pt x="611806" y="452318"/>
                  <a:pt x="629078" y="460319"/>
                </a:cubicBezTo>
                <a:cubicBezTo>
                  <a:pt x="649906" y="469844"/>
                  <a:pt x="658669" y="490545"/>
                  <a:pt x="659685" y="513659"/>
                </a:cubicBezTo>
                <a:lnTo>
                  <a:pt x="661082" y="521406"/>
                </a:lnTo>
                <a:cubicBezTo>
                  <a:pt x="710485" y="551378"/>
                  <a:pt x="757729" y="579699"/>
                  <a:pt x="804719" y="607893"/>
                </a:cubicBezTo>
                <a:cubicBezTo>
                  <a:pt x="845613" y="582239"/>
                  <a:pt x="891206" y="593796"/>
                  <a:pt x="915463" y="624657"/>
                </a:cubicBezTo>
                <a:cubicBezTo>
                  <a:pt x="939085" y="654629"/>
                  <a:pt x="937561" y="700984"/>
                  <a:pt x="912288" y="728670"/>
                </a:cubicBezTo>
                <a:cubicBezTo>
                  <a:pt x="884348" y="759277"/>
                  <a:pt x="840152" y="764865"/>
                  <a:pt x="805735" y="741878"/>
                </a:cubicBezTo>
                <a:cubicBezTo>
                  <a:pt x="775890" y="721939"/>
                  <a:pt x="757729" y="678251"/>
                  <a:pt x="781478" y="632912"/>
                </a:cubicBezTo>
                <a:lnTo>
                  <a:pt x="648001" y="552648"/>
                </a:lnTo>
                <a:cubicBezTo>
                  <a:pt x="626665" y="576905"/>
                  <a:pt x="600757" y="586430"/>
                  <a:pt x="570277" y="573857"/>
                </a:cubicBezTo>
                <a:cubicBezTo>
                  <a:pt x="541448" y="561919"/>
                  <a:pt x="529256" y="538297"/>
                  <a:pt x="530018" y="506674"/>
                </a:cubicBezTo>
                <a:lnTo>
                  <a:pt x="403399" y="472003"/>
                </a:lnTo>
                <a:cubicBezTo>
                  <a:pt x="394382" y="484957"/>
                  <a:pt x="387524" y="498800"/>
                  <a:pt x="376983" y="508833"/>
                </a:cubicBezTo>
                <a:cubicBezTo>
                  <a:pt x="366696" y="518612"/>
                  <a:pt x="352599" y="524454"/>
                  <a:pt x="338248" y="533217"/>
                </a:cubicBezTo>
                <a:lnTo>
                  <a:pt x="338248" y="619577"/>
                </a:lnTo>
                <a:cubicBezTo>
                  <a:pt x="338248" y="630372"/>
                  <a:pt x="338502" y="641167"/>
                  <a:pt x="338121" y="651962"/>
                </a:cubicBezTo>
                <a:lnTo>
                  <a:pt x="339264" y="660344"/>
                </a:lnTo>
                <a:cubicBezTo>
                  <a:pt x="376602" y="675330"/>
                  <a:pt x="391842" y="705683"/>
                  <a:pt x="384730" y="739084"/>
                </a:cubicBezTo>
                <a:lnTo>
                  <a:pt x="385746" y="746323"/>
                </a:lnTo>
                <a:cubicBezTo>
                  <a:pt x="416480" y="773120"/>
                  <a:pt x="445309" y="797758"/>
                  <a:pt x="474011" y="822523"/>
                </a:cubicBezTo>
                <a:lnTo>
                  <a:pt x="482266" y="827476"/>
                </a:lnTo>
                <a:cubicBezTo>
                  <a:pt x="520874" y="809823"/>
                  <a:pt x="558974" y="824555"/>
                  <a:pt x="573706" y="857067"/>
                </a:cubicBezTo>
                <a:cubicBezTo>
                  <a:pt x="588311" y="889198"/>
                  <a:pt x="574468" y="927298"/>
                  <a:pt x="542083" y="941903"/>
                </a:cubicBezTo>
                <a:lnTo>
                  <a:pt x="525954" y="944443"/>
                </a:lnTo>
                <a:cubicBezTo>
                  <a:pt x="499284" y="946983"/>
                  <a:pt x="482647" y="944189"/>
                  <a:pt x="468804" y="929838"/>
                </a:cubicBezTo>
                <a:cubicBezTo>
                  <a:pt x="452802" y="913201"/>
                  <a:pt x="442261" y="885388"/>
                  <a:pt x="457374" y="852114"/>
                </a:cubicBezTo>
                <a:lnTo>
                  <a:pt x="364537" y="772485"/>
                </a:lnTo>
                <a:cubicBezTo>
                  <a:pt x="351837" y="781375"/>
                  <a:pt x="338248" y="788106"/>
                  <a:pt x="322246" y="787979"/>
                </a:cubicBezTo>
                <a:cubicBezTo>
                  <a:pt x="306244" y="787852"/>
                  <a:pt x="292147" y="782518"/>
                  <a:pt x="279447" y="772231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53" name="Google Shape;2353;p31"/>
          <p:cNvGrpSpPr/>
          <p:nvPr/>
        </p:nvGrpSpPr>
        <p:grpSpPr>
          <a:xfrm>
            <a:off x="138506" y="9307774"/>
            <a:ext cx="801318" cy="443295"/>
            <a:chOff x="63500" y="63500"/>
            <a:chExt cx="1508506" cy="834517"/>
          </a:xfrm>
        </p:grpSpPr>
        <p:sp>
          <p:nvSpPr>
            <p:cNvPr id="2354" name="Google Shape;2354;p31"/>
            <p:cNvSpPr/>
            <p:nvPr/>
          </p:nvSpPr>
          <p:spPr>
            <a:xfrm>
              <a:off x="63500" y="63500"/>
              <a:ext cx="1508506" cy="834517"/>
            </a:xfrm>
            <a:custGeom>
              <a:rect b="b" l="l" r="r" t="t"/>
              <a:pathLst>
                <a:path extrusionOk="0" h="834517" w="1508506">
                  <a:moveTo>
                    <a:pt x="754253" y="30988"/>
                  </a:moveTo>
                  <a:cubicBezTo>
                    <a:pt x="355473" y="30988"/>
                    <a:pt x="30988" y="204216"/>
                    <a:pt x="30988" y="417195"/>
                  </a:cubicBezTo>
                  <a:cubicBezTo>
                    <a:pt x="30988" y="630174"/>
                    <a:pt x="355473" y="803402"/>
                    <a:pt x="754253" y="803402"/>
                  </a:cubicBezTo>
                  <a:cubicBezTo>
                    <a:pt x="1153033" y="803402"/>
                    <a:pt x="1477518" y="630174"/>
                    <a:pt x="1477518" y="417195"/>
                  </a:cubicBezTo>
                  <a:cubicBezTo>
                    <a:pt x="1477518" y="204216"/>
                    <a:pt x="1153033" y="30988"/>
                    <a:pt x="754253" y="30988"/>
                  </a:cubicBezTo>
                  <a:moveTo>
                    <a:pt x="754253" y="834390"/>
                  </a:moveTo>
                  <a:cubicBezTo>
                    <a:pt x="338328" y="834517"/>
                    <a:pt x="0" y="647319"/>
                    <a:pt x="0" y="417195"/>
                  </a:cubicBezTo>
                  <a:cubicBezTo>
                    <a:pt x="0" y="187071"/>
                    <a:pt x="338328" y="0"/>
                    <a:pt x="754253" y="0"/>
                  </a:cubicBezTo>
                  <a:cubicBezTo>
                    <a:pt x="1170178" y="0"/>
                    <a:pt x="1508506" y="187198"/>
                    <a:pt x="1508506" y="417195"/>
                  </a:cubicBezTo>
                  <a:cubicBezTo>
                    <a:pt x="1508506" y="647192"/>
                    <a:pt x="1170178" y="834517"/>
                    <a:pt x="754253" y="8345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5" name="Google Shape;2355;p31"/>
            <p:cNvSpPr/>
            <p:nvPr/>
          </p:nvSpPr>
          <p:spPr>
            <a:xfrm>
              <a:off x="309372" y="287274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6" name="Google Shape;2356;p31"/>
            <p:cNvSpPr/>
            <p:nvPr/>
          </p:nvSpPr>
          <p:spPr>
            <a:xfrm>
              <a:off x="515239" y="642112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7" name="Google Shape;2357;p31"/>
            <p:cNvSpPr/>
            <p:nvPr/>
          </p:nvSpPr>
          <p:spPr>
            <a:xfrm>
              <a:off x="372745" y="561467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8" name="Google Shape;2358;p31"/>
            <p:cNvSpPr/>
            <p:nvPr/>
          </p:nvSpPr>
          <p:spPr>
            <a:xfrm>
              <a:off x="453390" y="39331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9" name="Google Shape;2359;p31"/>
            <p:cNvSpPr/>
            <p:nvPr/>
          </p:nvSpPr>
          <p:spPr>
            <a:xfrm>
              <a:off x="957580" y="325755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0" name="Google Shape;2360;p31"/>
            <p:cNvSpPr/>
            <p:nvPr/>
          </p:nvSpPr>
          <p:spPr>
            <a:xfrm>
              <a:off x="850392" y="727202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1" name="Google Shape;2361;p31"/>
            <p:cNvSpPr/>
            <p:nvPr/>
          </p:nvSpPr>
          <p:spPr>
            <a:xfrm>
              <a:off x="217170" y="451358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31"/>
            <p:cNvSpPr/>
            <p:nvPr/>
          </p:nvSpPr>
          <p:spPr>
            <a:xfrm>
              <a:off x="618490" y="302006"/>
              <a:ext cx="35052" cy="34798"/>
            </a:xfrm>
            <a:custGeom>
              <a:rect b="b" l="l" r="r" t="t"/>
              <a:pathLst>
                <a:path extrusionOk="0" h="34798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747"/>
                  </a:lnTo>
                  <a:cubicBezTo>
                    <a:pt x="0" y="27051"/>
                    <a:pt x="7874" y="34798"/>
                    <a:pt x="17526" y="34798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31"/>
            <p:cNvSpPr/>
            <p:nvPr/>
          </p:nvSpPr>
          <p:spPr>
            <a:xfrm>
              <a:off x="1103122" y="708914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4" name="Google Shape;2364;p31"/>
            <p:cNvSpPr/>
            <p:nvPr/>
          </p:nvSpPr>
          <p:spPr>
            <a:xfrm>
              <a:off x="845947" y="435483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127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5" name="Google Shape;2365;p31"/>
            <p:cNvSpPr/>
            <p:nvPr/>
          </p:nvSpPr>
          <p:spPr>
            <a:xfrm>
              <a:off x="1069594" y="284734"/>
              <a:ext cx="35052" cy="34798"/>
            </a:xfrm>
            <a:custGeom>
              <a:rect b="b" l="l" r="r" t="t"/>
              <a:pathLst>
                <a:path extrusionOk="0" h="34798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747"/>
                  </a:lnTo>
                  <a:cubicBezTo>
                    <a:pt x="0" y="27051"/>
                    <a:pt x="7874" y="34798"/>
                    <a:pt x="17526" y="34798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6" name="Google Shape;2366;p31"/>
            <p:cNvSpPr/>
            <p:nvPr/>
          </p:nvSpPr>
          <p:spPr>
            <a:xfrm>
              <a:off x="615950" y="758190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7" name="Google Shape;2367;p31"/>
            <p:cNvSpPr/>
            <p:nvPr/>
          </p:nvSpPr>
          <p:spPr>
            <a:xfrm>
              <a:off x="930148" y="19392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8" name="Google Shape;2368;p31"/>
            <p:cNvSpPr/>
            <p:nvPr/>
          </p:nvSpPr>
          <p:spPr>
            <a:xfrm>
              <a:off x="1380236" y="346964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9" name="Google Shape;2369;p31"/>
            <p:cNvSpPr/>
            <p:nvPr/>
          </p:nvSpPr>
          <p:spPr>
            <a:xfrm>
              <a:off x="1293622" y="603377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31"/>
            <p:cNvSpPr/>
            <p:nvPr/>
          </p:nvSpPr>
          <p:spPr>
            <a:xfrm>
              <a:off x="691261" y="174498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1" name="Google Shape;2371;p31"/>
            <p:cNvSpPr/>
            <p:nvPr/>
          </p:nvSpPr>
          <p:spPr>
            <a:xfrm>
              <a:off x="1224153" y="416433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2" name="Google Shape;2372;p31"/>
            <p:cNvSpPr/>
            <p:nvPr/>
          </p:nvSpPr>
          <p:spPr>
            <a:xfrm>
              <a:off x="276733" y="615696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3" name="Google Shape;2373;p31"/>
            <p:cNvSpPr/>
            <p:nvPr/>
          </p:nvSpPr>
          <p:spPr>
            <a:xfrm>
              <a:off x="995299" y="455295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31"/>
            <p:cNvSpPr/>
            <p:nvPr/>
          </p:nvSpPr>
          <p:spPr>
            <a:xfrm>
              <a:off x="701421" y="568579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5" name="Google Shape;2375;p31"/>
            <p:cNvSpPr/>
            <p:nvPr/>
          </p:nvSpPr>
          <p:spPr>
            <a:xfrm>
              <a:off x="740029" y="366141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6" name="Google Shape;2376;p31"/>
            <p:cNvSpPr/>
            <p:nvPr/>
          </p:nvSpPr>
          <p:spPr>
            <a:xfrm>
              <a:off x="517525" y="16979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7" name="Google Shape;2377;p31"/>
            <p:cNvSpPr/>
            <p:nvPr/>
          </p:nvSpPr>
          <p:spPr>
            <a:xfrm>
              <a:off x="600075" y="435991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8" name="Google Shape;2378;p31"/>
            <p:cNvSpPr/>
            <p:nvPr/>
          </p:nvSpPr>
          <p:spPr>
            <a:xfrm>
              <a:off x="884809" y="609981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9" name="Google Shape;2379;p31"/>
            <p:cNvSpPr/>
            <p:nvPr/>
          </p:nvSpPr>
          <p:spPr>
            <a:xfrm>
              <a:off x="1108710" y="605028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0" name="Google Shape;2380;p31"/>
            <p:cNvSpPr/>
            <p:nvPr/>
          </p:nvSpPr>
          <p:spPr>
            <a:xfrm>
              <a:off x="1383157" y="511048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1" name="Google Shape;2381;p31"/>
            <p:cNvSpPr/>
            <p:nvPr/>
          </p:nvSpPr>
          <p:spPr>
            <a:xfrm>
              <a:off x="1134237" y="508381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2" name="Google Shape;2382;p31"/>
            <p:cNvSpPr/>
            <p:nvPr/>
          </p:nvSpPr>
          <p:spPr>
            <a:xfrm>
              <a:off x="1224407" y="237744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83" name="Google Shape;2383;p31"/>
          <p:cNvGrpSpPr/>
          <p:nvPr/>
        </p:nvGrpSpPr>
        <p:grpSpPr>
          <a:xfrm>
            <a:off x="198554" y="3255792"/>
            <a:ext cx="678939" cy="675634"/>
            <a:chOff x="63500" y="63500"/>
            <a:chExt cx="1043559" cy="1038479"/>
          </a:xfrm>
        </p:grpSpPr>
        <p:sp>
          <p:nvSpPr>
            <p:cNvPr id="2384" name="Google Shape;2384;p31"/>
            <p:cNvSpPr/>
            <p:nvPr/>
          </p:nvSpPr>
          <p:spPr>
            <a:xfrm>
              <a:off x="66929" y="144399"/>
              <a:ext cx="242316" cy="611378"/>
            </a:xfrm>
            <a:custGeom>
              <a:rect b="b" l="l" r="r" t="t"/>
              <a:pathLst>
                <a:path extrusionOk="0" h="611378" w="242316">
                  <a:moveTo>
                    <a:pt x="225044" y="611378"/>
                  </a:moveTo>
                  <a:lnTo>
                    <a:pt x="178308" y="611378"/>
                  </a:lnTo>
                  <a:cubicBezTo>
                    <a:pt x="78359" y="611378"/>
                    <a:pt x="0" y="535305"/>
                    <a:pt x="0" y="438277"/>
                  </a:cubicBezTo>
                  <a:cubicBezTo>
                    <a:pt x="0" y="350520"/>
                    <a:pt x="63246" y="276733"/>
                    <a:pt x="148717" y="262509"/>
                  </a:cubicBezTo>
                  <a:cubicBezTo>
                    <a:pt x="138049" y="234061"/>
                    <a:pt x="132588" y="203962"/>
                    <a:pt x="132588" y="173101"/>
                  </a:cubicBezTo>
                  <a:cubicBezTo>
                    <a:pt x="132588" y="112649"/>
                    <a:pt x="154305" y="53975"/>
                    <a:pt x="193675" y="8001"/>
                  </a:cubicBezTo>
                  <a:lnTo>
                    <a:pt x="210820" y="0"/>
                  </a:lnTo>
                  <a:cubicBezTo>
                    <a:pt x="225298" y="12446"/>
                    <a:pt x="226187" y="23241"/>
                    <a:pt x="219964" y="30607"/>
                  </a:cubicBezTo>
                  <a:cubicBezTo>
                    <a:pt x="185928" y="70358"/>
                    <a:pt x="167259" y="121031"/>
                    <a:pt x="167259" y="173228"/>
                  </a:cubicBezTo>
                  <a:cubicBezTo>
                    <a:pt x="167259" y="202819"/>
                    <a:pt x="172974" y="231521"/>
                    <a:pt x="184404" y="258572"/>
                  </a:cubicBezTo>
                  <a:lnTo>
                    <a:pt x="189357" y="270256"/>
                  </a:lnTo>
                  <a:cubicBezTo>
                    <a:pt x="191516" y="275336"/>
                    <a:pt x="191135" y="281051"/>
                    <a:pt x="188341" y="285750"/>
                  </a:cubicBezTo>
                  <a:lnTo>
                    <a:pt x="180721" y="293624"/>
                  </a:lnTo>
                  <a:lnTo>
                    <a:pt x="162687" y="295656"/>
                  </a:lnTo>
                  <a:cubicBezTo>
                    <a:pt x="89662" y="303403"/>
                    <a:pt x="34671" y="364871"/>
                    <a:pt x="34671" y="438277"/>
                  </a:cubicBezTo>
                  <a:cubicBezTo>
                    <a:pt x="34671" y="515874"/>
                    <a:pt x="97790" y="576707"/>
                    <a:pt x="178308" y="576707"/>
                  </a:cubicBezTo>
                  <a:lnTo>
                    <a:pt x="225044" y="576707"/>
                  </a:lnTo>
                  <a:cubicBezTo>
                    <a:pt x="234569" y="576707"/>
                    <a:pt x="242316" y="584454"/>
                    <a:pt x="242316" y="593979"/>
                  </a:cubicBezTo>
                  <a:lnTo>
                    <a:pt x="234569" y="611251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5" name="Google Shape;2385;p31"/>
            <p:cNvSpPr/>
            <p:nvPr/>
          </p:nvSpPr>
          <p:spPr>
            <a:xfrm>
              <a:off x="370797" y="63500"/>
              <a:ext cx="734484" cy="692277"/>
            </a:xfrm>
            <a:custGeom>
              <a:rect b="b" l="l" r="r" t="t"/>
              <a:pathLst>
                <a:path extrusionOk="0" h="692277" w="734484">
                  <a:moveTo>
                    <a:pt x="594149" y="692277"/>
                  </a:moveTo>
                  <a:lnTo>
                    <a:pt x="509567" y="692277"/>
                  </a:lnTo>
                  <a:cubicBezTo>
                    <a:pt x="500042" y="692277"/>
                    <a:pt x="492295" y="684530"/>
                    <a:pt x="492295" y="675005"/>
                  </a:cubicBezTo>
                  <a:lnTo>
                    <a:pt x="500042" y="657733"/>
                  </a:lnTo>
                  <a:lnTo>
                    <a:pt x="594149" y="657733"/>
                  </a:lnTo>
                  <a:cubicBezTo>
                    <a:pt x="654474" y="657733"/>
                    <a:pt x="699940" y="614426"/>
                    <a:pt x="699940" y="557149"/>
                  </a:cubicBezTo>
                  <a:cubicBezTo>
                    <a:pt x="699940" y="499872"/>
                    <a:pt x="654982" y="453517"/>
                    <a:pt x="597705" y="451612"/>
                  </a:cubicBezTo>
                  <a:lnTo>
                    <a:pt x="584370" y="451231"/>
                  </a:lnTo>
                  <a:cubicBezTo>
                    <a:pt x="578782" y="451104"/>
                    <a:pt x="573575" y="448183"/>
                    <a:pt x="570527" y="443484"/>
                  </a:cubicBezTo>
                  <a:lnTo>
                    <a:pt x="566844" y="432816"/>
                  </a:lnTo>
                  <a:lnTo>
                    <a:pt x="573829" y="415036"/>
                  </a:lnTo>
                  <a:cubicBezTo>
                    <a:pt x="582211" y="393700"/>
                    <a:pt x="586402" y="371348"/>
                    <a:pt x="586402" y="348869"/>
                  </a:cubicBezTo>
                  <a:cubicBezTo>
                    <a:pt x="586402" y="248793"/>
                    <a:pt x="504868" y="167259"/>
                    <a:pt x="404792" y="167259"/>
                  </a:cubicBezTo>
                  <a:cubicBezTo>
                    <a:pt x="376471" y="167259"/>
                    <a:pt x="349039" y="173736"/>
                    <a:pt x="323385" y="186690"/>
                  </a:cubicBezTo>
                  <a:lnTo>
                    <a:pt x="314368" y="191262"/>
                  </a:lnTo>
                  <a:lnTo>
                    <a:pt x="304970" y="193675"/>
                  </a:lnTo>
                  <a:cubicBezTo>
                    <a:pt x="295953" y="190246"/>
                    <a:pt x="292270" y="186690"/>
                    <a:pt x="290492" y="182245"/>
                  </a:cubicBezTo>
                  <a:lnTo>
                    <a:pt x="286682" y="172593"/>
                  </a:lnTo>
                  <a:cubicBezTo>
                    <a:pt x="252900" y="88773"/>
                    <a:pt x="172890" y="34671"/>
                    <a:pt x="82720" y="34671"/>
                  </a:cubicBezTo>
                  <a:cubicBezTo>
                    <a:pt x="61638" y="34671"/>
                    <a:pt x="40937" y="37592"/>
                    <a:pt x="20998" y="43434"/>
                  </a:cubicBezTo>
                  <a:lnTo>
                    <a:pt x="2202" y="40894"/>
                  </a:lnTo>
                  <a:cubicBezTo>
                    <a:pt x="-3259" y="22606"/>
                    <a:pt x="2075" y="12954"/>
                    <a:pt x="11219" y="10287"/>
                  </a:cubicBezTo>
                  <a:cubicBezTo>
                    <a:pt x="34333" y="3429"/>
                    <a:pt x="58336" y="0"/>
                    <a:pt x="82720" y="0"/>
                  </a:cubicBezTo>
                  <a:cubicBezTo>
                    <a:pt x="184320" y="0"/>
                    <a:pt x="274744" y="59436"/>
                    <a:pt x="315257" y="152019"/>
                  </a:cubicBezTo>
                  <a:cubicBezTo>
                    <a:pt x="343705" y="139065"/>
                    <a:pt x="373677" y="132461"/>
                    <a:pt x="404665" y="132461"/>
                  </a:cubicBezTo>
                  <a:cubicBezTo>
                    <a:pt x="523918" y="132461"/>
                    <a:pt x="620819" y="229489"/>
                    <a:pt x="620819" y="348615"/>
                  </a:cubicBezTo>
                  <a:cubicBezTo>
                    <a:pt x="620819" y="371983"/>
                    <a:pt x="617009" y="395097"/>
                    <a:pt x="609389" y="417449"/>
                  </a:cubicBezTo>
                  <a:cubicBezTo>
                    <a:pt x="680382" y="425069"/>
                    <a:pt x="734484" y="484378"/>
                    <a:pt x="734484" y="556895"/>
                  </a:cubicBezTo>
                  <a:cubicBezTo>
                    <a:pt x="734484" y="632714"/>
                    <a:pt x="672762" y="692150"/>
                    <a:pt x="594022" y="692150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6" name="Google Shape;2386;p31"/>
            <p:cNvSpPr/>
            <p:nvPr/>
          </p:nvSpPr>
          <p:spPr>
            <a:xfrm>
              <a:off x="414528" y="998093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31"/>
            <p:cNvSpPr/>
            <p:nvPr/>
          </p:nvSpPr>
          <p:spPr>
            <a:xfrm>
              <a:off x="414528" y="790448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8" name="Google Shape;2388;p31"/>
            <p:cNvSpPr/>
            <p:nvPr/>
          </p:nvSpPr>
          <p:spPr>
            <a:xfrm>
              <a:off x="414528" y="582803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9" name="Google Shape;2389;p31"/>
            <p:cNvSpPr/>
            <p:nvPr/>
          </p:nvSpPr>
          <p:spPr>
            <a:xfrm>
              <a:off x="343916" y="928878"/>
              <a:ext cx="484505" cy="173101"/>
            </a:xfrm>
            <a:custGeom>
              <a:rect b="b" l="l" r="r" t="t"/>
              <a:pathLst>
                <a:path extrusionOk="0" h="173101" w="484505">
                  <a:moveTo>
                    <a:pt x="34544" y="138430"/>
                  </a:moveTo>
                  <a:lnTo>
                    <a:pt x="449834" y="138430"/>
                  </a:lnTo>
                  <a:lnTo>
                    <a:pt x="449834" y="34544"/>
                  </a:lnTo>
                  <a:lnTo>
                    <a:pt x="34544" y="34544"/>
                  </a:lnTo>
                  <a:close/>
                  <a:moveTo>
                    <a:pt x="467233" y="173101"/>
                  </a:moveTo>
                  <a:lnTo>
                    <a:pt x="17272" y="173101"/>
                  </a:lnTo>
                  <a:cubicBezTo>
                    <a:pt x="7747" y="173101"/>
                    <a:pt x="0" y="165354"/>
                    <a:pt x="0" y="155829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0" name="Google Shape;2390;p31"/>
            <p:cNvSpPr/>
            <p:nvPr/>
          </p:nvSpPr>
          <p:spPr>
            <a:xfrm>
              <a:off x="343916" y="721233"/>
              <a:ext cx="484505" cy="172974"/>
            </a:xfrm>
            <a:custGeom>
              <a:rect b="b" l="l" r="r" t="t"/>
              <a:pathLst>
                <a:path extrusionOk="0" h="172974" w="484505">
                  <a:moveTo>
                    <a:pt x="34544" y="138303"/>
                  </a:moveTo>
                  <a:lnTo>
                    <a:pt x="449834" y="138303"/>
                  </a:lnTo>
                  <a:lnTo>
                    <a:pt x="449834" y="34544"/>
                  </a:lnTo>
                  <a:lnTo>
                    <a:pt x="34544" y="34544"/>
                  </a:lnTo>
                  <a:close/>
                  <a:moveTo>
                    <a:pt x="467233" y="172974"/>
                  </a:moveTo>
                  <a:lnTo>
                    <a:pt x="17272" y="172974"/>
                  </a:lnTo>
                  <a:cubicBezTo>
                    <a:pt x="7747" y="172974"/>
                    <a:pt x="0" y="165227"/>
                    <a:pt x="0" y="155702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1" name="Google Shape;2391;p31"/>
            <p:cNvSpPr/>
            <p:nvPr/>
          </p:nvSpPr>
          <p:spPr>
            <a:xfrm>
              <a:off x="343916" y="513461"/>
              <a:ext cx="484505" cy="173101"/>
            </a:xfrm>
            <a:custGeom>
              <a:rect b="b" l="l" r="r" t="t"/>
              <a:pathLst>
                <a:path extrusionOk="0" h="173101" w="484505">
                  <a:moveTo>
                    <a:pt x="34544" y="138430"/>
                  </a:moveTo>
                  <a:lnTo>
                    <a:pt x="449834" y="138430"/>
                  </a:lnTo>
                  <a:lnTo>
                    <a:pt x="449834" y="34671"/>
                  </a:lnTo>
                  <a:lnTo>
                    <a:pt x="34544" y="34671"/>
                  </a:lnTo>
                  <a:close/>
                  <a:moveTo>
                    <a:pt x="467233" y="173101"/>
                  </a:moveTo>
                  <a:lnTo>
                    <a:pt x="17272" y="173101"/>
                  </a:lnTo>
                  <a:cubicBezTo>
                    <a:pt x="7747" y="173101"/>
                    <a:pt x="0" y="165354"/>
                    <a:pt x="0" y="155829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2" name="Google Shape;2392;p31"/>
            <p:cNvSpPr/>
            <p:nvPr/>
          </p:nvSpPr>
          <p:spPr>
            <a:xfrm>
              <a:off x="170815" y="824992"/>
              <a:ext cx="138430" cy="207645"/>
            </a:xfrm>
            <a:custGeom>
              <a:rect b="b" l="l" r="r" t="t"/>
              <a:pathLst>
                <a:path extrusionOk="0" h="207645" w="138430">
                  <a:moveTo>
                    <a:pt x="51943" y="207645"/>
                  </a:moveTo>
                  <a:lnTo>
                    <a:pt x="17272" y="207645"/>
                  </a:lnTo>
                  <a:cubicBezTo>
                    <a:pt x="7747" y="207645"/>
                    <a:pt x="0" y="199898"/>
                    <a:pt x="0" y="190373"/>
                  </a:cubicBezTo>
                  <a:lnTo>
                    <a:pt x="7747" y="173101"/>
                  </a:lnTo>
                  <a:lnTo>
                    <a:pt x="51943" y="173101"/>
                  </a:lnTo>
                  <a:cubicBezTo>
                    <a:pt x="80518" y="173101"/>
                    <a:pt x="103886" y="149860"/>
                    <a:pt x="103886" y="121158"/>
                  </a:cubicBezTo>
                  <a:lnTo>
                    <a:pt x="103886" y="17272"/>
                  </a:lnTo>
                  <a:cubicBezTo>
                    <a:pt x="103886" y="7747"/>
                    <a:pt x="111633" y="0"/>
                    <a:pt x="121158" y="0"/>
                  </a:cubicBezTo>
                  <a:lnTo>
                    <a:pt x="138430" y="7747"/>
                  </a:lnTo>
                  <a:lnTo>
                    <a:pt x="138430" y="121158"/>
                  </a:lnTo>
                  <a:cubicBezTo>
                    <a:pt x="138430" y="168910"/>
                    <a:pt x="99568" y="207645"/>
                    <a:pt x="51943" y="207645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3" name="Google Shape;2393;p31"/>
            <p:cNvSpPr/>
            <p:nvPr/>
          </p:nvSpPr>
          <p:spPr>
            <a:xfrm>
              <a:off x="136271" y="790448"/>
              <a:ext cx="103759" cy="138430"/>
            </a:xfrm>
            <a:custGeom>
              <a:rect b="b" l="l" r="r" t="t"/>
              <a:pathLst>
                <a:path extrusionOk="0" h="138430" w="103759">
                  <a:moveTo>
                    <a:pt x="51816" y="138430"/>
                  </a:moveTo>
                  <a:lnTo>
                    <a:pt x="17272" y="138430"/>
                  </a:lnTo>
                  <a:cubicBezTo>
                    <a:pt x="7747" y="138430"/>
                    <a:pt x="0" y="130683"/>
                    <a:pt x="0" y="121158"/>
                  </a:cubicBezTo>
                  <a:lnTo>
                    <a:pt x="7747" y="103886"/>
                  </a:lnTo>
                  <a:lnTo>
                    <a:pt x="51943" y="103886"/>
                  </a:lnTo>
                  <a:cubicBezTo>
                    <a:pt x="61468" y="103886"/>
                    <a:pt x="69215" y="96139"/>
                    <a:pt x="69215" y="86614"/>
                  </a:cubicBezTo>
                  <a:lnTo>
                    <a:pt x="69215" y="17272"/>
                  </a:lnTo>
                  <a:cubicBezTo>
                    <a:pt x="69215" y="7747"/>
                    <a:pt x="76962" y="0"/>
                    <a:pt x="86487" y="0"/>
                  </a:cubicBezTo>
                  <a:lnTo>
                    <a:pt x="103759" y="7747"/>
                  </a:lnTo>
                  <a:lnTo>
                    <a:pt x="103759" y="86487"/>
                  </a:lnTo>
                  <a:cubicBezTo>
                    <a:pt x="103759" y="115062"/>
                    <a:pt x="80518" y="138430"/>
                    <a:pt x="51816" y="138430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4" name="Google Shape;2394;p31"/>
            <p:cNvSpPr/>
            <p:nvPr/>
          </p:nvSpPr>
          <p:spPr>
            <a:xfrm>
              <a:off x="863092" y="824992"/>
              <a:ext cx="138430" cy="207645"/>
            </a:xfrm>
            <a:custGeom>
              <a:rect b="b" l="l" r="r" t="t"/>
              <a:pathLst>
                <a:path extrusionOk="0" h="207645" w="138430">
                  <a:moveTo>
                    <a:pt x="121031" y="207645"/>
                  </a:moveTo>
                  <a:lnTo>
                    <a:pt x="86487" y="207645"/>
                  </a:lnTo>
                  <a:cubicBezTo>
                    <a:pt x="38735" y="207645"/>
                    <a:pt x="0" y="168783"/>
                    <a:pt x="0" y="121158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34544" y="7747"/>
                  </a:lnTo>
                  <a:lnTo>
                    <a:pt x="34544" y="121158"/>
                  </a:lnTo>
                  <a:cubicBezTo>
                    <a:pt x="34544" y="149860"/>
                    <a:pt x="57785" y="173101"/>
                    <a:pt x="86487" y="173101"/>
                  </a:cubicBezTo>
                  <a:lnTo>
                    <a:pt x="121158" y="173101"/>
                  </a:lnTo>
                  <a:cubicBezTo>
                    <a:pt x="130683" y="173101"/>
                    <a:pt x="138430" y="180848"/>
                    <a:pt x="138430" y="190373"/>
                  </a:cubicBezTo>
                  <a:lnTo>
                    <a:pt x="130683" y="207645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5" name="Google Shape;2395;p31"/>
            <p:cNvSpPr/>
            <p:nvPr/>
          </p:nvSpPr>
          <p:spPr>
            <a:xfrm>
              <a:off x="932307" y="790448"/>
              <a:ext cx="103759" cy="138430"/>
            </a:xfrm>
            <a:custGeom>
              <a:rect b="b" l="l" r="r" t="t"/>
              <a:pathLst>
                <a:path extrusionOk="0" h="138430" w="103759">
                  <a:moveTo>
                    <a:pt x="86487" y="138430"/>
                  </a:moveTo>
                  <a:lnTo>
                    <a:pt x="51943" y="138430"/>
                  </a:lnTo>
                  <a:cubicBezTo>
                    <a:pt x="23241" y="138430"/>
                    <a:pt x="0" y="115189"/>
                    <a:pt x="0" y="86487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34544" y="7747"/>
                  </a:lnTo>
                  <a:lnTo>
                    <a:pt x="34544" y="86487"/>
                  </a:lnTo>
                  <a:cubicBezTo>
                    <a:pt x="34544" y="96012"/>
                    <a:pt x="42291" y="103759"/>
                    <a:pt x="51816" y="103759"/>
                  </a:cubicBezTo>
                  <a:lnTo>
                    <a:pt x="86487" y="103759"/>
                  </a:lnTo>
                  <a:cubicBezTo>
                    <a:pt x="96012" y="103759"/>
                    <a:pt x="103759" y="111506"/>
                    <a:pt x="103759" y="121031"/>
                  </a:cubicBezTo>
                  <a:lnTo>
                    <a:pt x="96012" y="138303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6" name="Google Shape;2396;p31"/>
            <p:cNvSpPr/>
            <p:nvPr/>
          </p:nvSpPr>
          <p:spPr>
            <a:xfrm>
              <a:off x="1070737" y="894334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7" name="Google Shape;2397;p31"/>
            <p:cNvSpPr/>
            <p:nvPr/>
          </p:nvSpPr>
          <p:spPr>
            <a:xfrm>
              <a:off x="1036193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8" name="Google Shape;2398;p31"/>
            <p:cNvSpPr/>
            <p:nvPr/>
          </p:nvSpPr>
          <p:spPr>
            <a:xfrm>
              <a:off x="63500" y="894334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9" name="Google Shape;2399;p31"/>
            <p:cNvSpPr/>
            <p:nvPr/>
          </p:nvSpPr>
          <p:spPr>
            <a:xfrm>
              <a:off x="98171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0" name="Google Shape;2400;p31"/>
            <p:cNvSpPr/>
            <p:nvPr/>
          </p:nvSpPr>
          <p:spPr>
            <a:xfrm>
              <a:off x="652018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1" name="Google Shape;2401;p31"/>
            <p:cNvSpPr/>
            <p:nvPr/>
          </p:nvSpPr>
          <p:spPr>
            <a:xfrm>
              <a:off x="721233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31"/>
            <p:cNvSpPr/>
            <p:nvPr/>
          </p:nvSpPr>
          <p:spPr>
            <a:xfrm>
              <a:off x="652018" y="790448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3" name="Google Shape;2403;p31"/>
            <p:cNvSpPr/>
            <p:nvPr/>
          </p:nvSpPr>
          <p:spPr>
            <a:xfrm>
              <a:off x="721233" y="790448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4" name="Google Shape;2404;p31"/>
            <p:cNvSpPr/>
            <p:nvPr/>
          </p:nvSpPr>
          <p:spPr>
            <a:xfrm>
              <a:off x="652018" y="58280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31"/>
            <p:cNvSpPr/>
            <p:nvPr/>
          </p:nvSpPr>
          <p:spPr>
            <a:xfrm>
              <a:off x="721233" y="58280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31"/>
            <p:cNvSpPr/>
            <p:nvPr/>
          </p:nvSpPr>
          <p:spPr>
            <a:xfrm>
              <a:off x="306395" y="98065"/>
              <a:ext cx="37902" cy="37063"/>
            </a:xfrm>
            <a:custGeom>
              <a:rect b="b" l="l" r="r" t="t"/>
              <a:pathLst>
                <a:path extrusionOk="0" h="37063" w="37902">
                  <a:moveTo>
                    <a:pt x="16693" y="37063"/>
                  </a:moveTo>
                  <a:lnTo>
                    <a:pt x="5898" y="34523"/>
                  </a:lnTo>
                  <a:cubicBezTo>
                    <a:pt x="-2992" y="21950"/>
                    <a:pt x="-1087" y="11155"/>
                    <a:pt x="6660" y="5567"/>
                  </a:cubicBezTo>
                  <a:lnTo>
                    <a:pt x="10089" y="3154"/>
                  </a:lnTo>
                  <a:cubicBezTo>
                    <a:pt x="17963" y="-2307"/>
                    <a:pt x="28758" y="-529"/>
                    <a:pt x="34219" y="7345"/>
                  </a:cubicBezTo>
                  <a:lnTo>
                    <a:pt x="37902" y="25887"/>
                  </a:lnTo>
                  <a:lnTo>
                    <a:pt x="26599" y="33888"/>
                  </a:lnTo>
                  <a:lnTo>
                    <a:pt x="20122" y="37063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07" name="Google Shape;2407;p31"/>
          <p:cNvSpPr/>
          <p:nvPr/>
        </p:nvSpPr>
        <p:spPr>
          <a:xfrm>
            <a:off x="209864" y="4715635"/>
            <a:ext cx="743213" cy="804997"/>
          </a:xfrm>
          <a:custGeom>
            <a:rect b="b" l="l" r="r" t="t"/>
            <a:pathLst>
              <a:path extrusionOk="0" h="804997" w="743213">
                <a:moveTo>
                  <a:pt x="0" y="0"/>
                </a:moveTo>
                <a:lnTo>
                  <a:pt x="743213" y="0"/>
                </a:lnTo>
                <a:lnTo>
                  <a:pt x="743213" y="804997"/>
                </a:lnTo>
                <a:lnTo>
                  <a:pt x="0" y="804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291" l="-16090" r="-16830" t="-11419"/>
            </a:stretch>
          </a:blipFill>
          <a:ln>
            <a:noFill/>
          </a:ln>
        </p:spPr>
      </p:sp>
      <p:sp>
        <p:nvSpPr>
          <p:cNvPr id="2408" name="Google Shape;2408;p31"/>
          <p:cNvSpPr/>
          <p:nvPr/>
        </p:nvSpPr>
        <p:spPr>
          <a:xfrm>
            <a:off x="6873721" y="9529940"/>
            <a:ext cx="1354895" cy="466995"/>
          </a:xfrm>
          <a:custGeom>
            <a:rect b="b" l="l" r="r" t="t"/>
            <a:pathLst>
              <a:path extrusionOk="0" h="466995" w="1354895">
                <a:moveTo>
                  <a:pt x="0" y="0"/>
                </a:moveTo>
                <a:lnTo>
                  <a:pt x="1354895" y="0"/>
                </a:lnTo>
                <a:lnTo>
                  <a:pt x="1354895" y="466994"/>
                </a:lnTo>
                <a:lnTo>
                  <a:pt x="0" y="4669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09" name="Google Shape;2409;p31"/>
          <p:cNvSpPr/>
          <p:nvPr/>
        </p:nvSpPr>
        <p:spPr>
          <a:xfrm>
            <a:off x="8462186" y="9587767"/>
            <a:ext cx="1694380" cy="415653"/>
          </a:xfrm>
          <a:custGeom>
            <a:rect b="b" l="l" r="r" t="t"/>
            <a:pathLst>
              <a:path extrusionOk="0" h="415653" w="1694380">
                <a:moveTo>
                  <a:pt x="0" y="0"/>
                </a:moveTo>
                <a:lnTo>
                  <a:pt x="1694380" y="0"/>
                </a:lnTo>
                <a:lnTo>
                  <a:pt x="1694380" y="415652"/>
                </a:lnTo>
                <a:lnTo>
                  <a:pt x="0" y="4156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10" name="Google Shape;2410;p31"/>
          <p:cNvSpPr/>
          <p:nvPr/>
        </p:nvSpPr>
        <p:spPr>
          <a:xfrm>
            <a:off x="10317519" y="9477357"/>
            <a:ext cx="2368914" cy="614916"/>
          </a:xfrm>
          <a:custGeom>
            <a:rect b="b" l="l" r="r" t="t"/>
            <a:pathLst>
              <a:path extrusionOk="0" h="614916" w="2368914">
                <a:moveTo>
                  <a:pt x="0" y="0"/>
                </a:moveTo>
                <a:lnTo>
                  <a:pt x="2368913" y="0"/>
                </a:lnTo>
                <a:lnTo>
                  <a:pt x="2368913" y="614917"/>
                </a:lnTo>
                <a:lnTo>
                  <a:pt x="0" y="6149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11" name="Google Shape;2411;p31"/>
          <p:cNvSpPr/>
          <p:nvPr/>
        </p:nvSpPr>
        <p:spPr>
          <a:xfrm>
            <a:off x="5601568" y="9500406"/>
            <a:ext cx="1034028" cy="526062"/>
          </a:xfrm>
          <a:custGeom>
            <a:rect b="b" l="l" r="r" t="t"/>
            <a:pathLst>
              <a:path extrusionOk="0" h="526062" w="1034028">
                <a:moveTo>
                  <a:pt x="0" y="0"/>
                </a:moveTo>
                <a:lnTo>
                  <a:pt x="1034028" y="0"/>
                </a:lnTo>
                <a:lnTo>
                  <a:pt x="1034028" y="526062"/>
                </a:lnTo>
                <a:lnTo>
                  <a:pt x="0" y="526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12" name="Google Shape;2412;p31"/>
          <p:cNvSpPr txBox="1"/>
          <p:nvPr/>
        </p:nvSpPr>
        <p:spPr>
          <a:xfrm>
            <a:off x="4668025" y="2226775"/>
            <a:ext cx="12206700" cy="77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1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COVID-19 Genomics &amp; Tracking</a:t>
            </a:r>
            <a:endParaRPr b="1" i="1" sz="3199">
              <a:solidFill>
                <a:schemeClr val="dk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45720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Challenge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 Mapping the global spread of a pandemic in absolute real-time.</a:t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45720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GitHub impact</a:t>
            </a:r>
            <a:r>
              <a:rPr b="1"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</a:t>
            </a:r>
            <a:r>
              <a:rPr b="1" i="1" lang="en-US" sz="31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he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Johns Hopkins University used a public GitHub repository to host the daily data. It </a:t>
            </a:r>
            <a:r>
              <a:rPr b="1"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became the world's single source of truth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for governments, researchers, and media worldwide.</a:t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457200" lvl="0" marL="13716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199" u="sng">
                <a:solidFill>
                  <a:schemeClr val="hlink"/>
                </a:solidFill>
                <a:latin typeface="Barlow Condensed"/>
                <a:ea typeface="Barlow Condensed"/>
                <a:cs typeface="Barlow Condensed"/>
                <a:sym typeface="Barlow Condensed"/>
                <a:hlinkClick r:id="rId8"/>
              </a:rPr>
              <a:t>https://doi.org/10.1016/S1473-3099(20)30120-1</a:t>
            </a:r>
            <a:endParaRPr b="1" i="1" sz="3199">
              <a:solidFill>
                <a:schemeClr val="dk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3199">
              <a:solidFill>
                <a:schemeClr val="dk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3199">
              <a:solidFill>
                <a:schemeClr val="dk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31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</a:t>
            </a:r>
            <a:r>
              <a:rPr b="1" i="1" lang="en-US" sz="31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he Event Horizon Telescope (First Black Hole Image)</a:t>
            </a:r>
            <a:endParaRPr b="1" i="1" sz="3199">
              <a:solidFill>
                <a:schemeClr val="dk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457200" lvl="0" marL="45720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Challenge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 Processing petabytes of scattered data from telescopes all over the world.</a:t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457200" lvl="0" marL="45720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GitHub impact:</a:t>
            </a:r>
            <a:r>
              <a:rPr b="1" i="1" lang="en-US" sz="31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Hundreds of international scientists collaborated on the NumPy and SciPy Python libraries hosted on GitHub to build the imaging algorithms.</a:t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457200" lvl="0" marL="45720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		</a:t>
            </a:r>
            <a:r>
              <a:rPr b="1" i="1" lang="en-US" sz="3199" u="sng">
                <a:solidFill>
                  <a:schemeClr val="hlink"/>
                </a:solidFill>
                <a:latin typeface="Barlow Condensed"/>
                <a:ea typeface="Barlow Condensed"/>
                <a:cs typeface="Barlow Condensed"/>
                <a:sym typeface="Barlow Condensed"/>
                <a:hlinkClick r:id="rId9"/>
              </a:rPr>
              <a:t>https://doi.org/10.3847/2041-8213/ab0e85</a:t>
            </a:r>
            <a:endParaRPr b="1" i="1" sz="3199">
              <a:solidFill>
                <a:schemeClr val="dk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457200" lvl="0" marL="45720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3199">
              <a:solidFill>
                <a:schemeClr val="dk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457200" lvl="0" marL="45720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2413" name="Google Shape;2413;p3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759525" y="4549375"/>
            <a:ext cx="2635825" cy="2635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14" name="Google Shape;2414;p31"/>
          <p:cNvCxnSpPr/>
          <p:nvPr/>
        </p:nvCxnSpPr>
        <p:spPr>
          <a:xfrm>
            <a:off x="7315200" y="5631875"/>
            <a:ext cx="4675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7B9CE"/>
        </a:solidFill>
      </p:bgPr>
    </p:bg>
    <p:spTree>
      <p:nvGrpSpPr>
        <p:cNvPr id="2418" name="Shape 2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19" name="Google Shape;2419;p32"/>
          <p:cNvCxnSpPr/>
          <p:nvPr/>
        </p:nvCxnSpPr>
        <p:spPr>
          <a:xfrm>
            <a:off x="1051792" y="2117409"/>
            <a:ext cx="172593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20" name="Google Shape;2420;p32"/>
          <p:cNvCxnSpPr/>
          <p:nvPr/>
        </p:nvCxnSpPr>
        <p:spPr>
          <a:xfrm rot="-5400000">
            <a:off x="-4105275" y="5119688"/>
            <a:ext cx="102870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1" name="Google Shape;2421;p32"/>
          <p:cNvSpPr txBox="1"/>
          <p:nvPr/>
        </p:nvSpPr>
        <p:spPr>
          <a:xfrm>
            <a:off x="1592775" y="373150"/>
            <a:ext cx="16254600" cy="12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18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GITLAB AS AN ALTERNATIVE TO</a:t>
            </a:r>
            <a:r>
              <a:rPr lang="en-US" sz="7918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GITHUB</a:t>
            </a:r>
            <a:endParaRPr/>
          </a:p>
        </p:txBody>
      </p:sp>
      <p:grpSp>
        <p:nvGrpSpPr>
          <p:cNvPr id="2422" name="Google Shape;2422;p32"/>
          <p:cNvGrpSpPr/>
          <p:nvPr/>
        </p:nvGrpSpPr>
        <p:grpSpPr>
          <a:xfrm>
            <a:off x="216606" y="6304895"/>
            <a:ext cx="642914" cy="632256"/>
            <a:chOff x="63500" y="63500"/>
            <a:chExt cx="988187" cy="971804"/>
          </a:xfrm>
        </p:grpSpPr>
        <p:sp>
          <p:nvSpPr>
            <p:cNvPr id="2423" name="Google Shape;2423;p32"/>
            <p:cNvSpPr/>
            <p:nvPr/>
          </p:nvSpPr>
          <p:spPr>
            <a:xfrm>
              <a:off x="857250" y="840994"/>
              <a:ext cx="129540" cy="129540"/>
            </a:xfrm>
            <a:custGeom>
              <a:rect b="b" l="l" r="r" t="t"/>
              <a:pathLst>
                <a:path extrusionOk="0" h="129540" w="129540">
                  <a:moveTo>
                    <a:pt x="64770" y="32385"/>
                  </a:moveTo>
                  <a:cubicBezTo>
                    <a:pt x="46863" y="32385"/>
                    <a:pt x="32385" y="46990"/>
                    <a:pt x="32385" y="64770"/>
                  </a:cubicBezTo>
                  <a:cubicBezTo>
                    <a:pt x="32385" y="82550"/>
                    <a:pt x="46990" y="97155"/>
                    <a:pt x="64770" y="97155"/>
                  </a:cubicBezTo>
                  <a:cubicBezTo>
                    <a:pt x="82550" y="97155"/>
                    <a:pt x="97155" y="82550"/>
                    <a:pt x="97155" y="64770"/>
                  </a:cubicBezTo>
                  <a:cubicBezTo>
                    <a:pt x="97155" y="46990"/>
                    <a:pt x="82550" y="32385"/>
                    <a:pt x="64770" y="32385"/>
                  </a:cubicBezTo>
                  <a:moveTo>
                    <a:pt x="64770" y="129540"/>
                  </a:moveTo>
                  <a:cubicBezTo>
                    <a:pt x="29083" y="129540"/>
                    <a:pt x="0" y="100457"/>
                    <a:pt x="0" y="64770"/>
                  </a:cubicBezTo>
                  <a:cubicBezTo>
                    <a:pt x="0" y="29083"/>
                    <a:pt x="29083" y="0"/>
                    <a:pt x="64770" y="0"/>
                  </a:cubicBezTo>
                  <a:cubicBezTo>
                    <a:pt x="100457" y="0"/>
                    <a:pt x="129540" y="29083"/>
                    <a:pt x="129540" y="64770"/>
                  </a:cubicBezTo>
                  <a:cubicBezTo>
                    <a:pt x="129540" y="100457"/>
                    <a:pt x="100457" y="129540"/>
                    <a:pt x="64770" y="1295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4" name="Google Shape;2424;p32"/>
            <p:cNvSpPr/>
            <p:nvPr/>
          </p:nvSpPr>
          <p:spPr>
            <a:xfrm>
              <a:off x="905764" y="225552"/>
              <a:ext cx="32512" cy="647827"/>
            </a:xfrm>
            <a:custGeom>
              <a:rect b="b" l="l" r="r" t="t"/>
              <a:pathLst>
                <a:path extrusionOk="0" h="647827" w="32512">
                  <a:moveTo>
                    <a:pt x="16256" y="647827"/>
                  </a:moveTo>
                  <a:lnTo>
                    <a:pt x="0" y="640588"/>
                  </a:lnTo>
                  <a:lnTo>
                    <a:pt x="0" y="16129"/>
                  </a:lnTo>
                  <a:cubicBezTo>
                    <a:pt x="0" y="7112"/>
                    <a:pt x="7239" y="0"/>
                    <a:pt x="16256" y="0"/>
                  </a:cubicBezTo>
                  <a:lnTo>
                    <a:pt x="32512" y="7239"/>
                  </a:lnTo>
                  <a:lnTo>
                    <a:pt x="32512" y="631698"/>
                  </a:lnTo>
                  <a:cubicBezTo>
                    <a:pt x="32512" y="640588"/>
                    <a:pt x="25273" y="647827"/>
                    <a:pt x="16256" y="64782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5" name="Google Shape;2425;p32"/>
            <p:cNvSpPr/>
            <p:nvPr/>
          </p:nvSpPr>
          <p:spPr>
            <a:xfrm>
              <a:off x="121679" y="510286"/>
              <a:ext cx="44042" cy="38989"/>
            </a:xfrm>
            <a:custGeom>
              <a:rect b="b" l="l" r="r" t="t"/>
              <a:pathLst>
                <a:path extrusionOk="0" h="38989" w="44042">
                  <a:moveTo>
                    <a:pt x="27927" y="38989"/>
                  </a:moveTo>
                  <a:lnTo>
                    <a:pt x="23990" y="38608"/>
                  </a:lnTo>
                  <a:lnTo>
                    <a:pt x="10401" y="33401"/>
                  </a:lnTo>
                  <a:cubicBezTo>
                    <a:pt x="2019" y="30226"/>
                    <a:pt x="-2172" y="20828"/>
                    <a:pt x="1130" y="12446"/>
                  </a:cubicBezTo>
                  <a:lnTo>
                    <a:pt x="13703" y="0"/>
                  </a:lnTo>
                  <a:lnTo>
                    <a:pt x="33642" y="7620"/>
                  </a:lnTo>
                  <a:cubicBezTo>
                    <a:pt x="42024" y="10795"/>
                    <a:pt x="46215" y="20193"/>
                    <a:pt x="42913" y="28575"/>
                  </a:cubicBezTo>
                  <a:lnTo>
                    <a:pt x="34277" y="3898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6" name="Google Shape;2426;p32"/>
            <p:cNvSpPr/>
            <p:nvPr/>
          </p:nvSpPr>
          <p:spPr>
            <a:xfrm>
              <a:off x="180213" y="535721"/>
              <a:ext cx="620903" cy="90770"/>
            </a:xfrm>
            <a:custGeom>
              <a:rect b="b" l="l" r="r" t="t"/>
              <a:pathLst>
                <a:path extrusionOk="0" h="90770" w="620903">
                  <a:moveTo>
                    <a:pt x="476758" y="90770"/>
                  </a:moveTo>
                  <a:lnTo>
                    <a:pt x="300863" y="90770"/>
                  </a:lnTo>
                  <a:cubicBezTo>
                    <a:pt x="291211" y="90770"/>
                    <a:pt x="281813" y="88230"/>
                    <a:pt x="273431" y="83531"/>
                  </a:cubicBezTo>
                  <a:lnTo>
                    <a:pt x="193675" y="37938"/>
                  </a:lnTo>
                  <a:cubicBezTo>
                    <a:pt x="190246" y="36033"/>
                    <a:pt x="186309" y="34890"/>
                    <a:pt x="182245" y="34890"/>
                  </a:cubicBezTo>
                  <a:lnTo>
                    <a:pt x="32385" y="34890"/>
                  </a:lnTo>
                  <a:cubicBezTo>
                    <a:pt x="25527" y="34890"/>
                    <a:pt x="18923" y="33620"/>
                    <a:pt x="12446" y="31207"/>
                  </a:cubicBezTo>
                  <a:lnTo>
                    <a:pt x="0" y="18634"/>
                  </a:lnTo>
                  <a:cubicBezTo>
                    <a:pt x="6477" y="1997"/>
                    <a:pt x="15875" y="-2194"/>
                    <a:pt x="24130" y="981"/>
                  </a:cubicBezTo>
                  <a:lnTo>
                    <a:pt x="29464" y="2505"/>
                  </a:lnTo>
                  <a:lnTo>
                    <a:pt x="182372" y="2505"/>
                  </a:lnTo>
                  <a:cubicBezTo>
                    <a:pt x="192024" y="2505"/>
                    <a:pt x="201549" y="5045"/>
                    <a:pt x="209804" y="9744"/>
                  </a:cubicBezTo>
                  <a:lnTo>
                    <a:pt x="289560" y="55337"/>
                  </a:lnTo>
                  <a:cubicBezTo>
                    <a:pt x="292989" y="57242"/>
                    <a:pt x="296926" y="58385"/>
                    <a:pt x="300863" y="58385"/>
                  </a:cubicBezTo>
                  <a:lnTo>
                    <a:pt x="476758" y="58385"/>
                  </a:lnTo>
                  <a:cubicBezTo>
                    <a:pt x="480314" y="58385"/>
                    <a:pt x="483870" y="57496"/>
                    <a:pt x="486918" y="55972"/>
                  </a:cubicBezTo>
                  <a:lnTo>
                    <a:pt x="526288" y="36287"/>
                  </a:lnTo>
                  <a:cubicBezTo>
                    <a:pt x="533908" y="32477"/>
                    <a:pt x="542417" y="30445"/>
                    <a:pt x="551053" y="30445"/>
                  </a:cubicBezTo>
                  <a:lnTo>
                    <a:pt x="604647" y="30445"/>
                  </a:lnTo>
                  <a:cubicBezTo>
                    <a:pt x="613664" y="30445"/>
                    <a:pt x="620903" y="37684"/>
                    <a:pt x="620903" y="46574"/>
                  </a:cubicBezTo>
                  <a:lnTo>
                    <a:pt x="613664" y="62830"/>
                  </a:lnTo>
                  <a:lnTo>
                    <a:pt x="551053" y="62830"/>
                  </a:lnTo>
                  <a:cubicBezTo>
                    <a:pt x="547497" y="62830"/>
                    <a:pt x="543941" y="63719"/>
                    <a:pt x="540893" y="65243"/>
                  </a:cubicBezTo>
                  <a:lnTo>
                    <a:pt x="501523" y="84928"/>
                  </a:lnTo>
                  <a:cubicBezTo>
                    <a:pt x="493903" y="88738"/>
                    <a:pt x="485394" y="90770"/>
                    <a:pt x="476758" y="907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32"/>
            <p:cNvSpPr/>
            <p:nvPr/>
          </p:nvSpPr>
          <p:spPr>
            <a:xfrm>
              <a:off x="378206" y="705739"/>
              <a:ext cx="120232" cy="139192"/>
            </a:xfrm>
            <a:custGeom>
              <a:rect b="b" l="l" r="r" t="t"/>
              <a:pathLst>
                <a:path extrusionOk="0" h="139192" w="120232">
                  <a:moveTo>
                    <a:pt x="89916" y="139192"/>
                  </a:moveTo>
                  <a:lnTo>
                    <a:pt x="78232" y="135890"/>
                  </a:lnTo>
                  <a:cubicBezTo>
                    <a:pt x="65532" y="110490"/>
                    <a:pt x="68326" y="86995"/>
                    <a:pt x="82423" y="70104"/>
                  </a:cubicBezTo>
                  <a:lnTo>
                    <a:pt x="89408" y="53975"/>
                  </a:lnTo>
                  <a:cubicBezTo>
                    <a:pt x="81661" y="37465"/>
                    <a:pt x="73914" y="32512"/>
                    <a:pt x="64770" y="32512"/>
                  </a:cubicBezTo>
                  <a:lnTo>
                    <a:pt x="16256" y="32512"/>
                  </a:lnTo>
                  <a:cubicBezTo>
                    <a:pt x="7239" y="32512"/>
                    <a:pt x="0" y="25273"/>
                    <a:pt x="0" y="16256"/>
                  </a:cubicBezTo>
                  <a:lnTo>
                    <a:pt x="7239" y="0"/>
                  </a:lnTo>
                  <a:lnTo>
                    <a:pt x="64897" y="0"/>
                  </a:lnTo>
                  <a:cubicBezTo>
                    <a:pt x="86614" y="0"/>
                    <a:pt x="105791" y="12192"/>
                    <a:pt x="114935" y="31877"/>
                  </a:cubicBezTo>
                  <a:cubicBezTo>
                    <a:pt x="124079" y="51562"/>
                    <a:pt x="121285" y="74041"/>
                    <a:pt x="107315" y="90805"/>
                  </a:cubicBezTo>
                  <a:lnTo>
                    <a:pt x="100457" y="107569"/>
                  </a:lnTo>
                  <a:cubicBezTo>
                    <a:pt x="108585" y="123698"/>
                    <a:pt x="105283" y="133477"/>
                    <a:pt x="97282" y="137414"/>
                  </a:cubicBezTo>
                  <a:lnTo>
                    <a:pt x="92456" y="13906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32"/>
            <p:cNvSpPr/>
            <p:nvPr/>
          </p:nvSpPr>
          <p:spPr>
            <a:xfrm>
              <a:off x="322072" y="705866"/>
              <a:ext cx="49657" cy="32385"/>
            </a:xfrm>
            <a:custGeom>
              <a:rect b="b" l="l" r="r" t="t"/>
              <a:pathLst>
                <a:path extrusionOk="0" h="32385" w="49657">
                  <a:moveTo>
                    <a:pt x="33401" y="32385"/>
                  </a:moveTo>
                  <a:lnTo>
                    <a:pt x="16256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33401" y="0"/>
                  </a:lnTo>
                  <a:cubicBezTo>
                    <a:pt x="42418" y="0"/>
                    <a:pt x="49657" y="7239"/>
                    <a:pt x="49657" y="16256"/>
                  </a:cubicBezTo>
                  <a:lnTo>
                    <a:pt x="42418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9" name="Google Shape;2429;p32"/>
            <p:cNvSpPr/>
            <p:nvPr/>
          </p:nvSpPr>
          <p:spPr>
            <a:xfrm>
              <a:off x="247178" y="717997"/>
              <a:ext cx="67401" cy="46670"/>
            </a:xfrm>
            <a:custGeom>
              <a:rect b="b" l="l" r="r" t="t"/>
              <a:pathLst>
                <a:path extrusionOk="0" h="46670" w="67401">
                  <a:moveTo>
                    <a:pt x="15204" y="46670"/>
                  </a:moveTo>
                  <a:lnTo>
                    <a:pt x="2631" y="42733"/>
                  </a:lnTo>
                  <a:cubicBezTo>
                    <a:pt x="-3084" y="27874"/>
                    <a:pt x="1107" y="18603"/>
                    <a:pt x="9489" y="15301"/>
                  </a:cubicBezTo>
                  <a:lnTo>
                    <a:pt x="46446" y="1077"/>
                  </a:lnTo>
                  <a:cubicBezTo>
                    <a:pt x="54828" y="-2098"/>
                    <a:pt x="64226" y="1966"/>
                    <a:pt x="67401" y="10348"/>
                  </a:cubicBezTo>
                  <a:lnTo>
                    <a:pt x="66385" y="28128"/>
                  </a:lnTo>
                  <a:lnTo>
                    <a:pt x="21046" y="45527"/>
                  </a:lnTo>
                  <a:cubicBezTo>
                    <a:pt x="19141" y="46289"/>
                    <a:pt x="17109" y="46670"/>
                    <a:pt x="15204" y="466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0" name="Google Shape;2430;p32"/>
            <p:cNvSpPr/>
            <p:nvPr/>
          </p:nvSpPr>
          <p:spPr>
            <a:xfrm>
              <a:off x="719420" y="632964"/>
              <a:ext cx="70253" cy="65409"/>
            </a:xfrm>
            <a:custGeom>
              <a:rect b="b" l="l" r="r" t="t"/>
              <a:pathLst>
                <a:path extrusionOk="0" h="65409" w="70253">
                  <a:moveTo>
                    <a:pt x="20609" y="65409"/>
                  </a:moveTo>
                  <a:lnTo>
                    <a:pt x="11084" y="63377"/>
                  </a:lnTo>
                  <a:cubicBezTo>
                    <a:pt x="2321" y="53852"/>
                    <a:pt x="-346" y="45978"/>
                    <a:pt x="35" y="37596"/>
                  </a:cubicBezTo>
                  <a:cubicBezTo>
                    <a:pt x="543" y="27690"/>
                    <a:pt x="5369" y="17911"/>
                    <a:pt x="13243" y="10672"/>
                  </a:cubicBezTo>
                  <a:cubicBezTo>
                    <a:pt x="20101" y="4449"/>
                    <a:pt x="28483" y="766"/>
                    <a:pt x="36992" y="131"/>
                  </a:cubicBezTo>
                  <a:cubicBezTo>
                    <a:pt x="46898" y="-758"/>
                    <a:pt x="56169" y="2925"/>
                    <a:pt x="62519" y="9783"/>
                  </a:cubicBezTo>
                  <a:cubicBezTo>
                    <a:pt x="71409" y="19562"/>
                    <a:pt x="72806" y="34294"/>
                    <a:pt x="65821" y="47375"/>
                  </a:cubicBezTo>
                  <a:lnTo>
                    <a:pt x="51851" y="58297"/>
                  </a:lnTo>
                  <a:cubicBezTo>
                    <a:pt x="36484" y="50169"/>
                    <a:pt x="33309" y="41025"/>
                    <a:pt x="36611" y="33405"/>
                  </a:cubicBezTo>
                  <a:lnTo>
                    <a:pt x="35595" y="34167"/>
                  </a:lnTo>
                  <a:lnTo>
                    <a:pt x="32420" y="38866"/>
                  </a:lnTo>
                  <a:cubicBezTo>
                    <a:pt x="38516" y="45851"/>
                    <a:pt x="37627" y="55376"/>
                    <a:pt x="31023" y="61472"/>
                  </a:cubicBezTo>
                  <a:lnTo>
                    <a:pt x="24419" y="6540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1" name="Google Shape;2431;p32"/>
            <p:cNvSpPr/>
            <p:nvPr/>
          </p:nvSpPr>
          <p:spPr>
            <a:xfrm>
              <a:off x="580547" y="726757"/>
              <a:ext cx="87425" cy="82106"/>
            </a:xfrm>
            <a:custGeom>
              <a:rect b="b" l="l" r="r" t="t"/>
              <a:pathLst>
                <a:path extrusionOk="0" h="82106" w="87425">
                  <a:moveTo>
                    <a:pt x="30069" y="54801"/>
                  </a:moveTo>
                  <a:lnTo>
                    <a:pt x="30069" y="54801"/>
                  </a:lnTo>
                  <a:lnTo>
                    <a:pt x="30069" y="54801"/>
                  </a:lnTo>
                  <a:moveTo>
                    <a:pt x="18131" y="81852"/>
                  </a:moveTo>
                  <a:lnTo>
                    <a:pt x="9368" y="80074"/>
                  </a:lnTo>
                  <a:cubicBezTo>
                    <a:pt x="-7015" y="62040"/>
                    <a:pt x="-1046" y="37148"/>
                    <a:pt x="20544" y="17590"/>
                  </a:cubicBezTo>
                  <a:lnTo>
                    <a:pt x="48611" y="1461"/>
                  </a:lnTo>
                  <a:cubicBezTo>
                    <a:pt x="61438" y="-1968"/>
                    <a:pt x="73122" y="699"/>
                    <a:pt x="80488" y="8827"/>
                  </a:cubicBezTo>
                  <a:cubicBezTo>
                    <a:pt x="90521" y="19876"/>
                    <a:pt x="89632" y="37275"/>
                    <a:pt x="78075" y="54293"/>
                  </a:cubicBezTo>
                  <a:lnTo>
                    <a:pt x="62962" y="63564"/>
                  </a:lnTo>
                  <a:cubicBezTo>
                    <a:pt x="48230" y="53531"/>
                    <a:pt x="46325" y="43498"/>
                    <a:pt x="51278" y="36005"/>
                  </a:cubicBezTo>
                  <a:lnTo>
                    <a:pt x="51913" y="35116"/>
                  </a:lnTo>
                  <a:lnTo>
                    <a:pt x="45944" y="38291"/>
                  </a:lnTo>
                  <a:cubicBezTo>
                    <a:pt x="35149" y="48197"/>
                    <a:pt x="32355" y="54420"/>
                    <a:pt x="31720" y="57087"/>
                  </a:cubicBezTo>
                  <a:lnTo>
                    <a:pt x="34895" y="72454"/>
                  </a:lnTo>
                  <a:cubicBezTo>
                    <a:pt x="25878" y="80709"/>
                    <a:pt x="21941" y="82106"/>
                    <a:pt x="18131" y="821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2" name="Google Shape;2432;p32"/>
            <p:cNvSpPr/>
            <p:nvPr/>
          </p:nvSpPr>
          <p:spPr>
            <a:xfrm>
              <a:off x="584327" y="177351"/>
              <a:ext cx="66294" cy="45407"/>
            </a:xfrm>
            <a:custGeom>
              <a:rect b="b" l="l" r="r" t="t"/>
              <a:pathLst>
                <a:path extrusionOk="0" h="45407" w="66294">
                  <a:moveTo>
                    <a:pt x="49657" y="45280"/>
                  </a:moveTo>
                  <a:lnTo>
                    <a:pt x="39751" y="42994"/>
                  </a:lnTo>
                  <a:cubicBezTo>
                    <a:pt x="32258" y="32834"/>
                    <a:pt x="26543" y="31564"/>
                    <a:pt x="25019" y="32580"/>
                  </a:cubicBezTo>
                  <a:lnTo>
                    <a:pt x="7620" y="36390"/>
                  </a:lnTo>
                  <a:cubicBezTo>
                    <a:pt x="-3048" y="22039"/>
                    <a:pt x="-1397" y="11879"/>
                    <a:pt x="5715" y="6545"/>
                  </a:cubicBezTo>
                  <a:cubicBezTo>
                    <a:pt x="22606" y="-5901"/>
                    <a:pt x="48133" y="-59"/>
                    <a:pt x="62484" y="19499"/>
                  </a:cubicBezTo>
                  <a:lnTo>
                    <a:pt x="66294" y="36898"/>
                  </a:lnTo>
                  <a:cubicBezTo>
                    <a:pt x="56261" y="44264"/>
                    <a:pt x="52832" y="45407"/>
                    <a:pt x="49530" y="4540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3" name="Google Shape;2433;p32"/>
            <p:cNvSpPr/>
            <p:nvPr/>
          </p:nvSpPr>
          <p:spPr>
            <a:xfrm>
              <a:off x="175133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4" name="Google Shape;2434;p32"/>
            <p:cNvSpPr/>
            <p:nvPr/>
          </p:nvSpPr>
          <p:spPr>
            <a:xfrm>
              <a:off x="175133" y="316230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5" name="Google Shape;2435;p32"/>
            <p:cNvSpPr/>
            <p:nvPr/>
          </p:nvSpPr>
          <p:spPr>
            <a:xfrm>
              <a:off x="538226" y="372110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32"/>
            <p:cNvSpPr/>
            <p:nvPr/>
          </p:nvSpPr>
          <p:spPr>
            <a:xfrm>
              <a:off x="538226" y="204597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32"/>
            <p:cNvSpPr/>
            <p:nvPr/>
          </p:nvSpPr>
          <p:spPr>
            <a:xfrm>
              <a:off x="566166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32"/>
            <p:cNvSpPr/>
            <p:nvPr/>
          </p:nvSpPr>
          <p:spPr>
            <a:xfrm>
              <a:off x="370586" y="790956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32"/>
            <p:cNvSpPr/>
            <p:nvPr/>
          </p:nvSpPr>
          <p:spPr>
            <a:xfrm>
              <a:off x="398526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32"/>
            <p:cNvSpPr/>
            <p:nvPr/>
          </p:nvSpPr>
          <p:spPr>
            <a:xfrm>
              <a:off x="258953" y="59550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32"/>
            <p:cNvSpPr/>
            <p:nvPr/>
          </p:nvSpPr>
          <p:spPr>
            <a:xfrm>
              <a:off x="337820" y="254635"/>
              <a:ext cx="72771" cy="71882"/>
            </a:xfrm>
            <a:custGeom>
              <a:rect b="b" l="l" r="r" t="t"/>
              <a:pathLst>
                <a:path extrusionOk="0" h="71882" w="72771">
                  <a:moveTo>
                    <a:pt x="17653" y="71882"/>
                  </a:moveTo>
                  <a:lnTo>
                    <a:pt x="15621" y="71755"/>
                  </a:lnTo>
                  <a:lnTo>
                    <a:pt x="0" y="61341"/>
                  </a:lnTo>
                  <a:cubicBezTo>
                    <a:pt x="5969" y="30734"/>
                    <a:pt x="25781" y="0"/>
                    <a:pt x="56515" y="0"/>
                  </a:cubicBezTo>
                  <a:lnTo>
                    <a:pt x="72771" y="7239"/>
                  </a:lnTo>
                  <a:cubicBezTo>
                    <a:pt x="72771" y="25146"/>
                    <a:pt x="65532" y="32385"/>
                    <a:pt x="56515" y="32385"/>
                  </a:cubicBezTo>
                  <a:cubicBezTo>
                    <a:pt x="45720" y="32385"/>
                    <a:pt x="35560" y="48260"/>
                    <a:pt x="33528" y="58674"/>
                  </a:cubicBezTo>
                  <a:lnTo>
                    <a:pt x="25273" y="7175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2" name="Google Shape;2442;p32"/>
            <p:cNvSpPr/>
            <p:nvPr/>
          </p:nvSpPr>
          <p:spPr>
            <a:xfrm>
              <a:off x="406940" y="77309"/>
              <a:ext cx="195675" cy="104428"/>
            </a:xfrm>
            <a:custGeom>
              <a:rect b="b" l="l" r="r" t="t"/>
              <a:pathLst>
                <a:path extrusionOk="0" h="104428" w="195675">
                  <a:moveTo>
                    <a:pt x="15208" y="104428"/>
                  </a:moveTo>
                  <a:lnTo>
                    <a:pt x="2127" y="100110"/>
                  </a:lnTo>
                  <a:cubicBezTo>
                    <a:pt x="-2953" y="84870"/>
                    <a:pt x="1619" y="75726"/>
                    <a:pt x="10001" y="72805"/>
                  </a:cubicBezTo>
                  <a:lnTo>
                    <a:pt x="49117" y="57565"/>
                  </a:lnTo>
                  <a:lnTo>
                    <a:pt x="174339" y="1431"/>
                  </a:lnTo>
                  <a:cubicBezTo>
                    <a:pt x="182467" y="-2252"/>
                    <a:pt x="192119" y="1431"/>
                    <a:pt x="195675" y="9559"/>
                  </a:cubicBezTo>
                  <a:lnTo>
                    <a:pt x="195675" y="27339"/>
                  </a:lnTo>
                  <a:lnTo>
                    <a:pt x="62452" y="87029"/>
                  </a:lnTo>
                  <a:cubicBezTo>
                    <a:pt x="48736" y="93125"/>
                    <a:pt x="34512" y="98713"/>
                    <a:pt x="20288" y="103539"/>
                  </a:cubicBezTo>
                  <a:lnTo>
                    <a:pt x="16859" y="10442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32"/>
            <p:cNvSpPr/>
            <p:nvPr/>
          </p:nvSpPr>
          <p:spPr>
            <a:xfrm>
              <a:off x="331397" y="164918"/>
              <a:ext cx="51127" cy="35107"/>
            </a:xfrm>
            <a:custGeom>
              <a:rect b="b" l="l" r="r" t="t"/>
              <a:pathLst>
                <a:path extrusionOk="0" h="35107" w="51127">
                  <a:moveTo>
                    <a:pt x="15313" y="34980"/>
                  </a:moveTo>
                  <a:lnTo>
                    <a:pt x="581" y="29265"/>
                  </a:lnTo>
                  <a:cubicBezTo>
                    <a:pt x="-1959" y="12374"/>
                    <a:pt x="4137" y="4119"/>
                    <a:pt x="12900" y="2849"/>
                  </a:cubicBezTo>
                  <a:lnTo>
                    <a:pt x="25727" y="817"/>
                  </a:lnTo>
                  <a:cubicBezTo>
                    <a:pt x="40840" y="-2231"/>
                    <a:pt x="49476" y="3611"/>
                    <a:pt x="51127" y="12374"/>
                  </a:cubicBezTo>
                  <a:lnTo>
                    <a:pt x="47063" y="29646"/>
                  </a:lnTo>
                  <a:cubicBezTo>
                    <a:pt x="31442" y="32694"/>
                    <a:pt x="24584" y="33837"/>
                    <a:pt x="17726" y="34853"/>
                  </a:cubicBezTo>
                  <a:lnTo>
                    <a:pt x="16075" y="35107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32"/>
            <p:cNvSpPr/>
            <p:nvPr/>
          </p:nvSpPr>
          <p:spPr>
            <a:xfrm>
              <a:off x="264287" y="174137"/>
              <a:ext cx="43688" cy="34016"/>
            </a:xfrm>
            <a:custGeom>
              <a:rect b="b" l="l" r="r" t="t"/>
              <a:pathLst>
                <a:path extrusionOk="0" h="34016" w="43688">
                  <a:moveTo>
                    <a:pt x="15494" y="34016"/>
                  </a:moveTo>
                  <a:lnTo>
                    <a:pt x="381" y="27920"/>
                  </a:lnTo>
                  <a:cubicBezTo>
                    <a:pt x="-1651" y="10775"/>
                    <a:pt x="4699" y="2774"/>
                    <a:pt x="13589" y="1631"/>
                  </a:cubicBezTo>
                  <a:lnTo>
                    <a:pt x="25654" y="107"/>
                  </a:lnTo>
                  <a:cubicBezTo>
                    <a:pt x="34544" y="-909"/>
                    <a:pt x="42545" y="5441"/>
                    <a:pt x="43688" y="14331"/>
                  </a:cubicBezTo>
                  <a:lnTo>
                    <a:pt x="38354" y="31222"/>
                  </a:lnTo>
                  <a:lnTo>
                    <a:pt x="17399" y="33762"/>
                  </a:lnTo>
                  <a:lnTo>
                    <a:pt x="16129" y="3388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32"/>
            <p:cNvSpPr/>
            <p:nvPr/>
          </p:nvSpPr>
          <p:spPr>
            <a:xfrm>
              <a:off x="63500" y="63500"/>
              <a:ext cx="746506" cy="842391"/>
            </a:xfrm>
            <a:custGeom>
              <a:rect b="b" l="l" r="r" t="t"/>
              <a:pathLst>
                <a:path extrusionOk="0" h="842391" w="746506">
                  <a:moveTo>
                    <a:pt x="421132" y="842264"/>
                  </a:moveTo>
                  <a:cubicBezTo>
                    <a:pt x="188976" y="842264"/>
                    <a:pt x="0" y="653415"/>
                    <a:pt x="0" y="421132"/>
                  </a:cubicBezTo>
                  <a:cubicBezTo>
                    <a:pt x="0" y="188849"/>
                    <a:pt x="188976" y="0"/>
                    <a:pt x="421132" y="0"/>
                  </a:cubicBezTo>
                  <a:cubicBezTo>
                    <a:pt x="544449" y="0"/>
                    <a:pt x="661162" y="53975"/>
                    <a:pt x="741553" y="148082"/>
                  </a:cubicBezTo>
                  <a:lnTo>
                    <a:pt x="746506" y="165100"/>
                  </a:lnTo>
                  <a:cubicBezTo>
                    <a:pt x="732917" y="176657"/>
                    <a:pt x="722630" y="175895"/>
                    <a:pt x="716915" y="169164"/>
                  </a:cubicBezTo>
                  <a:cubicBezTo>
                    <a:pt x="642747" y="82169"/>
                    <a:pt x="534924" y="32385"/>
                    <a:pt x="421132" y="32385"/>
                  </a:cubicBezTo>
                  <a:cubicBezTo>
                    <a:pt x="206756" y="32385"/>
                    <a:pt x="32385" y="206756"/>
                    <a:pt x="32385" y="421132"/>
                  </a:cubicBezTo>
                  <a:cubicBezTo>
                    <a:pt x="32385" y="635508"/>
                    <a:pt x="206756" y="809879"/>
                    <a:pt x="421132" y="809879"/>
                  </a:cubicBezTo>
                  <a:cubicBezTo>
                    <a:pt x="531749" y="809879"/>
                    <a:pt x="637540" y="762381"/>
                    <a:pt x="711327" y="679577"/>
                  </a:cubicBezTo>
                  <a:lnTo>
                    <a:pt x="727583" y="672338"/>
                  </a:lnTo>
                  <a:cubicBezTo>
                    <a:pt x="740918" y="684276"/>
                    <a:pt x="741553" y="694436"/>
                    <a:pt x="735584" y="701167"/>
                  </a:cubicBezTo>
                  <a:cubicBezTo>
                    <a:pt x="655574" y="790956"/>
                    <a:pt x="541020" y="842391"/>
                    <a:pt x="421259" y="84239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32"/>
            <p:cNvSpPr/>
            <p:nvPr/>
          </p:nvSpPr>
          <p:spPr>
            <a:xfrm>
              <a:off x="792480" y="63500"/>
              <a:ext cx="259207" cy="971804"/>
            </a:xfrm>
            <a:custGeom>
              <a:rect b="b" l="l" r="r" t="t"/>
              <a:pathLst>
                <a:path extrusionOk="0" h="971804" w="259207">
                  <a:moveTo>
                    <a:pt x="129540" y="32385"/>
                  </a:moveTo>
                  <a:cubicBezTo>
                    <a:pt x="102743" y="32385"/>
                    <a:pt x="80899" y="54229"/>
                    <a:pt x="80899" y="81026"/>
                  </a:cubicBezTo>
                  <a:lnTo>
                    <a:pt x="80899" y="749300"/>
                  </a:lnTo>
                  <a:cubicBezTo>
                    <a:pt x="80899" y="754507"/>
                    <a:pt x="78359" y="759460"/>
                    <a:pt x="74041" y="762508"/>
                  </a:cubicBezTo>
                  <a:cubicBezTo>
                    <a:pt x="47498" y="781177"/>
                    <a:pt x="32385" y="810260"/>
                    <a:pt x="32385" y="842264"/>
                  </a:cubicBezTo>
                  <a:cubicBezTo>
                    <a:pt x="32385" y="895858"/>
                    <a:pt x="75946" y="939419"/>
                    <a:pt x="129540" y="939419"/>
                  </a:cubicBezTo>
                  <a:cubicBezTo>
                    <a:pt x="183134" y="939419"/>
                    <a:pt x="226695" y="895858"/>
                    <a:pt x="226695" y="842264"/>
                  </a:cubicBezTo>
                  <a:cubicBezTo>
                    <a:pt x="226695" y="810260"/>
                    <a:pt x="211455" y="781177"/>
                    <a:pt x="185039" y="762508"/>
                  </a:cubicBezTo>
                  <a:lnTo>
                    <a:pt x="178181" y="754507"/>
                  </a:lnTo>
                  <a:lnTo>
                    <a:pt x="178181" y="81026"/>
                  </a:lnTo>
                  <a:cubicBezTo>
                    <a:pt x="178181" y="54229"/>
                    <a:pt x="156337" y="32385"/>
                    <a:pt x="129540" y="32385"/>
                  </a:cubicBezTo>
                  <a:moveTo>
                    <a:pt x="129540" y="971804"/>
                  </a:moveTo>
                  <a:cubicBezTo>
                    <a:pt x="58039" y="971804"/>
                    <a:pt x="0" y="913638"/>
                    <a:pt x="0" y="842264"/>
                  </a:cubicBezTo>
                  <a:cubicBezTo>
                    <a:pt x="0" y="802386"/>
                    <a:pt x="17653" y="766064"/>
                    <a:pt x="48641" y="741172"/>
                  </a:cubicBezTo>
                  <a:lnTo>
                    <a:pt x="48641" y="81026"/>
                  </a:lnTo>
                  <a:cubicBezTo>
                    <a:pt x="48514" y="36322"/>
                    <a:pt x="84836" y="0"/>
                    <a:pt x="129540" y="0"/>
                  </a:cubicBezTo>
                  <a:cubicBezTo>
                    <a:pt x="174244" y="0"/>
                    <a:pt x="210566" y="36322"/>
                    <a:pt x="210566" y="81026"/>
                  </a:cubicBezTo>
                  <a:lnTo>
                    <a:pt x="210566" y="741172"/>
                  </a:lnTo>
                  <a:cubicBezTo>
                    <a:pt x="241554" y="766064"/>
                    <a:pt x="259207" y="802386"/>
                    <a:pt x="259207" y="842264"/>
                  </a:cubicBezTo>
                  <a:cubicBezTo>
                    <a:pt x="259207" y="913765"/>
                    <a:pt x="201041" y="971804"/>
                    <a:pt x="129667" y="97180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32"/>
            <p:cNvSpPr/>
            <p:nvPr/>
          </p:nvSpPr>
          <p:spPr>
            <a:xfrm>
              <a:off x="938276" y="355092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32"/>
            <p:cNvSpPr/>
            <p:nvPr/>
          </p:nvSpPr>
          <p:spPr>
            <a:xfrm>
              <a:off x="938276" y="257937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9" name="Google Shape;2449;p32"/>
            <p:cNvSpPr/>
            <p:nvPr/>
          </p:nvSpPr>
          <p:spPr>
            <a:xfrm>
              <a:off x="938276" y="549402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0" name="Google Shape;2450;p32"/>
            <p:cNvSpPr/>
            <p:nvPr/>
          </p:nvSpPr>
          <p:spPr>
            <a:xfrm>
              <a:off x="938276" y="452247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1" name="Google Shape;2451;p32"/>
            <p:cNvSpPr/>
            <p:nvPr/>
          </p:nvSpPr>
          <p:spPr>
            <a:xfrm>
              <a:off x="938276" y="743839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2" name="Google Shape;2452;p32"/>
            <p:cNvSpPr/>
            <p:nvPr/>
          </p:nvSpPr>
          <p:spPr>
            <a:xfrm>
              <a:off x="938276" y="646684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53" name="Google Shape;2453;p32"/>
          <p:cNvSpPr/>
          <p:nvPr/>
        </p:nvSpPr>
        <p:spPr>
          <a:xfrm>
            <a:off x="233877" y="502191"/>
            <a:ext cx="608364" cy="610534"/>
          </a:xfrm>
          <a:custGeom>
            <a:rect b="b" l="l" r="r" t="t"/>
            <a:pathLst>
              <a:path extrusionOk="0" h="939283" w="935944">
                <a:moveTo>
                  <a:pt x="594308" y="304156"/>
                </a:moveTo>
                <a:cubicBezTo>
                  <a:pt x="562304" y="328794"/>
                  <a:pt x="536650" y="358512"/>
                  <a:pt x="515060" y="395850"/>
                </a:cubicBezTo>
                <a:lnTo>
                  <a:pt x="522934" y="395596"/>
                </a:lnTo>
                <a:cubicBezTo>
                  <a:pt x="536523" y="387976"/>
                  <a:pt x="547953" y="381118"/>
                  <a:pt x="559256" y="374387"/>
                </a:cubicBezTo>
                <a:lnTo>
                  <a:pt x="562177" y="372355"/>
                </a:lnTo>
                <a:cubicBezTo>
                  <a:pt x="576147" y="350003"/>
                  <a:pt x="587069" y="328032"/>
                  <a:pt x="594308" y="304156"/>
                </a:cubicBezTo>
                <a:moveTo>
                  <a:pt x="385774" y="620259"/>
                </a:moveTo>
                <a:cubicBezTo>
                  <a:pt x="338784" y="635118"/>
                  <a:pt x="293826" y="676901"/>
                  <a:pt x="284682" y="713477"/>
                </a:cubicBezTo>
                <a:cubicBezTo>
                  <a:pt x="324560" y="689474"/>
                  <a:pt x="357834" y="659121"/>
                  <a:pt x="385774" y="620259"/>
                </a:cubicBezTo>
                <a:moveTo>
                  <a:pt x="626312" y="347209"/>
                </a:moveTo>
                <a:cubicBezTo>
                  <a:pt x="636218" y="344034"/>
                  <a:pt x="646632" y="342891"/>
                  <a:pt x="655522" y="335017"/>
                </a:cubicBezTo>
                <a:cubicBezTo>
                  <a:pt x="675715" y="317110"/>
                  <a:pt x="694257" y="297806"/>
                  <a:pt x="709243" y="275454"/>
                </a:cubicBezTo>
                <a:lnTo>
                  <a:pt x="730452" y="240910"/>
                </a:lnTo>
                <a:cubicBezTo>
                  <a:pt x="729690" y="239894"/>
                  <a:pt x="728928" y="238878"/>
                  <a:pt x="728166" y="237862"/>
                </a:cubicBezTo>
                <a:lnTo>
                  <a:pt x="664031" y="260341"/>
                </a:lnTo>
                <a:cubicBezTo>
                  <a:pt x="654379" y="263643"/>
                  <a:pt x="649934" y="269485"/>
                  <a:pt x="647394" y="279518"/>
                </a:cubicBezTo>
                <a:lnTo>
                  <a:pt x="626312" y="347209"/>
                </a:lnTo>
                <a:moveTo>
                  <a:pt x="325322" y="574666"/>
                </a:moveTo>
                <a:lnTo>
                  <a:pt x="243661" y="575428"/>
                </a:lnTo>
                <a:cubicBezTo>
                  <a:pt x="176605" y="571745"/>
                  <a:pt x="155142" y="570094"/>
                  <a:pt x="98627" y="534026"/>
                </a:cubicBezTo>
                <a:cubicBezTo>
                  <a:pt x="87451" y="526914"/>
                  <a:pt x="84530" y="514341"/>
                  <a:pt x="91007" y="503927"/>
                </a:cubicBezTo>
                <a:cubicBezTo>
                  <a:pt x="97611" y="493386"/>
                  <a:pt x="110311" y="490465"/>
                  <a:pt x="121995" y="497831"/>
                </a:cubicBezTo>
                <a:cubicBezTo>
                  <a:pt x="161238" y="522469"/>
                  <a:pt x="163397" y="519929"/>
                  <a:pt x="209117" y="528057"/>
                </a:cubicBezTo>
                <a:cubicBezTo>
                  <a:pt x="251916" y="535677"/>
                  <a:pt x="294715" y="535042"/>
                  <a:pt x="337387" y="526787"/>
                </a:cubicBezTo>
                <a:lnTo>
                  <a:pt x="340562" y="525771"/>
                </a:lnTo>
                <a:lnTo>
                  <a:pt x="340308" y="518786"/>
                </a:lnTo>
                <a:cubicBezTo>
                  <a:pt x="285444" y="459985"/>
                  <a:pt x="221055" y="423790"/>
                  <a:pt x="144855" y="409820"/>
                </a:cubicBezTo>
                <a:cubicBezTo>
                  <a:pt x="122249" y="405756"/>
                  <a:pt x="45668" y="401819"/>
                  <a:pt x="22681" y="400168"/>
                </a:cubicBezTo>
                <a:lnTo>
                  <a:pt x="5790" y="396485"/>
                </a:lnTo>
                <a:cubicBezTo>
                  <a:pt x="-1957" y="379975"/>
                  <a:pt x="-1195" y="372482"/>
                  <a:pt x="3758" y="365624"/>
                </a:cubicBezTo>
                <a:lnTo>
                  <a:pt x="15569" y="356988"/>
                </a:lnTo>
                <a:cubicBezTo>
                  <a:pt x="86943" y="356353"/>
                  <a:pt x="200354" y="373879"/>
                  <a:pt x="257123" y="402200"/>
                </a:cubicBezTo>
                <a:cubicBezTo>
                  <a:pt x="286968" y="417059"/>
                  <a:pt x="314400" y="435474"/>
                  <a:pt x="339546" y="457445"/>
                </a:cubicBezTo>
                <a:lnTo>
                  <a:pt x="343483" y="460493"/>
                </a:lnTo>
                <a:lnTo>
                  <a:pt x="353135" y="448936"/>
                </a:lnTo>
                <a:cubicBezTo>
                  <a:pt x="331037" y="426203"/>
                  <a:pt x="318083" y="415408"/>
                  <a:pt x="302335" y="407153"/>
                </a:cubicBezTo>
                <a:lnTo>
                  <a:pt x="253440" y="376165"/>
                </a:lnTo>
                <a:cubicBezTo>
                  <a:pt x="234263" y="366513"/>
                  <a:pt x="214070" y="357750"/>
                  <a:pt x="193369" y="353051"/>
                </a:cubicBezTo>
                <a:lnTo>
                  <a:pt x="115518" y="343399"/>
                </a:lnTo>
                <a:cubicBezTo>
                  <a:pt x="101421" y="342002"/>
                  <a:pt x="92150" y="335525"/>
                  <a:pt x="91134" y="323714"/>
                </a:cubicBezTo>
                <a:cubicBezTo>
                  <a:pt x="89864" y="310633"/>
                  <a:pt x="99008" y="299584"/>
                  <a:pt x="112724" y="300219"/>
                </a:cubicBezTo>
                <a:lnTo>
                  <a:pt x="176478" y="304791"/>
                </a:lnTo>
                <a:cubicBezTo>
                  <a:pt x="179018" y="304918"/>
                  <a:pt x="181558" y="305426"/>
                  <a:pt x="185495" y="305807"/>
                </a:cubicBezTo>
                <a:lnTo>
                  <a:pt x="183082" y="301235"/>
                </a:lnTo>
                <a:cubicBezTo>
                  <a:pt x="171144" y="279264"/>
                  <a:pt x="136219" y="207890"/>
                  <a:pt x="125932" y="187316"/>
                </a:cubicBezTo>
                <a:cubicBezTo>
                  <a:pt x="118566" y="172457"/>
                  <a:pt x="123011" y="159630"/>
                  <a:pt x="135584" y="154550"/>
                </a:cubicBezTo>
                <a:cubicBezTo>
                  <a:pt x="147903" y="149597"/>
                  <a:pt x="159079" y="155312"/>
                  <a:pt x="165429" y="170171"/>
                </a:cubicBezTo>
                <a:cubicBezTo>
                  <a:pt x="178383" y="200397"/>
                  <a:pt x="218769" y="279391"/>
                  <a:pt x="240613" y="304029"/>
                </a:cubicBezTo>
                <a:cubicBezTo>
                  <a:pt x="254837" y="320031"/>
                  <a:pt x="269950" y="334509"/>
                  <a:pt x="289762" y="344161"/>
                </a:cubicBezTo>
                <a:lnTo>
                  <a:pt x="331164" y="370704"/>
                </a:lnTo>
                <a:cubicBezTo>
                  <a:pt x="350468" y="385436"/>
                  <a:pt x="373074" y="390897"/>
                  <a:pt x="395680" y="396358"/>
                </a:cubicBezTo>
                <a:lnTo>
                  <a:pt x="406983" y="391786"/>
                </a:lnTo>
                <a:cubicBezTo>
                  <a:pt x="420445" y="388230"/>
                  <a:pt x="421715" y="383277"/>
                  <a:pt x="422985" y="376546"/>
                </a:cubicBezTo>
                <a:cubicBezTo>
                  <a:pt x="425271" y="364608"/>
                  <a:pt x="423620" y="353813"/>
                  <a:pt x="420064" y="342129"/>
                </a:cubicBezTo>
                <a:lnTo>
                  <a:pt x="401522" y="266818"/>
                </a:lnTo>
                <a:cubicBezTo>
                  <a:pt x="400633" y="263008"/>
                  <a:pt x="399490" y="258944"/>
                  <a:pt x="397458" y="255642"/>
                </a:cubicBezTo>
                <a:cubicBezTo>
                  <a:pt x="373709" y="217034"/>
                  <a:pt x="343229" y="184649"/>
                  <a:pt x="306526" y="158233"/>
                </a:cubicBezTo>
                <a:lnTo>
                  <a:pt x="297509" y="150740"/>
                </a:lnTo>
                <a:cubicBezTo>
                  <a:pt x="290143" y="137659"/>
                  <a:pt x="293064" y="127118"/>
                  <a:pt x="300430" y="120895"/>
                </a:cubicBezTo>
                <a:cubicBezTo>
                  <a:pt x="307796" y="114672"/>
                  <a:pt x="318591" y="113402"/>
                  <a:pt x="326846" y="120006"/>
                </a:cubicBezTo>
                <a:lnTo>
                  <a:pt x="387298" y="171568"/>
                </a:lnTo>
                <a:cubicBezTo>
                  <a:pt x="391997" y="175632"/>
                  <a:pt x="395934" y="180712"/>
                  <a:pt x="400887" y="186173"/>
                </a:cubicBezTo>
                <a:lnTo>
                  <a:pt x="408380" y="148200"/>
                </a:lnTo>
                <a:cubicBezTo>
                  <a:pt x="412317" y="133214"/>
                  <a:pt x="446099" y="30217"/>
                  <a:pt x="451306" y="15612"/>
                </a:cubicBezTo>
                <a:cubicBezTo>
                  <a:pt x="455751" y="2658"/>
                  <a:pt x="467562" y="-2803"/>
                  <a:pt x="479373" y="1388"/>
                </a:cubicBezTo>
                <a:cubicBezTo>
                  <a:pt x="490930" y="5579"/>
                  <a:pt x="496264" y="17644"/>
                  <a:pt x="491438" y="30725"/>
                </a:cubicBezTo>
                <a:cubicBezTo>
                  <a:pt x="478484" y="66285"/>
                  <a:pt x="442543" y="190872"/>
                  <a:pt x="442416" y="228845"/>
                </a:cubicBezTo>
                <a:cubicBezTo>
                  <a:pt x="442289" y="243069"/>
                  <a:pt x="445337" y="255515"/>
                  <a:pt x="454354" y="267580"/>
                </a:cubicBezTo>
                <a:lnTo>
                  <a:pt x="457148" y="262119"/>
                </a:lnTo>
                <a:cubicBezTo>
                  <a:pt x="486104" y="203064"/>
                  <a:pt x="491565" y="184903"/>
                  <a:pt x="541730" y="147057"/>
                </a:cubicBezTo>
                <a:lnTo>
                  <a:pt x="557224" y="139437"/>
                </a:lnTo>
                <a:cubicBezTo>
                  <a:pt x="573480" y="147057"/>
                  <a:pt x="577544" y="153153"/>
                  <a:pt x="578179" y="161154"/>
                </a:cubicBezTo>
                <a:lnTo>
                  <a:pt x="574242" y="176902"/>
                </a:lnTo>
                <a:cubicBezTo>
                  <a:pt x="534364" y="206747"/>
                  <a:pt x="540587" y="207255"/>
                  <a:pt x="518362" y="241418"/>
                </a:cubicBezTo>
                <a:cubicBezTo>
                  <a:pt x="502741" y="265421"/>
                  <a:pt x="490422" y="291075"/>
                  <a:pt x="480770" y="318126"/>
                </a:cubicBezTo>
                <a:lnTo>
                  <a:pt x="477214" y="334128"/>
                </a:lnTo>
                <a:cubicBezTo>
                  <a:pt x="481786" y="348352"/>
                  <a:pt x="482802" y="354448"/>
                  <a:pt x="484326" y="361052"/>
                </a:cubicBezTo>
                <a:lnTo>
                  <a:pt x="514679" y="321047"/>
                </a:lnTo>
                <a:cubicBezTo>
                  <a:pt x="540333" y="289805"/>
                  <a:pt x="570686" y="263643"/>
                  <a:pt x="605357" y="242815"/>
                </a:cubicBezTo>
                <a:lnTo>
                  <a:pt x="613104" y="236719"/>
                </a:lnTo>
                <a:cubicBezTo>
                  <a:pt x="613485" y="207128"/>
                  <a:pt x="614247" y="139564"/>
                  <a:pt x="614882" y="116069"/>
                </a:cubicBezTo>
                <a:lnTo>
                  <a:pt x="614501" y="111497"/>
                </a:lnTo>
                <a:cubicBezTo>
                  <a:pt x="614120" y="95622"/>
                  <a:pt x="622756" y="85716"/>
                  <a:pt x="635075" y="85208"/>
                </a:cubicBezTo>
                <a:cubicBezTo>
                  <a:pt x="647013" y="84700"/>
                  <a:pt x="656919" y="93590"/>
                  <a:pt x="657554" y="106671"/>
                </a:cubicBezTo>
                <a:cubicBezTo>
                  <a:pt x="658316" y="126483"/>
                  <a:pt x="658316" y="190237"/>
                  <a:pt x="658570" y="210176"/>
                </a:cubicBezTo>
                <a:lnTo>
                  <a:pt x="658570" y="212970"/>
                </a:lnTo>
                <a:lnTo>
                  <a:pt x="666952" y="212462"/>
                </a:lnTo>
                <a:cubicBezTo>
                  <a:pt x="687780" y="206366"/>
                  <a:pt x="704544" y="201159"/>
                  <a:pt x="721689" y="196968"/>
                </a:cubicBezTo>
                <a:cubicBezTo>
                  <a:pt x="743406" y="191761"/>
                  <a:pt x="755725" y="204842"/>
                  <a:pt x="750391" y="227194"/>
                </a:cubicBezTo>
                <a:lnTo>
                  <a:pt x="754201" y="228210"/>
                </a:lnTo>
                <a:cubicBezTo>
                  <a:pt x="770330" y="233544"/>
                  <a:pt x="776553" y="247133"/>
                  <a:pt x="768679" y="260595"/>
                </a:cubicBezTo>
                <a:lnTo>
                  <a:pt x="730452" y="320158"/>
                </a:lnTo>
                <a:cubicBezTo>
                  <a:pt x="728166" y="323714"/>
                  <a:pt x="725118" y="326889"/>
                  <a:pt x="721308" y="331461"/>
                </a:cubicBezTo>
                <a:lnTo>
                  <a:pt x="727912" y="331842"/>
                </a:lnTo>
                <a:cubicBezTo>
                  <a:pt x="760043" y="331969"/>
                  <a:pt x="757757" y="329810"/>
                  <a:pt x="786586" y="336668"/>
                </a:cubicBezTo>
                <a:cubicBezTo>
                  <a:pt x="800683" y="339970"/>
                  <a:pt x="808049" y="350511"/>
                  <a:pt x="805255" y="362957"/>
                </a:cubicBezTo>
                <a:cubicBezTo>
                  <a:pt x="802461" y="375403"/>
                  <a:pt x="791412" y="382007"/>
                  <a:pt x="777188" y="378832"/>
                </a:cubicBezTo>
                <a:cubicBezTo>
                  <a:pt x="731595" y="368672"/>
                  <a:pt x="717244" y="372101"/>
                  <a:pt x="671270" y="381245"/>
                </a:cubicBezTo>
                <a:lnTo>
                  <a:pt x="663142" y="384039"/>
                </a:lnTo>
                <a:cubicBezTo>
                  <a:pt x="635329" y="403089"/>
                  <a:pt x="609421" y="416678"/>
                  <a:pt x="581735" y="427092"/>
                </a:cubicBezTo>
                <a:lnTo>
                  <a:pt x="572591" y="432807"/>
                </a:lnTo>
                <a:lnTo>
                  <a:pt x="567257" y="442840"/>
                </a:lnTo>
                <a:cubicBezTo>
                  <a:pt x="570051" y="451857"/>
                  <a:pt x="574242" y="457572"/>
                  <a:pt x="575131" y="463922"/>
                </a:cubicBezTo>
                <a:cubicBezTo>
                  <a:pt x="576782" y="474463"/>
                  <a:pt x="583513" y="479416"/>
                  <a:pt x="591895" y="483988"/>
                </a:cubicBezTo>
                <a:cubicBezTo>
                  <a:pt x="670254" y="527549"/>
                  <a:pt x="815161" y="520691"/>
                  <a:pt x="900378" y="493132"/>
                </a:cubicBezTo>
                <a:lnTo>
                  <a:pt x="904696" y="491608"/>
                </a:lnTo>
                <a:cubicBezTo>
                  <a:pt x="919428" y="487290"/>
                  <a:pt x="930985" y="492878"/>
                  <a:pt x="934795" y="504435"/>
                </a:cubicBezTo>
                <a:cubicBezTo>
                  <a:pt x="938478" y="515611"/>
                  <a:pt x="933144" y="527549"/>
                  <a:pt x="921079" y="531359"/>
                </a:cubicBezTo>
                <a:lnTo>
                  <a:pt x="865326" y="546599"/>
                </a:lnTo>
                <a:cubicBezTo>
                  <a:pt x="855293" y="549012"/>
                  <a:pt x="782014" y="564633"/>
                  <a:pt x="770203" y="566411"/>
                </a:cubicBezTo>
                <a:lnTo>
                  <a:pt x="775410" y="570602"/>
                </a:lnTo>
                <a:cubicBezTo>
                  <a:pt x="794206" y="587747"/>
                  <a:pt x="811351" y="602733"/>
                  <a:pt x="827607" y="618735"/>
                </a:cubicBezTo>
                <a:cubicBezTo>
                  <a:pt x="839037" y="630038"/>
                  <a:pt x="838910" y="643246"/>
                  <a:pt x="829131" y="652263"/>
                </a:cubicBezTo>
                <a:cubicBezTo>
                  <a:pt x="819352" y="661280"/>
                  <a:pt x="806525" y="659756"/>
                  <a:pt x="795730" y="647818"/>
                </a:cubicBezTo>
                <a:cubicBezTo>
                  <a:pt x="747470" y="594859"/>
                  <a:pt x="688161" y="561712"/>
                  <a:pt x="617676" y="548631"/>
                </a:cubicBezTo>
                <a:lnTo>
                  <a:pt x="580846" y="544186"/>
                </a:lnTo>
                <a:cubicBezTo>
                  <a:pt x="573988" y="543297"/>
                  <a:pt x="570559" y="545710"/>
                  <a:pt x="569924" y="552949"/>
                </a:cubicBezTo>
                <a:lnTo>
                  <a:pt x="616787" y="563109"/>
                </a:lnTo>
                <a:cubicBezTo>
                  <a:pt x="694003" y="583175"/>
                  <a:pt x="813383" y="677663"/>
                  <a:pt x="866596" y="736972"/>
                </a:cubicBezTo>
                <a:cubicBezTo>
                  <a:pt x="876121" y="747513"/>
                  <a:pt x="875994" y="760848"/>
                  <a:pt x="866596" y="769357"/>
                </a:cubicBezTo>
                <a:cubicBezTo>
                  <a:pt x="857071" y="777993"/>
                  <a:pt x="844371" y="776977"/>
                  <a:pt x="834465" y="765928"/>
                </a:cubicBezTo>
                <a:cubicBezTo>
                  <a:pt x="795984" y="723002"/>
                  <a:pt x="695781" y="637023"/>
                  <a:pt x="641933" y="616449"/>
                </a:cubicBezTo>
                <a:cubicBezTo>
                  <a:pt x="611580" y="604892"/>
                  <a:pt x="580084" y="598034"/>
                  <a:pt x="547826" y="594732"/>
                </a:cubicBezTo>
                <a:lnTo>
                  <a:pt x="533856" y="594732"/>
                </a:lnTo>
                <a:cubicBezTo>
                  <a:pt x="523442" y="603622"/>
                  <a:pt x="518108" y="606035"/>
                  <a:pt x="512901" y="609210"/>
                </a:cubicBezTo>
                <a:cubicBezTo>
                  <a:pt x="533348" y="642865"/>
                  <a:pt x="558494" y="671948"/>
                  <a:pt x="588593" y="696713"/>
                </a:cubicBezTo>
                <a:cubicBezTo>
                  <a:pt x="626820" y="728082"/>
                  <a:pt x="654633" y="741163"/>
                  <a:pt x="702131" y="754752"/>
                </a:cubicBezTo>
                <a:cubicBezTo>
                  <a:pt x="716736" y="758943"/>
                  <a:pt x="723594" y="770246"/>
                  <a:pt x="719657" y="782565"/>
                </a:cubicBezTo>
                <a:cubicBezTo>
                  <a:pt x="715720" y="794884"/>
                  <a:pt x="704417" y="800218"/>
                  <a:pt x="690320" y="796281"/>
                </a:cubicBezTo>
                <a:cubicBezTo>
                  <a:pt x="654887" y="786375"/>
                  <a:pt x="636599" y="780914"/>
                  <a:pt x="605103" y="761610"/>
                </a:cubicBezTo>
                <a:cubicBezTo>
                  <a:pt x="562304" y="735321"/>
                  <a:pt x="525982" y="701920"/>
                  <a:pt x="496010" y="661661"/>
                </a:cubicBezTo>
                <a:lnTo>
                  <a:pt x="493851" y="658994"/>
                </a:lnTo>
                <a:lnTo>
                  <a:pt x="496518" y="672837"/>
                </a:lnTo>
                <a:cubicBezTo>
                  <a:pt x="528141" y="745227"/>
                  <a:pt x="623264" y="846065"/>
                  <a:pt x="684732" y="882006"/>
                </a:cubicBezTo>
                <a:lnTo>
                  <a:pt x="686764" y="883149"/>
                </a:lnTo>
                <a:cubicBezTo>
                  <a:pt x="700353" y="891277"/>
                  <a:pt x="704290" y="903215"/>
                  <a:pt x="697940" y="914391"/>
                </a:cubicBezTo>
                <a:cubicBezTo>
                  <a:pt x="691590" y="925567"/>
                  <a:pt x="678763" y="929123"/>
                  <a:pt x="666444" y="921249"/>
                </a:cubicBezTo>
                <a:lnTo>
                  <a:pt x="611707" y="883403"/>
                </a:lnTo>
                <a:cubicBezTo>
                  <a:pt x="577544" y="856098"/>
                  <a:pt x="500201" y="772405"/>
                  <a:pt x="478357" y="734559"/>
                </a:cubicBezTo>
                <a:lnTo>
                  <a:pt x="476325" y="731384"/>
                </a:lnTo>
                <a:cubicBezTo>
                  <a:pt x="474166" y="742306"/>
                  <a:pt x="474420" y="754498"/>
                  <a:pt x="474039" y="766817"/>
                </a:cubicBezTo>
                <a:cubicBezTo>
                  <a:pt x="472769" y="811394"/>
                  <a:pt x="463752" y="854320"/>
                  <a:pt x="447623" y="895849"/>
                </a:cubicBezTo>
                <a:cubicBezTo>
                  <a:pt x="442670" y="908549"/>
                  <a:pt x="430478" y="913883"/>
                  <a:pt x="418921" y="909311"/>
                </a:cubicBezTo>
                <a:cubicBezTo>
                  <a:pt x="407872" y="904866"/>
                  <a:pt x="403046" y="893055"/>
                  <a:pt x="407237" y="880482"/>
                </a:cubicBezTo>
                <a:lnTo>
                  <a:pt x="410031" y="872862"/>
                </a:lnTo>
                <a:cubicBezTo>
                  <a:pt x="412571" y="865242"/>
                  <a:pt x="413714" y="861432"/>
                  <a:pt x="415746" y="855209"/>
                </a:cubicBezTo>
                <a:cubicBezTo>
                  <a:pt x="404697" y="869179"/>
                  <a:pt x="359485" y="916804"/>
                  <a:pt x="349833" y="928742"/>
                </a:cubicBezTo>
                <a:lnTo>
                  <a:pt x="337514" y="939283"/>
                </a:lnTo>
                <a:cubicBezTo>
                  <a:pt x="311479" y="934965"/>
                  <a:pt x="305256" y="916423"/>
                  <a:pt x="315797" y="901818"/>
                </a:cubicBezTo>
                <a:cubicBezTo>
                  <a:pt x="329894" y="882514"/>
                  <a:pt x="380186" y="827777"/>
                  <a:pt x="392505" y="807457"/>
                </a:cubicBezTo>
                <a:cubicBezTo>
                  <a:pt x="410158" y="777993"/>
                  <a:pt x="421842" y="745735"/>
                  <a:pt x="425906" y="711699"/>
                </a:cubicBezTo>
                <a:cubicBezTo>
                  <a:pt x="427684" y="696586"/>
                  <a:pt x="422096" y="680584"/>
                  <a:pt x="419556" y="664963"/>
                </a:cubicBezTo>
                <a:lnTo>
                  <a:pt x="417397" y="657851"/>
                </a:lnTo>
                <a:lnTo>
                  <a:pt x="412190" y="657343"/>
                </a:lnTo>
                <a:cubicBezTo>
                  <a:pt x="371931" y="708397"/>
                  <a:pt x="323925" y="745989"/>
                  <a:pt x="266648" y="771389"/>
                </a:cubicBezTo>
                <a:lnTo>
                  <a:pt x="257758" y="776596"/>
                </a:lnTo>
                <a:cubicBezTo>
                  <a:pt x="254583" y="797424"/>
                  <a:pt x="251789" y="811902"/>
                  <a:pt x="248868" y="826253"/>
                </a:cubicBezTo>
                <a:cubicBezTo>
                  <a:pt x="246328" y="838699"/>
                  <a:pt x="234898" y="846192"/>
                  <a:pt x="223214" y="843525"/>
                </a:cubicBezTo>
                <a:cubicBezTo>
                  <a:pt x="212546" y="841112"/>
                  <a:pt x="205688" y="831968"/>
                  <a:pt x="206577" y="820411"/>
                </a:cubicBezTo>
                <a:lnTo>
                  <a:pt x="210260" y="791201"/>
                </a:lnTo>
                <a:cubicBezTo>
                  <a:pt x="204926" y="793106"/>
                  <a:pt x="200100" y="794249"/>
                  <a:pt x="195782" y="796535"/>
                </a:cubicBezTo>
                <a:cubicBezTo>
                  <a:pt x="184225" y="802377"/>
                  <a:pt x="172668" y="799583"/>
                  <a:pt x="164667" y="788407"/>
                </a:cubicBezTo>
                <a:cubicBezTo>
                  <a:pt x="157936" y="779136"/>
                  <a:pt x="159206" y="767960"/>
                  <a:pt x="167715" y="759451"/>
                </a:cubicBezTo>
                <a:lnTo>
                  <a:pt x="172160" y="754879"/>
                </a:lnTo>
                <a:cubicBezTo>
                  <a:pt x="196163" y="712334"/>
                  <a:pt x="224357" y="677282"/>
                  <a:pt x="259028" y="647310"/>
                </a:cubicBezTo>
                <a:lnTo>
                  <a:pt x="261695" y="646167"/>
                </a:lnTo>
                <a:lnTo>
                  <a:pt x="261314" y="643373"/>
                </a:lnTo>
                <a:lnTo>
                  <a:pt x="219023" y="648961"/>
                </a:lnTo>
                <a:cubicBezTo>
                  <a:pt x="167207" y="653914"/>
                  <a:pt x="85292" y="648326"/>
                  <a:pt x="35889" y="631435"/>
                </a:cubicBezTo>
                <a:cubicBezTo>
                  <a:pt x="23189" y="627117"/>
                  <a:pt x="17093" y="615941"/>
                  <a:pt x="20649" y="604511"/>
                </a:cubicBezTo>
                <a:cubicBezTo>
                  <a:pt x="24459" y="592192"/>
                  <a:pt x="36270" y="586350"/>
                  <a:pt x="49859" y="590795"/>
                </a:cubicBezTo>
                <a:cubicBezTo>
                  <a:pt x="90118" y="604130"/>
                  <a:pt x="162508" y="609464"/>
                  <a:pt x="204799" y="606924"/>
                </a:cubicBezTo>
                <a:cubicBezTo>
                  <a:pt x="246201" y="604384"/>
                  <a:pt x="285444" y="593970"/>
                  <a:pt x="322909" y="576190"/>
                </a:cubicBezTo>
                <a:lnTo>
                  <a:pt x="325703" y="574412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54" name="Google Shape;2454;p32"/>
          <p:cNvGrpSpPr/>
          <p:nvPr/>
        </p:nvGrpSpPr>
        <p:grpSpPr>
          <a:xfrm>
            <a:off x="178004" y="7762777"/>
            <a:ext cx="720087" cy="727028"/>
            <a:chOff x="63500" y="63500"/>
            <a:chExt cx="1106805" cy="1117473"/>
          </a:xfrm>
        </p:grpSpPr>
        <p:sp>
          <p:nvSpPr>
            <p:cNvPr id="2455" name="Google Shape;2455;p32"/>
            <p:cNvSpPr/>
            <p:nvPr/>
          </p:nvSpPr>
          <p:spPr>
            <a:xfrm>
              <a:off x="452417" y="519747"/>
              <a:ext cx="530803" cy="322500"/>
            </a:xfrm>
            <a:custGeom>
              <a:rect b="b" l="l" r="r" t="t"/>
              <a:pathLst>
                <a:path extrusionOk="0" h="322500" w="530803">
                  <a:moveTo>
                    <a:pt x="300693" y="277051"/>
                  </a:moveTo>
                  <a:cubicBezTo>
                    <a:pt x="338031" y="274765"/>
                    <a:pt x="374099" y="269558"/>
                    <a:pt x="406738" y="250635"/>
                  </a:cubicBezTo>
                  <a:cubicBezTo>
                    <a:pt x="451950" y="224473"/>
                    <a:pt x="478747" y="185357"/>
                    <a:pt x="487637" y="133922"/>
                  </a:cubicBezTo>
                  <a:lnTo>
                    <a:pt x="488653" y="127064"/>
                  </a:lnTo>
                  <a:cubicBezTo>
                    <a:pt x="491828" y="110046"/>
                    <a:pt x="500845" y="103061"/>
                    <a:pt x="513418" y="104839"/>
                  </a:cubicBezTo>
                  <a:cubicBezTo>
                    <a:pt x="526372" y="106617"/>
                    <a:pt x="532087" y="114999"/>
                    <a:pt x="530563" y="129731"/>
                  </a:cubicBezTo>
                  <a:cubicBezTo>
                    <a:pt x="520657" y="223330"/>
                    <a:pt x="456014" y="297117"/>
                    <a:pt x="363304" y="316167"/>
                  </a:cubicBezTo>
                  <a:cubicBezTo>
                    <a:pt x="285961" y="332169"/>
                    <a:pt x="212555" y="317183"/>
                    <a:pt x="144229" y="278702"/>
                  </a:cubicBezTo>
                  <a:cubicBezTo>
                    <a:pt x="94191" y="250508"/>
                    <a:pt x="51138" y="214186"/>
                    <a:pt x="22817" y="162878"/>
                  </a:cubicBezTo>
                  <a:cubicBezTo>
                    <a:pt x="11768" y="142812"/>
                    <a:pt x="1608" y="121984"/>
                    <a:pt x="211" y="98489"/>
                  </a:cubicBezTo>
                  <a:cubicBezTo>
                    <a:pt x="-1948" y="59881"/>
                    <a:pt x="12403" y="29020"/>
                    <a:pt x="47455" y="10732"/>
                  </a:cubicBezTo>
                  <a:cubicBezTo>
                    <a:pt x="82634" y="-7683"/>
                    <a:pt x="115781" y="-1587"/>
                    <a:pt x="146134" y="22797"/>
                  </a:cubicBezTo>
                  <a:lnTo>
                    <a:pt x="170391" y="44260"/>
                  </a:lnTo>
                  <a:cubicBezTo>
                    <a:pt x="180932" y="55055"/>
                    <a:pt x="179789" y="65469"/>
                    <a:pt x="167978" y="76518"/>
                  </a:cubicBezTo>
                  <a:cubicBezTo>
                    <a:pt x="158072" y="85789"/>
                    <a:pt x="149817" y="85281"/>
                    <a:pt x="139149" y="74359"/>
                  </a:cubicBezTo>
                  <a:lnTo>
                    <a:pt x="120734" y="55055"/>
                  </a:lnTo>
                  <a:cubicBezTo>
                    <a:pt x="104097" y="40577"/>
                    <a:pt x="85301" y="37783"/>
                    <a:pt x="69807" y="46673"/>
                  </a:cubicBezTo>
                  <a:cubicBezTo>
                    <a:pt x="50503" y="57722"/>
                    <a:pt x="41232" y="77407"/>
                    <a:pt x="45042" y="99124"/>
                  </a:cubicBezTo>
                  <a:cubicBezTo>
                    <a:pt x="49487" y="123635"/>
                    <a:pt x="61044" y="144717"/>
                    <a:pt x="77046" y="163132"/>
                  </a:cubicBezTo>
                  <a:cubicBezTo>
                    <a:pt x="119972" y="212789"/>
                    <a:pt x="170391" y="251651"/>
                    <a:pt x="235542" y="267145"/>
                  </a:cubicBezTo>
                  <a:lnTo>
                    <a:pt x="300439" y="27705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6" name="Google Shape;2456;p32"/>
            <p:cNvSpPr/>
            <p:nvPr/>
          </p:nvSpPr>
          <p:spPr>
            <a:xfrm>
              <a:off x="277098" y="401210"/>
              <a:ext cx="478944" cy="315717"/>
            </a:xfrm>
            <a:custGeom>
              <a:rect b="b" l="l" r="r" t="t"/>
              <a:pathLst>
                <a:path extrusionOk="0" h="315717" w="478944">
                  <a:moveTo>
                    <a:pt x="178959" y="42020"/>
                  </a:moveTo>
                  <a:cubicBezTo>
                    <a:pt x="134890" y="42147"/>
                    <a:pt x="93996" y="51418"/>
                    <a:pt x="58817" y="79104"/>
                  </a:cubicBezTo>
                  <a:lnTo>
                    <a:pt x="38370" y="97773"/>
                  </a:lnTo>
                  <a:cubicBezTo>
                    <a:pt x="26813" y="108314"/>
                    <a:pt x="16780" y="108695"/>
                    <a:pt x="7382" y="99297"/>
                  </a:cubicBezTo>
                  <a:cubicBezTo>
                    <a:pt x="-2397" y="89518"/>
                    <a:pt x="-2651" y="79485"/>
                    <a:pt x="7763" y="68182"/>
                  </a:cubicBezTo>
                  <a:cubicBezTo>
                    <a:pt x="43196" y="30082"/>
                    <a:pt x="86757" y="6333"/>
                    <a:pt x="138446" y="1634"/>
                  </a:cubicBezTo>
                  <a:cubicBezTo>
                    <a:pt x="257191" y="-9161"/>
                    <a:pt x="354600" y="33765"/>
                    <a:pt x="431816" y="123554"/>
                  </a:cubicBezTo>
                  <a:cubicBezTo>
                    <a:pt x="452009" y="147049"/>
                    <a:pt x="469281" y="172322"/>
                    <a:pt x="476520" y="203564"/>
                  </a:cubicBezTo>
                  <a:cubicBezTo>
                    <a:pt x="485283" y="241410"/>
                    <a:pt x="469662" y="285352"/>
                    <a:pt x="439690" y="303894"/>
                  </a:cubicBezTo>
                  <a:cubicBezTo>
                    <a:pt x="408702" y="323071"/>
                    <a:pt x="361204" y="318499"/>
                    <a:pt x="331486" y="293226"/>
                  </a:cubicBezTo>
                  <a:lnTo>
                    <a:pt x="310404" y="272652"/>
                  </a:lnTo>
                  <a:cubicBezTo>
                    <a:pt x="299355" y="259444"/>
                    <a:pt x="304308" y="242680"/>
                    <a:pt x="320564" y="236330"/>
                  </a:cubicBezTo>
                  <a:lnTo>
                    <a:pt x="334788" y="236711"/>
                  </a:lnTo>
                  <a:cubicBezTo>
                    <a:pt x="348250" y="249411"/>
                    <a:pt x="355489" y="257539"/>
                    <a:pt x="363998" y="264016"/>
                  </a:cubicBezTo>
                  <a:cubicBezTo>
                    <a:pt x="378349" y="274938"/>
                    <a:pt x="394224" y="278494"/>
                    <a:pt x="411369" y="269985"/>
                  </a:cubicBezTo>
                  <a:cubicBezTo>
                    <a:pt x="428768" y="261349"/>
                    <a:pt x="435245" y="246871"/>
                    <a:pt x="436134" y="228075"/>
                  </a:cubicBezTo>
                  <a:cubicBezTo>
                    <a:pt x="436896" y="212073"/>
                    <a:pt x="433086" y="197595"/>
                    <a:pt x="424577" y="184514"/>
                  </a:cubicBezTo>
                  <a:cubicBezTo>
                    <a:pt x="366538" y="95995"/>
                    <a:pt x="286528" y="45068"/>
                    <a:pt x="179086" y="417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7" name="Google Shape;2457;p32"/>
            <p:cNvSpPr/>
            <p:nvPr/>
          </p:nvSpPr>
          <p:spPr>
            <a:xfrm>
              <a:off x="325981" y="253551"/>
              <a:ext cx="447026" cy="241876"/>
            </a:xfrm>
            <a:custGeom>
              <a:rect b="b" l="l" r="r" t="t"/>
              <a:pathLst>
                <a:path extrusionOk="0" h="241876" w="447026">
                  <a:moveTo>
                    <a:pt x="98072" y="40962"/>
                  </a:moveTo>
                  <a:lnTo>
                    <a:pt x="39652" y="52138"/>
                  </a:lnTo>
                  <a:cubicBezTo>
                    <a:pt x="34953" y="53027"/>
                    <a:pt x="30508" y="54932"/>
                    <a:pt x="25936" y="55948"/>
                  </a:cubicBezTo>
                  <a:cubicBezTo>
                    <a:pt x="13236" y="58615"/>
                    <a:pt x="5743" y="54551"/>
                    <a:pt x="1806" y="43375"/>
                  </a:cubicBezTo>
                  <a:cubicBezTo>
                    <a:pt x="-2385" y="31564"/>
                    <a:pt x="536" y="21277"/>
                    <a:pt x="12474" y="17594"/>
                  </a:cubicBezTo>
                  <a:lnTo>
                    <a:pt x="77117" y="2227"/>
                  </a:lnTo>
                  <a:cubicBezTo>
                    <a:pt x="140236" y="-6663"/>
                    <a:pt x="198021" y="12133"/>
                    <a:pt x="253647" y="39692"/>
                  </a:cubicBezTo>
                  <a:cubicBezTo>
                    <a:pt x="327053" y="76014"/>
                    <a:pt x="390045" y="125036"/>
                    <a:pt x="436019" y="193870"/>
                  </a:cubicBezTo>
                  <a:lnTo>
                    <a:pt x="443766" y="206316"/>
                  </a:lnTo>
                  <a:cubicBezTo>
                    <a:pt x="449735" y="221683"/>
                    <a:pt x="447068" y="229303"/>
                    <a:pt x="439321" y="234764"/>
                  </a:cubicBezTo>
                  <a:lnTo>
                    <a:pt x="423192" y="241876"/>
                  </a:lnTo>
                  <a:cubicBezTo>
                    <a:pt x="410111" y="230954"/>
                    <a:pt x="405412" y="225112"/>
                    <a:pt x="401348" y="219143"/>
                  </a:cubicBezTo>
                  <a:cubicBezTo>
                    <a:pt x="340769" y="129862"/>
                    <a:pt x="256187" y="75379"/>
                    <a:pt x="152809" y="48963"/>
                  </a:cubicBezTo>
                  <a:lnTo>
                    <a:pt x="98072" y="4096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8" name="Google Shape;2458;p32"/>
            <p:cNvSpPr/>
            <p:nvPr/>
          </p:nvSpPr>
          <p:spPr>
            <a:xfrm>
              <a:off x="432969" y="743106"/>
              <a:ext cx="446193" cy="239366"/>
            </a:xfrm>
            <a:custGeom>
              <a:rect b="b" l="l" r="r" t="t"/>
              <a:pathLst>
                <a:path extrusionOk="0" h="239366" w="446193">
                  <a:moveTo>
                    <a:pt x="348081" y="239366"/>
                  </a:moveTo>
                  <a:cubicBezTo>
                    <a:pt x="272389" y="237842"/>
                    <a:pt x="205206" y="214601"/>
                    <a:pt x="143738" y="174342"/>
                  </a:cubicBezTo>
                  <a:cubicBezTo>
                    <a:pt x="90525" y="139544"/>
                    <a:pt x="43281" y="98269"/>
                    <a:pt x="9118" y="43659"/>
                  </a:cubicBezTo>
                  <a:lnTo>
                    <a:pt x="3530" y="34261"/>
                  </a:lnTo>
                  <a:cubicBezTo>
                    <a:pt x="-3074" y="17497"/>
                    <a:pt x="-153" y="8988"/>
                    <a:pt x="10134" y="3400"/>
                  </a:cubicBezTo>
                  <a:cubicBezTo>
                    <a:pt x="20675" y="-2442"/>
                    <a:pt x="29057" y="-918"/>
                    <a:pt x="36804" y="9242"/>
                  </a:cubicBezTo>
                  <a:lnTo>
                    <a:pt x="79349" y="65503"/>
                  </a:lnTo>
                  <a:cubicBezTo>
                    <a:pt x="139928" y="131289"/>
                    <a:pt x="213080" y="176755"/>
                    <a:pt x="301472" y="195170"/>
                  </a:cubicBezTo>
                  <a:cubicBezTo>
                    <a:pt x="330301" y="201139"/>
                    <a:pt x="359003" y="198853"/>
                    <a:pt x="387705" y="193392"/>
                  </a:cubicBezTo>
                  <a:lnTo>
                    <a:pt x="422630" y="188820"/>
                  </a:lnTo>
                  <a:cubicBezTo>
                    <a:pt x="436473" y="188312"/>
                    <a:pt x="444474" y="194281"/>
                    <a:pt x="445871" y="203806"/>
                  </a:cubicBezTo>
                  <a:cubicBezTo>
                    <a:pt x="447649" y="214601"/>
                    <a:pt x="442061" y="224888"/>
                    <a:pt x="429107" y="228190"/>
                  </a:cubicBezTo>
                  <a:lnTo>
                    <a:pt x="374751" y="237588"/>
                  </a:lnTo>
                  <a:cubicBezTo>
                    <a:pt x="365353" y="238985"/>
                    <a:pt x="355701" y="238731"/>
                    <a:pt x="347700" y="23923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9" name="Google Shape;2459;p32"/>
            <p:cNvSpPr/>
            <p:nvPr/>
          </p:nvSpPr>
          <p:spPr>
            <a:xfrm>
              <a:off x="323596" y="590075"/>
              <a:ext cx="131850" cy="329767"/>
            </a:xfrm>
            <a:custGeom>
              <a:rect b="b" l="l" r="r" t="t"/>
              <a:pathLst>
                <a:path extrusionOk="0" h="329767" w="131850">
                  <a:moveTo>
                    <a:pt x="127" y="115156"/>
                  </a:moveTo>
                  <a:cubicBezTo>
                    <a:pt x="4318" y="74643"/>
                    <a:pt x="11938" y="39210"/>
                    <a:pt x="36830" y="10000"/>
                  </a:cubicBezTo>
                  <a:cubicBezTo>
                    <a:pt x="47117" y="-2065"/>
                    <a:pt x="57277" y="-2954"/>
                    <a:pt x="68326" y="5936"/>
                  </a:cubicBezTo>
                  <a:lnTo>
                    <a:pt x="77724" y="19271"/>
                  </a:lnTo>
                  <a:cubicBezTo>
                    <a:pt x="73152" y="30701"/>
                    <a:pt x="71882" y="33368"/>
                    <a:pt x="70104" y="35527"/>
                  </a:cubicBezTo>
                  <a:cubicBezTo>
                    <a:pt x="44958" y="67023"/>
                    <a:pt x="42545" y="102837"/>
                    <a:pt x="50038" y="140556"/>
                  </a:cubicBezTo>
                  <a:cubicBezTo>
                    <a:pt x="60325" y="191737"/>
                    <a:pt x="83820" y="236822"/>
                    <a:pt x="114427" y="278605"/>
                  </a:cubicBezTo>
                  <a:lnTo>
                    <a:pt x="122936" y="288892"/>
                  </a:lnTo>
                  <a:cubicBezTo>
                    <a:pt x="135509" y="306164"/>
                    <a:pt x="134112" y="316451"/>
                    <a:pt x="122936" y="325087"/>
                  </a:cubicBezTo>
                  <a:cubicBezTo>
                    <a:pt x="112776" y="332834"/>
                    <a:pt x="103632" y="330929"/>
                    <a:pt x="94234" y="319626"/>
                  </a:cubicBezTo>
                  <a:cubicBezTo>
                    <a:pt x="56134" y="273906"/>
                    <a:pt x="26289" y="223487"/>
                    <a:pt x="9906" y="166083"/>
                  </a:cubicBezTo>
                  <a:lnTo>
                    <a:pt x="0" y="11515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0" name="Google Shape;2460;p32"/>
            <p:cNvSpPr/>
            <p:nvPr/>
          </p:nvSpPr>
          <p:spPr>
            <a:xfrm>
              <a:off x="747631" y="315829"/>
              <a:ext cx="131971" cy="331109"/>
            </a:xfrm>
            <a:custGeom>
              <a:rect b="b" l="l" r="r" t="t"/>
              <a:pathLst>
                <a:path extrusionOk="0" h="331109" w="131971">
                  <a:moveTo>
                    <a:pt x="131844" y="224556"/>
                  </a:moveTo>
                  <a:cubicBezTo>
                    <a:pt x="133114" y="259862"/>
                    <a:pt x="121557" y="290596"/>
                    <a:pt x="101745" y="318663"/>
                  </a:cubicBezTo>
                  <a:lnTo>
                    <a:pt x="88918" y="331109"/>
                  </a:lnTo>
                  <a:cubicBezTo>
                    <a:pt x="61867" y="324251"/>
                    <a:pt x="56152" y="310281"/>
                    <a:pt x="65931" y="295930"/>
                  </a:cubicBezTo>
                  <a:cubicBezTo>
                    <a:pt x="87648" y="263926"/>
                    <a:pt x="94252" y="228747"/>
                    <a:pt x="86759" y="191155"/>
                  </a:cubicBezTo>
                  <a:cubicBezTo>
                    <a:pt x="79647" y="155595"/>
                    <a:pt x="66566" y="122067"/>
                    <a:pt x="47135" y="91460"/>
                  </a:cubicBezTo>
                  <a:lnTo>
                    <a:pt x="6749" y="37104"/>
                  </a:lnTo>
                  <a:cubicBezTo>
                    <a:pt x="-2014" y="25547"/>
                    <a:pt x="-2395" y="16276"/>
                    <a:pt x="6495" y="7259"/>
                  </a:cubicBezTo>
                  <a:cubicBezTo>
                    <a:pt x="15766" y="-2012"/>
                    <a:pt x="27069" y="-2774"/>
                    <a:pt x="35832" y="7132"/>
                  </a:cubicBezTo>
                  <a:cubicBezTo>
                    <a:pt x="90823" y="69616"/>
                    <a:pt x="129939" y="139212"/>
                    <a:pt x="131971" y="22455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1" name="Google Shape;2461;p32"/>
            <p:cNvSpPr/>
            <p:nvPr/>
          </p:nvSpPr>
          <p:spPr>
            <a:xfrm>
              <a:off x="63500" y="289687"/>
              <a:ext cx="167132" cy="166624"/>
            </a:xfrm>
            <a:custGeom>
              <a:rect b="b" l="l" r="r" t="t"/>
              <a:pathLst>
                <a:path extrusionOk="0" h="166624" w="167132">
                  <a:moveTo>
                    <a:pt x="167132" y="98171"/>
                  </a:moveTo>
                  <a:lnTo>
                    <a:pt x="117856" y="115062"/>
                  </a:lnTo>
                  <a:cubicBezTo>
                    <a:pt x="111760" y="117475"/>
                    <a:pt x="105791" y="121793"/>
                    <a:pt x="101346" y="126746"/>
                  </a:cubicBezTo>
                  <a:lnTo>
                    <a:pt x="68961" y="166624"/>
                  </a:lnTo>
                  <a:cubicBezTo>
                    <a:pt x="64135" y="152908"/>
                    <a:pt x="58928" y="140843"/>
                    <a:pt x="55880" y="128270"/>
                  </a:cubicBezTo>
                  <a:cubicBezTo>
                    <a:pt x="52324" y="113538"/>
                    <a:pt x="44577" y="102743"/>
                    <a:pt x="32258" y="94107"/>
                  </a:cubicBezTo>
                  <a:lnTo>
                    <a:pt x="0" y="68707"/>
                  </a:lnTo>
                  <a:cubicBezTo>
                    <a:pt x="16637" y="63119"/>
                    <a:pt x="31369" y="57658"/>
                    <a:pt x="46355" y="53213"/>
                  </a:cubicBezTo>
                  <a:cubicBezTo>
                    <a:pt x="55372" y="50546"/>
                    <a:pt x="62103" y="45974"/>
                    <a:pt x="67564" y="38481"/>
                  </a:cubicBezTo>
                  <a:lnTo>
                    <a:pt x="98171" y="0"/>
                  </a:lnTo>
                  <a:cubicBezTo>
                    <a:pt x="103759" y="16383"/>
                    <a:pt x="109474" y="31242"/>
                    <a:pt x="113792" y="46355"/>
                  </a:cubicBezTo>
                  <a:cubicBezTo>
                    <a:pt x="116459" y="55753"/>
                    <a:pt x="121666" y="62484"/>
                    <a:pt x="129413" y="68199"/>
                  </a:cubicBezTo>
                  <a:lnTo>
                    <a:pt x="167132" y="9817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2" name="Google Shape;2462;p32"/>
            <p:cNvSpPr/>
            <p:nvPr/>
          </p:nvSpPr>
          <p:spPr>
            <a:xfrm>
              <a:off x="551434" y="1033653"/>
              <a:ext cx="146939" cy="147320"/>
            </a:xfrm>
            <a:custGeom>
              <a:rect b="b" l="l" r="r" t="t"/>
              <a:pathLst>
                <a:path extrusionOk="0" h="147320" w="146939">
                  <a:moveTo>
                    <a:pt x="60452" y="147320"/>
                  </a:moveTo>
                  <a:lnTo>
                    <a:pt x="46990" y="107188"/>
                  </a:lnTo>
                  <a:cubicBezTo>
                    <a:pt x="44450" y="98933"/>
                    <a:pt x="40386" y="92583"/>
                    <a:pt x="33401" y="87376"/>
                  </a:cubicBezTo>
                  <a:lnTo>
                    <a:pt x="0" y="60706"/>
                  </a:lnTo>
                  <a:cubicBezTo>
                    <a:pt x="15875" y="55245"/>
                    <a:pt x="30226" y="50673"/>
                    <a:pt x="44323" y="45212"/>
                  </a:cubicBezTo>
                  <a:lnTo>
                    <a:pt x="53721" y="40132"/>
                  </a:lnTo>
                  <a:cubicBezTo>
                    <a:pt x="66802" y="25019"/>
                    <a:pt x="75819" y="13208"/>
                    <a:pt x="86360" y="0"/>
                  </a:cubicBezTo>
                  <a:lnTo>
                    <a:pt x="101346" y="43180"/>
                  </a:lnTo>
                  <a:cubicBezTo>
                    <a:pt x="103378" y="48514"/>
                    <a:pt x="106934" y="53721"/>
                    <a:pt x="111252" y="57531"/>
                  </a:cubicBezTo>
                  <a:lnTo>
                    <a:pt x="146939" y="86487"/>
                  </a:lnTo>
                  <a:cubicBezTo>
                    <a:pt x="130683" y="92075"/>
                    <a:pt x="115951" y="96901"/>
                    <a:pt x="101346" y="102235"/>
                  </a:cubicBezTo>
                  <a:lnTo>
                    <a:pt x="93472" y="106426"/>
                  </a:lnTo>
                  <a:cubicBezTo>
                    <a:pt x="80772" y="121412"/>
                    <a:pt x="71247" y="133604"/>
                    <a:pt x="60325" y="1470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3" name="Google Shape;2463;p32"/>
            <p:cNvSpPr/>
            <p:nvPr/>
          </p:nvSpPr>
          <p:spPr>
            <a:xfrm>
              <a:off x="922147" y="305181"/>
              <a:ext cx="122174" cy="121793"/>
            </a:xfrm>
            <a:custGeom>
              <a:rect b="b" l="l" r="r" t="t"/>
              <a:pathLst>
                <a:path extrusionOk="0" h="121793" w="122174">
                  <a:moveTo>
                    <a:pt x="71882" y="0"/>
                  </a:moveTo>
                  <a:cubicBezTo>
                    <a:pt x="77343" y="32258"/>
                    <a:pt x="94361" y="55118"/>
                    <a:pt x="122174" y="71628"/>
                  </a:cubicBezTo>
                  <a:cubicBezTo>
                    <a:pt x="89916" y="77216"/>
                    <a:pt x="66548" y="93345"/>
                    <a:pt x="50546" y="121793"/>
                  </a:cubicBezTo>
                  <a:cubicBezTo>
                    <a:pt x="44704" y="89408"/>
                    <a:pt x="28448" y="66167"/>
                    <a:pt x="0" y="50038"/>
                  </a:cubicBezTo>
                  <a:cubicBezTo>
                    <a:pt x="31877" y="44069"/>
                    <a:pt x="55499" y="28448"/>
                    <a:pt x="7200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4" name="Google Shape;2464;p32"/>
            <p:cNvSpPr/>
            <p:nvPr/>
          </p:nvSpPr>
          <p:spPr>
            <a:xfrm>
              <a:off x="1059053" y="717042"/>
              <a:ext cx="111252" cy="108712"/>
            </a:xfrm>
            <a:custGeom>
              <a:rect b="b" l="l" r="r" t="t"/>
              <a:pathLst>
                <a:path extrusionOk="0" h="108712" w="111252">
                  <a:moveTo>
                    <a:pt x="111125" y="46482"/>
                  </a:moveTo>
                  <a:lnTo>
                    <a:pt x="85598" y="66802"/>
                  </a:lnTo>
                  <a:cubicBezTo>
                    <a:pt x="83185" y="68961"/>
                    <a:pt x="81280" y="73025"/>
                    <a:pt x="81280" y="76200"/>
                  </a:cubicBezTo>
                  <a:lnTo>
                    <a:pt x="82550" y="108712"/>
                  </a:lnTo>
                  <a:cubicBezTo>
                    <a:pt x="75184" y="103886"/>
                    <a:pt x="68326" y="100457"/>
                    <a:pt x="62992" y="95631"/>
                  </a:cubicBezTo>
                  <a:cubicBezTo>
                    <a:pt x="54483" y="88011"/>
                    <a:pt x="46101" y="87503"/>
                    <a:pt x="36195" y="92710"/>
                  </a:cubicBezTo>
                  <a:lnTo>
                    <a:pt x="22987" y="98044"/>
                  </a:lnTo>
                  <a:cubicBezTo>
                    <a:pt x="17653" y="89789"/>
                    <a:pt x="20955" y="80645"/>
                    <a:pt x="22733" y="71120"/>
                  </a:cubicBezTo>
                  <a:lnTo>
                    <a:pt x="22352" y="61849"/>
                  </a:lnTo>
                  <a:cubicBezTo>
                    <a:pt x="14732" y="50419"/>
                    <a:pt x="8128" y="43180"/>
                    <a:pt x="0" y="33020"/>
                  </a:cubicBezTo>
                  <a:lnTo>
                    <a:pt x="31877" y="32766"/>
                  </a:lnTo>
                  <a:cubicBezTo>
                    <a:pt x="35814" y="32385"/>
                    <a:pt x="40640" y="29591"/>
                    <a:pt x="43180" y="26416"/>
                  </a:cubicBezTo>
                  <a:lnTo>
                    <a:pt x="60579" y="0"/>
                  </a:lnTo>
                  <a:cubicBezTo>
                    <a:pt x="64643" y="11176"/>
                    <a:pt x="68326" y="20066"/>
                    <a:pt x="71120" y="29337"/>
                  </a:cubicBezTo>
                  <a:lnTo>
                    <a:pt x="76073" y="37465"/>
                  </a:lnTo>
                  <a:cubicBezTo>
                    <a:pt x="90805" y="40767"/>
                    <a:pt x="99949" y="43561"/>
                    <a:pt x="111252" y="4660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5" name="Google Shape;2465;p32"/>
            <p:cNvSpPr/>
            <p:nvPr/>
          </p:nvSpPr>
          <p:spPr>
            <a:xfrm>
              <a:off x="174625" y="738378"/>
              <a:ext cx="111125" cy="109093"/>
            </a:xfrm>
            <a:custGeom>
              <a:rect b="b" l="l" r="r" t="t"/>
              <a:pathLst>
                <a:path extrusionOk="0" h="109093" w="111125">
                  <a:moveTo>
                    <a:pt x="60452" y="0"/>
                  </a:moveTo>
                  <a:lnTo>
                    <a:pt x="70358" y="27686"/>
                  </a:lnTo>
                  <a:cubicBezTo>
                    <a:pt x="72263" y="34163"/>
                    <a:pt x="75565" y="37719"/>
                    <a:pt x="82550" y="38989"/>
                  </a:cubicBezTo>
                  <a:lnTo>
                    <a:pt x="111125" y="46609"/>
                  </a:lnTo>
                  <a:cubicBezTo>
                    <a:pt x="101854" y="53848"/>
                    <a:pt x="93726" y="59309"/>
                    <a:pt x="86741" y="65913"/>
                  </a:cubicBezTo>
                  <a:lnTo>
                    <a:pt x="81534" y="73660"/>
                  </a:lnTo>
                  <a:cubicBezTo>
                    <a:pt x="80899" y="87376"/>
                    <a:pt x="81915" y="97155"/>
                    <a:pt x="82550" y="109093"/>
                  </a:cubicBezTo>
                  <a:lnTo>
                    <a:pt x="56134" y="91567"/>
                  </a:lnTo>
                  <a:cubicBezTo>
                    <a:pt x="52832" y="89662"/>
                    <a:pt x="47752" y="89154"/>
                    <a:pt x="44196" y="90297"/>
                  </a:cubicBezTo>
                  <a:lnTo>
                    <a:pt x="14605" y="101346"/>
                  </a:lnTo>
                  <a:cubicBezTo>
                    <a:pt x="17653" y="90170"/>
                    <a:pt x="20955" y="80772"/>
                    <a:pt x="22733" y="71120"/>
                  </a:cubicBezTo>
                  <a:lnTo>
                    <a:pt x="22479" y="61849"/>
                  </a:lnTo>
                  <a:cubicBezTo>
                    <a:pt x="14859" y="50419"/>
                    <a:pt x="8255" y="43180"/>
                    <a:pt x="0" y="33020"/>
                  </a:cubicBezTo>
                  <a:lnTo>
                    <a:pt x="32004" y="32766"/>
                  </a:lnTo>
                  <a:cubicBezTo>
                    <a:pt x="35941" y="32385"/>
                    <a:pt x="40767" y="29718"/>
                    <a:pt x="43180" y="26543"/>
                  </a:cubicBezTo>
                  <a:lnTo>
                    <a:pt x="60452" y="25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6" name="Google Shape;2466;p32"/>
            <p:cNvSpPr/>
            <p:nvPr/>
          </p:nvSpPr>
          <p:spPr>
            <a:xfrm>
              <a:off x="456438" y="63500"/>
              <a:ext cx="108331" cy="109093"/>
            </a:xfrm>
            <a:custGeom>
              <a:rect b="b" l="l" r="r" t="t"/>
              <a:pathLst>
                <a:path extrusionOk="0" h="109093" w="108331">
                  <a:moveTo>
                    <a:pt x="11557" y="101092"/>
                  </a:moveTo>
                  <a:lnTo>
                    <a:pt x="20320" y="70358"/>
                  </a:lnTo>
                  <a:cubicBezTo>
                    <a:pt x="21082" y="66675"/>
                    <a:pt x="19939" y="61595"/>
                    <a:pt x="17780" y="58547"/>
                  </a:cubicBezTo>
                  <a:lnTo>
                    <a:pt x="0" y="32893"/>
                  </a:lnTo>
                  <a:cubicBezTo>
                    <a:pt x="9652" y="32893"/>
                    <a:pt x="19304" y="33528"/>
                    <a:pt x="28702" y="32639"/>
                  </a:cubicBezTo>
                  <a:lnTo>
                    <a:pt x="37973" y="29337"/>
                  </a:lnTo>
                  <a:cubicBezTo>
                    <a:pt x="46736" y="18288"/>
                    <a:pt x="51562" y="9779"/>
                    <a:pt x="57912" y="0"/>
                  </a:cubicBezTo>
                  <a:lnTo>
                    <a:pt x="68834" y="29210"/>
                  </a:lnTo>
                  <a:cubicBezTo>
                    <a:pt x="70612" y="32893"/>
                    <a:pt x="74549" y="36576"/>
                    <a:pt x="78232" y="37973"/>
                  </a:cubicBezTo>
                  <a:lnTo>
                    <a:pt x="108331" y="46355"/>
                  </a:lnTo>
                  <a:cubicBezTo>
                    <a:pt x="99314" y="53467"/>
                    <a:pt x="91948" y="59817"/>
                    <a:pt x="84074" y="65405"/>
                  </a:cubicBezTo>
                  <a:lnTo>
                    <a:pt x="77724" y="72517"/>
                  </a:lnTo>
                  <a:cubicBezTo>
                    <a:pt x="79121" y="87630"/>
                    <a:pt x="79375" y="97155"/>
                    <a:pt x="80010" y="109093"/>
                  </a:cubicBezTo>
                  <a:lnTo>
                    <a:pt x="53848" y="91567"/>
                  </a:lnTo>
                  <a:cubicBezTo>
                    <a:pt x="50292" y="89662"/>
                    <a:pt x="44958" y="89027"/>
                    <a:pt x="41021" y="90170"/>
                  </a:cubicBezTo>
                  <a:lnTo>
                    <a:pt x="11684" y="10109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7" name="Google Shape;2467;p32"/>
            <p:cNvSpPr/>
            <p:nvPr/>
          </p:nvSpPr>
          <p:spPr>
            <a:xfrm>
              <a:off x="901227" y="881375"/>
              <a:ext cx="94960" cy="67696"/>
            </a:xfrm>
            <a:custGeom>
              <a:rect b="b" l="l" r="r" t="t"/>
              <a:pathLst>
                <a:path extrusionOk="0" h="67696" w="94960">
                  <a:moveTo>
                    <a:pt x="23587" y="67696"/>
                  </a:moveTo>
                  <a:cubicBezTo>
                    <a:pt x="11268" y="67442"/>
                    <a:pt x="3267" y="61346"/>
                    <a:pt x="854" y="52456"/>
                  </a:cubicBezTo>
                  <a:cubicBezTo>
                    <a:pt x="-1813" y="43058"/>
                    <a:pt x="1870" y="33279"/>
                    <a:pt x="10506" y="28707"/>
                  </a:cubicBezTo>
                  <a:lnTo>
                    <a:pt x="63338" y="2418"/>
                  </a:lnTo>
                  <a:cubicBezTo>
                    <a:pt x="72863" y="-2154"/>
                    <a:pt x="80356" y="-122"/>
                    <a:pt x="86325" y="7498"/>
                  </a:cubicBezTo>
                  <a:lnTo>
                    <a:pt x="94961" y="25532"/>
                  </a:lnTo>
                  <a:cubicBezTo>
                    <a:pt x="70450" y="51694"/>
                    <a:pt x="45558" y="59949"/>
                    <a:pt x="23587" y="675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8" name="Google Shape;2468;p32"/>
            <p:cNvSpPr/>
            <p:nvPr/>
          </p:nvSpPr>
          <p:spPr>
            <a:xfrm>
              <a:off x="641537" y="236171"/>
              <a:ext cx="88654" cy="73780"/>
            </a:xfrm>
            <a:custGeom>
              <a:rect b="b" l="l" r="r" t="t"/>
              <a:pathLst>
                <a:path extrusionOk="0" h="73780" w="88654">
                  <a:moveTo>
                    <a:pt x="23943" y="49"/>
                  </a:moveTo>
                  <a:lnTo>
                    <a:pt x="30547" y="1446"/>
                  </a:lnTo>
                  <a:cubicBezTo>
                    <a:pt x="50105" y="14781"/>
                    <a:pt x="66234" y="25449"/>
                    <a:pt x="81347" y="37514"/>
                  </a:cubicBezTo>
                  <a:cubicBezTo>
                    <a:pt x="90745" y="44880"/>
                    <a:pt x="90745" y="58088"/>
                    <a:pt x="83252" y="66597"/>
                  </a:cubicBezTo>
                  <a:cubicBezTo>
                    <a:pt x="75886" y="74979"/>
                    <a:pt x="64329" y="76122"/>
                    <a:pt x="54804" y="69518"/>
                  </a:cubicBezTo>
                  <a:lnTo>
                    <a:pt x="9592" y="37768"/>
                  </a:lnTo>
                  <a:cubicBezTo>
                    <a:pt x="1972" y="32307"/>
                    <a:pt x="-2219" y="25322"/>
                    <a:pt x="1210" y="15543"/>
                  </a:cubicBezTo>
                  <a:cubicBezTo>
                    <a:pt x="4893" y="5002"/>
                    <a:pt x="12005" y="-586"/>
                    <a:pt x="23943" y="4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9" name="Google Shape;2469;p32"/>
            <p:cNvSpPr/>
            <p:nvPr/>
          </p:nvSpPr>
          <p:spPr>
            <a:xfrm>
              <a:off x="464561" y="919978"/>
              <a:ext cx="45217" cy="45095"/>
            </a:xfrm>
            <a:custGeom>
              <a:rect b="b" l="l" r="r" t="t"/>
              <a:pathLst>
                <a:path extrusionOk="0" h="45095" w="45217">
                  <a:moveTo>
                    <a:pt x="5" y="22870"/>
                  </a:moveTo>
                  <a:cubicBezTo>
                    <a:pt x="-249" y="10551"/>
                    <a:pt x="9657" y="264"/>
                    <a:pt x="21976" y="10"/>
                  </a:cubicBezTo>
                  <a:cubicBezTo>
                    <a:pt x="34803" y="-371"/>
                    <a:pt x="45217" y="9789"/>
                    <a:pt x="45217" y="22616"/>
                  </a:cubicBezTo>
                  <a:cubicBezTo>
                    <a:pt x="45217" y="34808"/>
                    <a:pt x="34930" y="45095"/>
                    <a:pt x="22738" y="45095"/>
                  </a:cubicBezTo>
                  <a:cubicBezTo>
                    <a:pt x="10546" y="45095"/>
                    <a:pt x="259" y="35189"/>
                    <a:pt x="5" y="228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0" name="Google Shape;2470;p32"/>
            <p:cNvSpPr/>
            <p:nvPr/>
          </p:nvSpPr>
          <p:spPr>
            <a:xfrm>
              <a:off x="231892" y="520055"/>
              <a:ext cx="45224" cy="45097"/>
            </a:xfrm>
            <a:custGeom>
              <a:rect b="b" l="l" r="r" t="t"/>
              <a:pathLst>
                <a:path extrusionOk="0" h="45097" w="45224">
                  <a:moveTo>
                    <a:pt x="45222" y="22997"/>
                  </a:moveTo>
                  <a:cubicBezTo>
                    <a:pt x="44968" y="35570"/>
                    <a:pt x="35189" y="45222"/>
                    <a:pt x="22616" y="45095"/>
                  </a:cubicBezTo>
                  <a:cubicBezTo>
                    <a:pt x="9789" y="44968"/>
                    <a:pt x="-371" y="34554"/>
                    <a:pt x="10" y="21727"/>
                  </a:cubicBezTo>
                  <a:cubicBezTo>
                    <a:pt x="391" y="9662"/>
                    <a:pt x="11059" y="-371"/>
                    <a:pt x="23251" y="10"/>
                  </a:cubicBezTo>
                  <a:cubicBezTo>
                    <a:pt x="35697" y="391"/>
                    <a:pt x="45349" y="10551"/>
                    <a:pt x="45222" y="229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1" name="Google Shape;2471;p32"/>
            <p:cNvSpPr/>
            <p:nvPr/>
          </p:nvSpPr>
          <p:spPr>
            <a:xfrm>
              <a:off x="943355" y="559180"/>
              <a:ext cx="44959" cy="45224"/>
            </a:xfrm>
            <a:custGeom>
              <a:rect b="b" l="l" r="r" t="t"/>
              <a:pathLst>
                <a:path extrusionOk="0" h="45224" w="44959">
                  <a:moveTo>
                    <a:pt x="1" y="22099"/>
                  </a:moveTo>
                  <a:cubicBezTo>
                    <a:pt x="128" y="9653"/>
                    <a:pt x="10161" y="-126"/>
                    <a:pt x="22607" y="1"/>
                  </a:cubicBezTo>
                  <a:cubicBezTo>
                    <a:pt x="35053" y="128"/>
                    <a:pt x="44959" y="10034"/>
                    <a:pt x="44959" y="22480"/>
                  </a:cubicBezTo>
                  <a:cubicBezTo>
                    <a:pt x="44959" y="35434"/>
                    <a:pt x="34545" y="45594"/>
                    <a:pt x="21845" y="45213"/>
                  </a:cubicBezTo>
                  <a:cubicBezTo>
                    <a:pt x="9526" y="44832"/>
                    <a:pt x="-126" y="34672"/>
                    <a:pt x="1" y="222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2" name="Google Shape;2472;p32"/>
            <p:cNvSpPr/>
            <p:nvPr/>
          </p:nvSpPr>
          <p:spPr>
            <a:xfrm>
              <a:off x="773684" y="687705"/>
              <a:ext cx="60071" cy="58801"/>
            </a:xfrm>
            <a:custGeom>
              <a:rect b="b" l="l" r="r" t="t"/>
              <a:pathLst>
                <a:path extrusionOk="0" h="58801" w="60071">
                  <a:moveTo>
                    <a:pt x="7366" y="54737"/>
                  </a:moveTo>
                  <a:cubicBezTo>
                    <a:pt x="13589" y="40132"/>
                    <a:pt x="12065" y="28702"/>
                    <a:pt x="0" y="18796"/>
                  </a:cubicBezTo>
                  <a:cubicBezTo>
                    <a:pt x="14224" y="18796"/>
                    <a:pt x="26416" y="16891"/>
                    <a:pt x="30861" y="0"/>
                  </a:cubicBezTo>
                  <a:cubicBezTo>
                    <a:pt x="35052" y="14859"/>
                    <a:pt x="42164" y="24511"/>
                    <a:pt x="60071" y="23622"/>
                  </a:cubicBezTo>
                  <a:lnTo>
                    <a:pt x="46482" y="32893"/>
                  </a:lnTo>
                  <a:cubicBezTo>
                    <a:pt x="41783" y="43180"/>
                    <a:pt x="43688" y="50292"/>
                    <a:pt x="43688" y="58801"/>
                  </a:cubicBezTo>
                  <a:cubicBezTo>
                    <a:pt x="32258" y="49149"/>
                    <a:pt x="20955" y="43815"/>
                    <a:pt x="7366" y="547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3" name="Google Shape;2473;p32"/>
            <p:cNvSpPr/>
            <p:nvPr/>
          </p:nvSpPr>
          <p:spPr>
            <a:xfrm>
              <a:off x="622681" y="843280"/>
              <a:ext cx="37719" cy="37338"/>
            </a:xfrm>
            <a:custGeom>
              <a:rect b="b" l="l" r="r" t="t"/>
              <a:pathLst>
                <a:path extrusionOk="0" h="37338" w="37719">
                  <a:moveTo>
                    <a:pt x="37719" y="18669"/>
                  </a:moveTo>
                  <a:cubicBezTo>
                    <a:pt x="37719" y="28956"/>
                    <a:pt x="29210" y="37338"/>
                    <a:pt x="18796" y="37338"/>
                  </a:cubicBezTo>
                  <a:cubicBezTo>
                    <a:pt x="8255" y="37338"/>
                    <a:pt x="0" y="29083"/>
                    <a:pt x="0" y="18669"/>
                  </a:cubicBezTo>
                  <a:cubicBezTo>
                    <a:pt x="0" y="8255"/>
                    <a:pt x="8255" y="0"/>
                    <a:pt x="18796" y="0"/>
                  </a:cubicBezTo>
                  <a:cubicBezTo>
                    <a:pt x="29337" y="0"/>
                    <a:pt x="37719" y="8509"/>
                    <a:pt x="37719" y="186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4" name="Google Shape;2474;p32"/>
            <p:cNvSpPr/>
            <p:nvPr/>
          </p:nvSpPr>
          <p:spPr>
            <a:xfrm>
              <a:off x="449453" y="334264"/>
              <a:ext cx="42291" cy="42164"/>
            </a:xfrm>
            <a:custGeom>
              <a:rect b="b" l="l" r="r" t="t"/>
              <a:pathLst>
                <a:path extrusionOk="0" h="42164" w="42291">
                  <a:moveTo>
                    <a:pt x="24765" y="127"/>
                  </a:moveTo>
                  <a:lnTo>
                    <a:pt x="42291" y="24638"/>
                  </a:lnTo>
                  <a:cubicBezTo>
                    <a:pt x="34290" y="30226"/>
                    <a:pt x="25273" y="36576"/>
                    <a:pt x="17399" y="42164"/>
                  </a:cubicBezTo>
                  <a:lnTo>
                    <a:pt x="0" y="17145"/>
                  </a:lnTo>
                  <a:cubicBezTo>
                    <a:pt x="7620" y="11938"/>
                    <a:pt x="16510" y="5715"/>
                    <a:pt x="2476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75" name="Google Shape;2475;p32"/>
          <p:cNvSpPr/>
          <p:nvPr/>
        </p:nvSpPr>
        <p:spPr>
          <a:xfrm>
            <a:off x="235748" y="1856293"/>
            <a:ext cx="605965" cy="614645"/>
          </a:xfrm>
          <a:custGeom>
            <a:rect b="b" l="l" r="r" t="t"/>
            <a:pathLst>
              <a:path extrusionOk="0" h="945607" w="932254">
                <a:moveTo>
                  <a:pt x="514905" y="852495"/>
                </a:moveTo>
                <a:cubicBezTo>
                  <a:pt x="497125" y="852622"/>
                  <a:pt x="483028" y="866592"/>
                  <a:pt x="483282" y="883991"/>
                </a:cubicBezTo>
                <a:cubicBezTo>
                  <a:pt x="483536" y="901390"/>
                  <a:pt x="498268" y="915614"/>
                  <a:pt x="515540" y="915360"/>
                </a:cubicBezTo>
                <a:cubicBezTo>
                  <a:pt x="532177" y="914979"/>
                  <a:pt x="546528" y="900120"/>
                  <a:pt x="546274" y="883483"/>
                </a:cubicBezTo>
                <a:cubicBezTo>
                  <a:pt x="546020" y="866211"/>
                  <a:pt x="532050" y="852495"/>
                  <a:pt x="514905" y="852622"/>
                </a:cubicBezTo>
                <a:moveTo>
                  <a:pt x="129714" y="852622"/>
                </a:moveTo>
                <a:cubicBezTo>
                  <a:pt x="111934" y="852622"/>
                  <a:pt x="97583" y="866465"/>
                  <a:pt x="97456" y="883737"/>
                </a:cubicBezTo>
                <a:cubicBezTo>
                  <a:pt x="97456" y="900501"/>
                  <a:pt x="112696" y="915614"/>
                  <a:pt x="129587" y="915487"/>
                </a:cubicBezTo>
                <a:cubicBezTo>
                  <a:pt x="146732" y="915360"/>
                  <a:pt x="160321" y="901390"/>
                  <a:pt x="160321" y="883864"/>
                </a:cubicBezTo>
                <a:cubicBezTo>
                  <a:pt x="160321" y="866084"/>
                  <a:pt x="147113" y="852622"/>
                  <a:pt x="129714" y="852622"/>
                </a:cubicBezTo>
                <a:moveTo>
                  <a:pt x="112188" y="562173"/>
                </a:moveTo>
                <a:cubicBezTo>
                  <a:pt x="112315" y="544901"/>
                  <a:pt x="98599" y="530931"/>
                  <a:pt x="81327" y="530677"/>
                </a:cubicBezTo>
                <a:cubicBezTo>
                  <a:pt x="64436" y="530423"/>
                  <a:pt x="49450" y="545282"/>
                  <a:pt x="49323" y="562427"/>
                </a:cubicBezTo>
                <a:cubicBezTo>
                  <a:pt x="49196" y="579191"/>
                  <a:pt x="63547" y="593288"/>
                  <a:pt x="80692" y="593415"/>
                </a:cubicBezTo>
                <a:cubicBezTo>
                  <a:pt x="98853" y="593542"/>
                  <a:pt x="112061" y="580334"/>
                  <a:pt x="112188" y="562046"/>
                </a:cubicBezTo>
                <a:moveTo>
                  <a:pt x="787066" y="95448"/>
                </a:moveTo>
                <a:cubicBezTo>
                  <a:pt x="805354" y="95448"/>
                  <a:pt x="818943" y="82367"/>
                  <a:pt x="819070" y="64460"/>
                </a:cubicBezTo>
                <a:cubicBezTo>
                  <a:pt x="819070" y="47315"/>
                  <a:pt x="805354" y="32837"/>
                  <a:pt x="788463" y="32583"/>
                </a:cubicBezTo>
                <a:cubicBezTo>
                  <a:pt x="771318" y="32329"/>
                  <a:pt x="756332" y="46934"/>
                  <a:pt x="756205" y="64079"/>
                </a:cubicBezTo>
                <a:cubicBezTo>
                  <a:pt x="756078" y="81224"/>
                  <a:pt x="770048" y="95448"/>
                  <a:pt x="787066" y="95448"/>
                </a:cubicBezTo>
                <a:moveTo>
                  <a:pt x="386254" y="95448"/>
                </a:moveTo>
                <a:cubicBezTo>
                  <a:pt x="403653" y="95448"/>
                  <a:pt x="417369" y="81986"/>
                  <a:pt x="417496" y="64714"/>
                </a:cubicBezTo>
                <a:cubicBezTo>
                  <a:pt x="417623" y="47061"/>
                  <a:pt x="403526" y="32710"/>
                  <a:pt x="386254" y="32710"/>
                </a:cubicBezTo>
                <a:cubicBezTo>
                  <a:pt x="369490" y="32710"/>
                  <a:pt x="355012" y="47061"/>
                  <a:pt x="354758" y="63825"/>
                </a:cubicBezTo>
                <a:cubicBezTo>
                  <a:pt x="354504" y="81351"/>
                  <a:pt x="368474" y="95448"/>
                  <a:pt x="386254" y="95448"/>
                </a:cubicBezTo>
                <a:moveTo>
                  <a:pt x="321865" y="691586"/>
                </a:moveTo>
                <a:cubicBezTo>
                  <a:pt x="304593" y="691713"/>
                  <a:pt x="289734" y="706699"/>
                  <a:pt x="290242" y="723590"/>
                </a:cubicBezTo>
                <a:cubicBezTo>
                  <a:pt x="290750" y="740481"/>
                  <a:pt x="305228" y="754578"/>
                  <a:pt x="321992" y="754451"/>
                </a:cubicBezTo>
                <a:cubicBezTo>
                  <a:pt x="339772" y="754324"/>
                  <a:pt x="353361" y="740354"/>
                  <a:pt x="353107" y="722574"/>
                </a:cubicBezTo>
                <a:cubicBezTo>
                  <a:pt x="352853" y="705302"/>
                  <a:pt x="338883" y="691459"/>
                  <a:pt x="321865" y="691713"/>
                </a:cubicBezTo>
                <a:moveTo>
                  <a:pt x="594026" y="545282"/>
                </a:moveTo>
                <a:cubicBezTo>
                  <a:pt x="612314" y="545409"/>
                  <a:pt x="626284" y="532201"/>
                  <a:pt x="626538" y="514675"/>
                </a:cubicBezTo>
                <a:cubicBezTo>
                  <a:pt x="626792" y="497530"/>
                  <a:pt x="612314" y="482671"/>
                  <a:pt x="595169" y="482544"/>
                </a:cubicBezTo>
                <a:cubicBezTo>
                  <a:pt x="578278" y="482290"/>
                  <a:pt x="563927" y="496514"/>
                  <a:pt x="563800" y="513532"/>
                </a:cubicBezTo>
                <a:cubicBezTo>
                  <a:pt x="563546" y="531185"/>
                  <a:pt x="576881" y="545155"/>
                  <a:pt x="594026" y="545282"/>
                </a:cubicBezTo>
                <a:moveTo>
                  <a:pt x="321992" y="402661"/>
                </a:moveTo>
                <a:cubicBezTo>
                  <a:pt x="295068" y="402407"/>
                  <a:pt x="275129" y="421965"/>
                  <a:pt x="274748" y="448635"/>
                </a:cubicBezTo>
                <a:cubicBezTo>
                  <a:pt x="274494" y="476829"/>
                  <a:pt x="293671" y="496768"/>
                  <a:pt x="321484" y="497022"/>
                </a:cubicBezTo>
                <a:cubicBezTo>
                  <a:pt x="348281" y="497276"/>
                  <a:pt x="369109" y="477464"/>
                  <a:pt x="369363" y="451429"/>
                </a:cubicBezTo>
                <a:cubicBezTo>
                  <a:pt x="369617" y="422854"/>
                  <a:pt x="350186" y="402788"/>
                  <a:pt x="321992" y="402534"/>
                </a:cubicBezTo>
                <a:moveTo>
                  <a:pt x="804465" y="674822"/>
                </a:moveTo>
                <a:cubicBezTo>
                  <a:pt x="804338" y="701238"/>
                  <a:pt x="825293" y="722320"/>
                  <a:pt x="851836" y="722574"/>
                </a:cubicBezTo>
                <a:cubicBezTo>
                  <a:pt x="878379" y="722828"/>
                  <a:pt x="899080" y="702254"/>
                  <a:pt x="899588" y="675203"/>
                </a:cubicBezTo>
                <a:cubicBezTo>
                  <a:pt x="900096" y="648914"/>
                  <a:pt x="879141" y="627324"/>
                  <a:pt x="852725" y="626943"/>
                </a:cubicBezTo>
                <a:cubicBezTo>
                  <a:pt x="825928" y="626562"/>
                  <a:pt x="804592" y="647771"/>
                  <a:pt x="804592" y="674822"/>
                </a:cubicBezTo>
                <a:moveTo>
                  <a:pt x="80819" y="240101"/>
                </a:moveTo>
                <a:cubicBezTo>
                  <a:pt x="108251" y="240101"/>
                  <a:pt x="128571" y="219781"/>
                  <a:pt x="128571" y="192222"/>
                </a:cubicBezTo>
                <a:cubicBezTo>
                  <a:pt x="128571" y="166060"/>
                  <a:pt x="107997" y="145486"/>
                  <a:pt x="81581" y="145486"/>
                </a:cubicBezTo>
                <a:cubicBezTo>
                  <a:pt x="53895" y="145359"/>
                  <a:pt x="33702" y="165171"/>
                  <a:pt x="33448" y="192857"/>
                </a:cubicBezTo>
                <a:cubicBezTo>
                  <a:pt x="33194" y="219527"/>
                  <a:pt x="53768" y="240101"/>
                  <a:pt x="80819" y="240101"/>
                </a:cubicBezTo>
                <a:moveTo>
                  <a:pt x="547290" y="224734"/>
                </a:moveTo>
                <a:cubicBezTo>
                  <a:pt x="547163" y="251150"/>
                  <a:pt x="568245" y="272613"/>
                  <a:pt x="594534" y="272613"/>
                </a:cubicBezTo>
                <a:cubicBezTo>
                  <a:pt x="621204" y="272740"/>
                  <a:pt x="643048" y="251023"/>
                  <a:pt x="642794" y="224480"/>
                </a:cubicBezTo>
                <a:cubicBezTo>
                  <a:pt x="642540" y="198572"/>
                  <a:pt x="621585" y="177363"/>
                  <a:pt x="595804" y="176982"/>
                </a:cubicBezTo>
                <a:cubicBezTo>
                  <a:pt x="569134" y="176601"/>
                  <a:pt x="547417" y="197937"/>
                  <a:pt x="547290" y="224607"/>
                </a:cubicBezTo>
                <a:moveTo>
                  <a:pt x="279574" y="772231"/>
                </a:moveTo>
                <a:lnTo>
                  <a:pt x="189785" y="849701"/>
                </a:lnTo>
                <a:cubicBezTo>
                  <a:pt x="188134" y="851098"/>
                  <a:pt x="188261" y="856178"/>
                  <a:pt x="189277" y="858972"/>
                </a:cubicBezTo>
                <a:cubicBezTo>
                  <a:pt x="201469" y="890468"/>
                  <a:pt x="189150" y="924631"/>
                  <a:pt x="160194" y="941014"/>
                </a:cubicBezTo>
                <a:cubicBezTo>
                  <a:pt x="148510" y="947618"/>
                  <a:pt x="136191" y="945078"/>
                  <a:pt x="124126" y="945332"/>
                </a:cubicBezTo>
                <a:cubicBezTo>
                  <a:pt x="95678" y="945713"/>
                  <a:pt x="71802" y="926536"/>
                  <a:pt x="66087" y="898850"/>
                </a:cubicBezTo>
                <a:cubicBezTo>
                  <a:pt x="60753" y="873196"/>
                  <a:pt x="67738" y="850971"/>
                  <a:pt x="88058" y="834207"/>
                </a:cubicBezTo>
                <a:cubicBezTo>
                  <a:pt x="109013" y="816935"/>
                  <a:pt x="132508" y="814776"/>
                  <a:pt x="157273" y="825444"/>
                </a:cubicBezTo>
                <a:lnTo>
                  <a:pt x="160575" y="827095"/>
                </a:lnTo>
                <a:cubicBezTo>
                  <a:pt x="179117" y="814522"/>
                  <a:pt x="195500" y="800679"/>
                  <a:pt x="211756" y="786709"/>
                </a:cubicBezTo>
                <a:lnTo>
                  <a:pt x="255317" y="749371"/>
                </a:lnTo>
                <a:cubicBezTo>
                  <a:pt x="259381" y="745942"/>
                  <a:pt x="260016" y="743021"/>
                  <a:pt x="258873" y="737687"/>
                </a:cubicBezTo>
                <a:cubicBezTo>
                  <a:pt x="252015" y="705556"/>
                  <a:pt x="268144" y="675838"/>
                  <a:pt x="298497" y="662630"/>
                </a:cubicBezTo>
                <a:lnTo>
                  <a:pt x="304847" y="657931"/>
                </a:lnTo>
                <a:cubicBezTo>
                  <a:pt x="305228" y="613862"/>
                  <a:pt x="305101" y="572206"/>
                  <a:pt x="305101" y="531439"/>
                </a:cubicBezTo>
                <a:lnTo>
                  <a:pt x="273732" y="515056"/>
                </a:lnTo>
                <a:cubicBezTo>
                  <a:pt x="264588" y="508198"/>
                  <a:pt x="257476" y="498673"/>
                  <a:pt x="248713" y="489529"/>
                </a:cubicBezTo>
                <a:lnTo>
                  <a:pt x="157146" y="535376"/>
                </a:lnTo>
                <a:cubicBezTo>
                  <a:pt x="154352" y="536773"/>
                  <a:pt x="151812" y="538551"/>
                  <a:pt x="148891" y="539440"/>
                </a:cubicBezTo>
                <a:lnTo>
                  <a:pt x="143176" y="543631"/>
                </a:lnTo>
                <a:cubicBezTo>
                  <a:pt x="151558" y="584398"/>
                  <a:pt x="130857" y="617037"/>
                  <a:pt x="95424" y="625673"/>
                </a:cubicBezTo>
                <a:cubicBezTo>
                  <a:pt x="61769" y="633928"/>
                  <a:pt x="26082" y="612084"/>
                  <a:pt x="17954" y="578175"/>
                </a:cubicBezTo>
                <a:cubicBezTo>
                  <a:pt x="9572" y="542742"/>
                  <a:pt x="32051" y="506547"/>
                  <a:pt x="66976" y="499181"/>
                </a:cubicBezTo>
                <a:cubicBezTo>
                  <a:pt x="86280" y="495117"/>
                  <a:pt x="103425" y="499435"/>
                  <a:pt x="119554" y="510230"/>
                </a:cubicBezTo>
                <a:lnTo>
                  <a:pt x="127047" y="512516"/>
                </a:lnTo>
                <a:cubicBezTo>
                  <a:pt x="165020" y="493974"/>
                  <a:pt x="200072" y="476067"/>
                  <a:pt x="235378" y="458668"/>
                </a:cubicBezTo>
                <a:lnTo>
                  <a:pt x="241601" y="454985"/>
                </a:lnTo>
                <a:cubicBezTo>
                  <a:pt x="240585" y="434157"/>
                  <a:pt x="245538" y="419679"/>
                  <a:pt x="254047" y="405201"/>
                </a:cubicBezTo>
                <a:lnTo>
                  <a:pt x="229282" y="377134"/>
                </a:lnTo>
                <a:cubicBezTo>
                  <a:pt x="196516" y="340685"/>
                  <a:pt x="163623" y="304236"/>
                  <a:pt x="131111" y="267660"/>
                </a:cubicBezTo>
                <a:lnTo>
                  <a:pt x="123364" y="262453"/>
                </a:lnTo>
                <a:cubicBezTo>
                  <a:pt x="87423" y="278836"/>
                  <a:pt x="58467" y="277058"/>
                  <a:pt x="31797" y="257246"/>
                </a:cubicBezTo>
                <a:cubicBezTo>
                  <a:pt x="5127" y="237434"/>
                  <a:pt x="-4017" y="209494"/>
                  <a:pt x="1571" y="177871"/>
                </a:cubicBezTo>
                <a:cubicBezTo>
                  <a:pt x="7286" y="145486"/>
                  <a:pt x="27352" y="124023"/>
                  <a:pt x="59356" y="114752"/>
                </a:cubicBezTo>
                <a:cubicBezTo>
                  <a:pt x="90217" y="105862"/>
                  <a:pt x="124761" y="117038"/>
                  <a:pt x="144192" y="141676"/>
                </a:cubicBezTo>
                <a:cubicBezTo>
                  <a:pt x="164639" y="167584"/>
                  <a:pt x="167814" y="203398"/>
                  <a:pt x="152193" y="231973"/>
                </a:cubicBezTo>
                <a:lnTo>
                  <a:pt x="150034" y="235656"/>
                </a:lnTo>
                <a:cubicBezTo>
                  <a:pt x="191817" y="285694"/>
                  <a:pt x="234743" y="333319"/>
                  <a:pt x="275256" y="378404"/>
                </a:cubicBezTo>
                <a:cubicBezTo>
                  <a:pt x="292782" y="375102"/>
                  <a:pt x="307895" y="370022"/>
                  <a:pt x="323135" y="369641"/>
                </a:cubicBezTo>
                <a:cubicBezTo>
                  <a:pt x="360854" y="368752"/>
                  <a:pt x="391969" y="394152"/>
                  <a:pt x="400605" y="430982"/>
                </a:cubicBezTo>
                <a:lnTo>
                  <a:pt x="403653" y="437459"/>
                </a:lnTo>
                <a:cubicBezTo>
                  <a:pt x="451278" y="450286"/>
                  <a:pt x="494458" y="462351"/>
                  <a:pt x="537765" y="473908"/>
                </a:cubicBezTo>
                <a:lnTo>
                  <a:pt x="543861" y="472892"/>
                </a:lnTo>
                <a:cubicBezTo>
                  <a:pt x="555291" y="465526"/>
                  <a:pt x="564054" y="459557"/>
                  <a:pt x="572690" y="453207"/>
                </a:cubicBezTo>
                <a:lnTo>
                  <a:pt x="578151" y="448127"/>
                </a:lnTo>
                <a:cubicBezTo>
                  <a:pt x="578532" y="400502"/>
                  <a:pt x="578532" y="355417"/>
                  <a:pt x="578151" y="310332"/>
                </a:cubicBezTo>
                <a:lnTo>
                  <a:pt x="574849" y="303728"/>
                </a:lnTo>
                <a:cubicBezTo>
                  <a:pt x="535606" y="293187"/>
                  <a:pt x="507031" y="253944"/>
                  <a:pt x="515540" y="210637"/>
                </a:cubicBezTo>
                <a:lnTo>
                  <a:pt x="515286" y="201112"/>
                </a:lnTo>
                <a:cubicBezTo>
                  <a:pt x="495474" y="184729"/>
                  <a:pt x="480615" y="171902"/>
                  <a:pt x="465629" y="158948"/>
                </a:cubicBezTo>
                <a:lnTo>
                  <a:pt x="420163" y="119959"/>
                </a:lnTo>
                <a:cubicBezTo>
                  <a:pt x="402383" y="129484"/>
                  <a:pt x="383841" y="132151"/>
                  <a:pt x="364410" y="125293"/>
                </a:cubicBezTo>
                <a:cubicBezTo>
                  <a:pt x="349932" y="120086"/>
                  <a:pt x="338756" y="110815"/>
                  <a:pt x="330755" y="97861"/>
                </a:cubicBezTo>
                <a:cubicBezTo>
                  <a:pt x="315134" y="72842"/>
                  <a:pt x="319452" y="40965"/>
                  <a:pt x="339899" y="18740"/>
                </a:cubicBezTo>
                <a:cubicBezTo>
                  <a:pt x="359457" y="-2469"/>
                  <a:pt x="399208" y="-3993"/>
                  <a:pt x="419401" y="8580"/>
                </a:cubicBezTo>
                <a:cubicBezTo>
                  <a:pt x="448865" y="26868"/>
                  <a:pt x="457247" y="55697"/>
                  <a:pt x="443785" y="96210"/>
                </a:cubicBezTo>
                <a:lnTo>
                  <a:pt x="532812" y="172537"/>
                </a:lnTo>
                <a:cubicBezTo>
                  <a:pt x="548179" y="155265"/>
                  <a:pt x="567229" y="145486"/>
                  <a:pt x="589835" y="144216"/>
                </a:cubicBezTo>
                <a:cubicBezTo>
                  <a:pt x="612187" y="142946"/>
                  <a:pt x="632380" y="149677"/>
                  <a:pt x="649906" y="165044"/>
                </a:cubicBezTo>
                <a:lnTo>
                  <a:pt x="715311" y="109545"/>
                </a:lnTo>
                <a:cubicBezTo>
                  <a:pt x="725852" y="101163"/>
                  <a:pt x="729916" y="94686"/>
                  <a:pt x="725344" y="79700"/>
                </a:cubicBezTo>
                <a:cubicBezTo>
                  <a:pt x="715692" y="48077"/>
                  <a:pt x="733218" y="15184"/>
                  <a:pt x="764079" y="4389"/>
                </a:cubicBezTo>
                <a:cubicBezTo>
                  <a:pt x="788336" y="-4120"/>
                  <a:pt x="814752" y="-691"/>
                  <a:pt x="833421" y="18486"/>
                </a:cubicBezTo>
                <a:cubicBezTo>
                  <a:pt x="852090" y="37663"/>
                  <a:pt x="857678" y="64968"/>
                  <a:pt x="847391" y="89225"/>
                </a:cubicBezTo>
                <a:cubicBezTo>
                  <a:pt x="837104" y="113482"/>
                  <a:pt x="813863" y="129738"/>
                  <a:pt x="788209" y="128722"/>
                </a:cubicBezTo>
                <a:lnTo>
                  <a:pt x="758745" y="122626"/>
                </a:lnTo>
                <a:cubicBezTo>
                  <a:pt x="755951" y="122118"/>
                  <a:pt x="751887" y="121991"/>
                  <a:pt x="749982" y="123515"/>
                </a:cubicBezTo>
                <a:lnTo>
                  <a:pt x="669337" y="192222"/>
                </a:lnTo>
                <a:cubicBezTo>
                  <a:pt x="677973" y="215717"/>
                  <a:pt x="678481" y="239212"/>
                  <a:pt x="667051" y="261818"/>
                </a:cubicBezTo>
                <a:cubicBezTo>
                  <a:pt x="655621" y="284678"/>
                  <a:pt x="636444" y="298267"/>
                  <a:pt x="611552" y="304617"/>
                </a:cubicBezTo>
                <a:lnTo>
                  <a:pt x="611298" y="426156"/>
                </a:lnTo>
                <a:cubicBezTo>
                  <a:pt x="611044" y="441396"/>
                  <a:pt x="611806" y="452318"/>
                  <a:pt x="629078" y="460319"/>
                </a:cubicBezTo>
                <a:cubicBezTo>
                  <a:pt x="649906" y="469844"/>
                  <a:pt x="658669" y="490545"/>
                  <a:pt x="659685" y="513659"/>
                </a:cubicBezTo>
                <a:lnTo>
                  <a:pt x="661082" y="521406"/>
                </a:lnTo>
                <a:cubicBezTo>
                  <a:pt x="710485" y="551378"/>
                  <a:pt x="757729" y="579699"/>
                  <a:pt x="804719" y="607893"/>
                </a:cubicBezTo>
                <a:cubicBezTo>
                  <a:pt x="845613" y="582239"/>
                  <a:pt x="891206" y="593796"/>
                  <a:pt x="915463" y="624657"/>
                </a:cubicBezTo>
                <a:cubicBezTo>
                  <a:pt x="939085" y="654629"/>
                  <a:pt x="937561" y="700984"/>
                  <a:pt x="912288" y="728670"/>
                </a:cubicBezTo>
                <a:cubicBezTo>
                  <a:pt x="884348" y="759277"/>
                  <a:pt x="840152" y="764865"/>
                  <a:pt x="805735" y="741878"/>
                </a:cubicBezTo>
                <a:cubicBezTo>
                  <a:pt x="775890" y="721939"/>
                  <a:pt x="757729" y="678251"/>
                  <a:pt x="781478" y="632912"/>
                </a:cubicBezTo>
                <a:lnTo>
                  <a:pt x="648001" y="552648"/>
                </a:lnTo>
                <a:cubicBezTo>
                  <a:pt x="626665" y="576905"/>
                  <a:pt x="600757" y="586430"/>
                  <a:pt x="570277" y="573857"/>
                </a:cubicBezTo>
                <a:cubicBezTo>
                  <a:pt x="541448" y="561919"/>
                  <a:pt x="529256" y="538297"/>
                  <a:pt x="530018" y="506674"/>
                </a:cubicBezTo>
                <a:lnTo>
                  <a:pt x="403399" y="472003"/>
                </a:lnTo>
                <a:cubicBezTo>
                  <a:pt x="394382" y="484957"/>
                  <a:pt x="387524" y="498800"/>
                  <a:pt x="376983" y="508833"/>
                </a:cubicBezTo>
                <a:cubicBezTo>
                  <a:pt x="366696" y="518612"/>
                  <a:pt x="352599" y="524454"/>
                  <a:pt x="338248" y="533217"/>
                </a:cubicBezTo>
                <a:lnTo>
                  <a:pt x="338248" y="619577"/>
                </a:lnTo>
                <a:cubicBezTo>
                  <a:pt x="338248" y="630372"/>
                  <a:pt x="338502" y="641167"/>
                  <a:pt x="338121" y="651962"/>
                </a:cubicBezTo>
                <a:lnTo>
                  <a:pt x="339264" y="660344"/>
                </a:lnTo>
                <a:cubicBezTo>
                  <a:pt x="376602" y="675330"/>
                  <a:pt x="391842" y="705683"/>
                  <a:pt x="384730" y="739084"/>
                </a:cubicBezTo>
                <a:lnTo>
                  <a:pt x="385746" y="746323"/>
                </a:lnTo>
                <a:cubicBezTo>
                  <a:pt x="416480" y="773120"/>
                  <a:pt x="445309" y="797758"/>
                  <a:pt x="474011" y="822523"/>
                </a:cubicBezTo>
                <a:lnTo>
                  <a:pt x="482266" y="827476"/>
                </a:lnTo>
                <a:cubicBezTo>
                  <a:pt x="520874" y="809823"/>
                  <a:pt x="558974" y="824555"/>
                  <a:pt x="573706" y="857067"/>
                </a:cubicBezTo>
                <a:cubicBezTo>
                  <a:pt x="588311" y="889198"/>
                  <a:pt x="574468" y="927298"/>
                  <a:pt x="542083" y="941903"/>
                </a:cubicBezTo>
                <a:lnTo>
                  <a:pt x="525954" y="944443"/>
                </a:lnTo>
                <a:cubicBezTo>
                  <a:pt x="499284" y="946983"/>
                  <a:pt x="482647" y="944189"/>
                  <a:pt x="468804" y="929838"/>
                </a:cubicBezTo>
                <a:cubicBezTo>
                  <a:pt x="452802" y="913201"/>
                  <a:pt x="442261" y="885388"/>
                  <a:pt x="457374" y="852114"/>
                </a:cubicBezTo>
                <a:lnTo>
                  <a:pt x="364537" y="772485"/>
                </a:lnTo>
                <a:cubicBezTo>
                  <a:pt x="351837" y="781375"/>
                  <a:pt x="338248" y="788106"/>
                  <a:pt x="322246" y="787979"/>
                </a:cubicBezTo>
                <a:cubicBezTo>
                  <a:pt x="306244" y="787852"/>
                  <a:pt x="292147" y="782518"/>
                  <a:pt x="279447" y="772231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76" name="Google Shape;2476;p32"/>
          <p:cNvGrpSpPr/>
          <p:nvPr/>
        </p:nvGrpSpPr>
        <p:grpSpPr>
          <a:xfrm>
            <a:off x="138506" y="9307774"/>
            <a:ext cx="801318" cy="443295"/>
            <a:chOff x="63500" y="63500"/>
            <a:chExt cx="1508506" cy="834517"/>
          </a:xfrm>
        </p:grpSpPr>
        <p:sp>
          <p:nvSpPr>
            <p:cNvPr id="2477" name="Google Shape;2477;p32"/>
            <p:cNvSpPr/>
            <p:nvPr/>
          </p:nvSpPr>
          <p:spPr>
            <a:xfrm>
              <a:off x="63500" y="63500"/>
              <a:ext cx="1508506" cy="834517"/>
            </a:xfrm>
            <a:custGeom>
              <a:rect b="b" l="l" r="r" t="t"/>
              <a:pathLst>
                <a:path extrusionOk="0" h="834517" w="1508506">
                  <a:moveTo>
                    <a:pt x="754253" y="30988"/>
                  </a:moveTo>
                  <a:cubicBezTo>
                    <a:pt x="355473" y="30988"/>
                    <a:pt x="30988" y="204216"/>
                    <a:pt x="30988" y="417195"/>
                  </a:cubicBezTo>
                  <a:cubicBezTo>
                    <a:pt x="30988" y="630174"/>
                    <a:pt x="355473" y="803402"/>
                    <a:pt x="754253" y="803402"/>
                  </a:cubicBezTo>
                  <a:cubicBezTo>
                    <a:pt x="1153033" y="803402"/>
                    <a:pt x="1477518" y="630174"/>
                    <a:pt x="1477518" y="417195"/>
                  </a:cubicBezTo>
                  <a:cubicBezTo>
                    <a:pt x="1477518" y="204216"/>
                    <a:pt x="1153033" y="30988"/>
                    <a:pt x="754253" y="30988"/>
                  </a:cubicBezTo>
                  <a:moveTo>
                    <a:pt x="754253" y="834390"/>
                  </a:moveTo>
                  <a:cubicBezTo>
                    <a:pt x="338328" y="834517"/>
                    <a:pt x="0" y="647319"/>
                    <a:pt x="0" y="417195"/>
                  </a:cubicBezTo>
                  <a:cubicBezTo>
                    <a:pt x="0" y="187071"/>
                    <a:pt x="338328" y="0"/>
                    <a:pt x="754253" y="0"/>
                  </a:cubicBezTo>
                  <a:cubicBezTo>
                    <a:pt x="1170178" y="0"/>
                    <a:pt x="1508506" y="187198"/>
                    <a:pt x="1508506" y="417195"/>
                  </a:cubicBezTo>
                  <a:cubicBezTo>
                    <a:pt x="1508506" y="647192"/>
                    <a:pt x="1170178" y="834517"/>
                    <a:pt x="754253" y="8345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8" name="Google Shape;2478;p32"/>
            <p:cNvSpPr/>
            <p:nvPr/>
          </p:nvSpPr>
          <p:spPr>
            <a:xfrm>
              <a:off x="309372" y="287274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9" name="Google Shape;2479;p32"/>
            <p:cNvSpPr/>
            <p:nvPr/>
          </p:nvSpPr>
          <p:spPr>
            <a:xfrm>
              <a:off x="515239" y="642112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32"/>
            <p:cNvSpPr/>
            <p:nvPr/>
          </p:nvSpPr>
          <p:spPr>
            <a:xfrm>
              <a:off x="372745" y="561467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1" name="Google Shape;2481;p32"/>
            <p:cNvSpPr/>
            <p:nvPr/>
          </p:nvSpPr>
          <p:spPr>
            <a:xfrm>
              <a:off x="453390" y="39331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2" name="Google Shape;2482;p32"/>
            <p:cNvSpPr/>
            <p:nvPr/>
          </p:nvSpPr>
          <p:spPr>
            <a:xfrm>
              <a:off x="957580" y="325755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32"/>
            <p:cNvSpPr/>
            <p:nvPr/>
          </p:nvSpPr>
          <p:spPr>
            <a:xfrm>
              <a:off x="850392" y="727202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4" name="Google Shape;2484;p32"/>
            <p:cNvSpPr/>
            <p:nvPr/>
          </p:nvSpPr>
          <p:spPr>
            <a:xfrm>
              <a:off x="217170" y="451358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32"/>
            <p:cNvSpPr/>
            <p:nvPr/>
          </p:nvSpPr>
          <p:spPr>
            <a:xfrm>
              <a:off x="618490" y="302006"/>
              <a:ext cx="35052" cy="34798"/>
            </a:xfrm>
            <a:custGeom>
              <a:rect b="b" l="l" r="r" t="t"/>
              <a:pathLst>
                <a:path extrusionOk="0" h="34798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747"/>
                  </a:lnTo>
                  <a:cubicBezTo>
                    <a:pt x="0" y="27051"/>
                    <a:pt x="7874" y="34798"/>
                    <a:pt x="17526" y="34798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6" name="Google Shape;2486;p32"/>
            <p:cNvSpPr/>
            <p:nvPr/>
          </p:nvSpPr>
          <p:spPr>
            <a:xfrm>
              <a:off x="1103122" y="708914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7" name="Google Shape;2487;p32"/>
            <p:cNvSpPr/>
            <p:nvPr/>
          </p:nvSpPr>
          <p:spPr>
            <a:xfrm>
              <a:off x="845947" y="435483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127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32"/>
            <p:cNvSpPr/>
            <p:nvPr/>
          </p:nvSpPr>
          <p:spPr>
            <a:xfrm>
              <a:off x="1069594" y="284734"/>
              <a:ext cx="35052" cy="34798"/>
            </a:xfrm>
            <a:custGeom>
              <a:rect b="b" l="l" r="r" t="t"/>
              <a:pathLst>
                <a:path extrusionOk="0" h="34798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747"/>
                  </a:lnTo>
                  <a:cubicBezTo>
                    <a:pt x="0" y="27051"/>
                    <a:pt x="7874" y="34798"/>
                    <a:pt x="17526" y="34798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9" name="Google Shape;2489;p32"/>
            <p:cNvSpPr/>
            <p:nvPr/>
          </p:nvSpPr>
          <p:spPr>
            <a:xfrm>
              <a:off x="615950" y="758190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0" name="Google Shape;2490;p32"/>
            <p:cNvSpPr/>
            <p:nvPr/>
          </p:nvSpPr>
          <p:spPr>
            <a:xfrm>
              <a:off x="930148" y="19392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1" name="Google Shape;2491;p32"/>
            <p:cNvSpPr/>
            <p:nvPr/>
          </p:nvSpPr>
          <p:spPr>
            <a:xfrm>
              <a:off x="1380236" y="346964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32"/>
            <p:cNvSpPr/>
            <p:nvPr/>
          </p:nvSpPr>
          <p:spPr>
            <a:xfrm>
              <a:off x="1293622" y="603377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32"/>
            <p:cNvSpPr/>
            <p:nvPr/>
          </p:nvSpPr>
          <p:spPr>
            <a:xfrm>
              <a:off x="691261" y="174498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4" name="Google Shape;2494;p32"/>
            <p:cNvSpPr/>
            <p:nvPr/>
          </p:nvSpPr>
          <p:spPr>
            <a:xfrm>
              <a:off x="1224153" y="416433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5" name="Google Shape;2495;p32"/>
            <p:cNvSpPr/>
            <p:nvPr/>
          </p:nvSpPr>
          <p:spPr>
            <a:xfrm>
              <a:off x="276733" y="615696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6" name="Google Shape;2496;p32"/>
            <p:cNvSpPr/>
            <p:nvPr/>
          </p:nvSpPr>
          <p:spPr>
            <a:xfrm>
              <a:off x="995299" y="455295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32"/>
            <p:cNvSpPr/>
            <p:nvPr/>
          </p:nvSpPr>
          <p:spPr>
            <a:xfrm>
              <a:off x="701421" y="568579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32"/>
            <p:cNvSpPr/>
            <p:nvPr/>
          </p:nvSpPr>
          <p:spPr>
            <a:xfrm>
              <a:off x="740029" y="366141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9" name="Google Shape;2499;p32"/>
            <p:cNvSpPr/>
            <p:nvPr/>
          </p:nvSpPr>
          <p:spPr>
            <a:xfrm>
              <a:off x="517525" y="16979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0" name="Google Shape;2500;p32"/>
            <p:cNvSpPr/>
            <p:nvPr/>
          </p:nvSpPr>
          <p:spPr>
            <a:xfrm>
              <a:off x="600075" y="435991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1" name="Google Shape;2501;p32"/>
            <p:cNvSpPr/>
            <p:nvPr/>
          </p:nvSpPr>
          <p:spPr>
            <a:xfrm>
              <a:off x="884809" y="609981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2" name="Google Shape;2502;p32"/>
            <p:cNvSpPr/>
            <p:nvPr/>
          </p:nvSpPr>
          <p:spPr>
            <a:xfrm>
              <a:off x="1108710" y="605028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3" name="Google Shape;2503;p32"/>
            <p:cNvSpPr/>
            <p:nvPr/>
          </p:nvSpPr>
          <p:spPr>
            <a:xfrm>
              <a:off x="1383157" y="511048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4" name="Google Shape;2504;p32"/>
            <p:cNvSpPr/>
            <p:nvPr/>
          </p:nvSpPr>
          <p:spPr>
            <a:xfrm>
              <a:off x="1134237" y="508381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5" name="Google Shape;2505;p32"/>
            <p:cNvSpPr/>
            <p:nvPr/>
          </p:nvSpPr>
          <p:spPr>
            <a:xfrm>
              <a:off x="1224407" y="237744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06" name="Google Shape;2506;p32"/>
          <p:cNvGrpSpPr/>
          <p:nvPr/>
        </p:nvGrpSpPr>
        <p:grpSpPr>
          <a:xfrm>
            <a:off x="198554" y="3255792"/>
            <a:ext cx="678939" cy="675634"/>
            <a:chOff x="63500" y="63500"/>
            <a:chExt cx="1043559" cy="1038479"/>
          </a:xfrm>
        </p:grpSpPr>
        <p:sp>
          <p:nvSpPr>
            <p:cNvPr id="2507" name="Google Shape;2507;p32"/>
            <p:cNvSpPr/>
            <p:nvPr/>
          </p:nvSpPr>
          <p:spPr>
            <a:xfrm>
              <a:off x="66929" y="144399"/>
              <a:ext cx="242316" cy="611378"/>
            </a:xfrm>
            <a:custGeom>
              <a:rect b="b" l="l" r="r" t="t"/>
              <a:pathLst>
                <a:path extrusionOk="0" h="611378" w="242316">
                  <a:moveTo>
                    <a:pt x="225044" y="611378"/>
                  </a:moveTo>
                  <a:lnTo>
                    <a:pt x="178308" y="611378"/>
                  </a:lnTo>
                  <a:cubicBezTo>
                    <a:pt x="78359" y="611378"/>
                    <a:pt x="0" y="535305"/>
                    <a:pt x="0" y="438277"/>
                  </a:cubicBezTo>
                  <a:cubicBezTo>
                    <a:pt x="0" y="350520"/>
                    <a:pt x="63246" y="276733"/>
                    <a:pt x="148717" y="262509"/>
                  </a:cubicBezTo>
                  <a:cubicBezTo>
                    <a:pt x="138049" y="234061"/>
                    <a:pt x="132588" y="203962"/>
                    <a:pt x="132588" y="173101"/>
                  </a:cubicBezTo>
                  <a:cubicBezTo>
                    <a:pt x="132588" y="112649"/>
                    <a:pt x="154305" y="53975"/>
                    <a:pt x="193675" y="8001"/>
                  </a:cubicBezTo>
                  <a:lnTo>
                    <a:pt x="210820" y="0"/>
                  </a:lnTo>
                  <a:cubicBezTo>
                    <a:pt x="225298" y="12446"/>
                    <a:pt x="226187" y="23241"/>
                    <a:pt x="219964" y="30607"/>
                  </a:cubicBezTo>
                  <a:cubicBezTo>
                    <a:pt x="185928" y="70358"/>
                    <a:pt x="167259" y="121031"/>
                    <a:pt x="167259" y="173228"/>
                  </a:cubicBezTo>
                  <a:cubicBezTo>
                    <a:pt x="167259" y="202819"/>
                    <a:pt x="172974" y="231521"/>
                    <a:pt x="184404" y="258572"/>
                  </a:cubicBezTo>
                  <a:lnTo>
                    <a:pt x="189357" y="270256"/>
                  </a:lnTo>
                  <a:cubicBezTo>
                    <a:pt x="191516" y="275336"/>
                    <a:pt x="191135" y="281051"/>
                    <a:pt x="188341" y="285750"/>
                  </a:cubicBezTo>
                  <a:lnTo>
                    <a:pt x="180721" y="293624"/>
                  </a:lnTo>
                  <a:lnTo>
                    <a:pt x="162687" y="295656"/>
                  </a:lnTo>
                  <a:cubicBezTo>
                    <a:pt x="89662" y="303403"/>
                    <a:pt x="34671" y="364871"/>
                    <a:pt x="34671" y="438277"/>
                  </a:cubicBezTo>
                  <a:cubicBezTo>
                    <a:pt x="34671" y="515874"/>
                    <a:pt x="97790" y="576707"/>
                    <a:pt x="178308" y="576707"/>
                  </a:cubicBezTo>
                  <a:lnTo>
                    <a:pt x="225044" y="576707"/>
                  </a:lnTo>
                  <a:cubicBezTo>
                    <a:pt x="234569" y="576707"/>
                    <a:pt x="242316" y="584454"/>
                    <a:pt x="242316" y="593979"/>
                  </a:cubicBezTo>
                  <a:lnTo>
                    <a:pt x="234569" y="611251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8" name="Google Shape;2508;p32"/>
            <p:cNvSpPr/>
            <p:nvPr/>
          </p:nvSpPr>
          <p:spPr>
            <a:xfrm>
              <a:off x="370797" y="63500"/>
              <a:ext cx="734484" cy="692277"/>
            </a:xfrm>
            <a:custGeom>
              <a:rect b="b" l="l" r="r" t="t"/>
              <a:pathLst>
                <a:path extrusionOk="0" h="692277" w="734484">
                  <a:moveTo>
                    <a:pt x="594149" y="692277"/>
                  </a:moveTo>
                  <a:lnTo>
                    <a:pt x="509567" y="692277"/>
                  </a:lnTo>
                  <a:cubicBezTo>
                    <a:pt x="500042" y="692277"/>
                    <a:pt x="492295" y="684530"/>
                    <a:pt x="492295" y="675005"/>
                  </a:cubicBezTo>
                  <a:lnTo>
                    <a:pt x="500042" y="657733"/>
                  </a:lnTo>
                  <a:lnTo>
                    <a:pt x="594149" y="657733"/>
                  </a:lnTo>
                  <a:cubicBezTo>
                    <a:pt x="654474" y="657733"/>
                    <a:pt x="699940" y="614426"/>
                    <a:pt x="699940" y="557149"/>
                  </a:cubicBezTo>
                  <a:cubicBezTo>
                    <a:pt x="699940" y="499872"/>
                    <a:pt x="654982" y="453517"/>
                    <a:pt x="597705" y="451612"/>
                  </a:cubicBezTo>
                  <a:lnTo>
                    <a:pt x="584370" y="451231"/>
                  </a:lnTo>
                  <a:cubicBezTo>
                    <a:pt x="578782" y="451104"/>
                    <a:pt x="573575" y="448183"/>
                    <a:pt x="570527" y="443484"/>
                  </a:cubicBezTo>
                  <a:lnTo>
                    <a:pt x="566844" y="432816"/>
                  </a:lnTo>
                  <a:lnTo>
                    <a:pt x="573829" y="415036"/>
                  </a:lnTo>
                  <a:cubicBezTo>
                    <a:pt x="582211" y="393700"/>
                    <a:pt x="586402" y="371348"/>
                    <a:pt x="586402" y="348869"/>
                  </a:cubicBezTo>
                  <a:cubicBezTo>
                    <a:pt x="586402" y="248793"/>
                    <a:pt x="504868" y="167259"/>
                    <a:pt x="404792" y="167259"/>
                  </a:cubicBezTo>
                  <a:cubicBezTo>
                    <a:pt x="376471" y="167259"/>
                    <a:pt x="349039" y="173736"/>
                    <a:pt x="323385" y="186690"/>
                  </a:cubicBezTo>
                  <a:lnTo>
                    <a:pt x="314368" y="191262"/>
                  </a:lnTo>
                  <a:lnTo>
                    <a:pt x="304970" y="193675"/>
                  </a:lnTo>
                  <a:cubicBezTo>
                    <a:pt x="295953" y="190246"/>
                    <a:pt x="292270" y="186690"/>
                    <a:pt x="290492" y="182245"/>
                  </a:cubicBezTo>
                  <a:lnTo>
                    <a:pt x="286682" y="172593"/>
                  </a:lnTo>
                  <a:cubicBezTo>
                    <a:pt x="252900" y="88773"/>
                    <a:pt x="172890" y="34671"/>
                    <a:pt x="82720" y="34671"/>
                  </a:cubicBezTo>
                  <a:cubicBezTo>
                    <a:pt x="61638" y="34671"/>
                    <a:pt x="40937" y="37592"/>
                    <a:pt x="20998" y="43434"/>
                  </a:cubicBezTo>
                  <a:lnTo>
                    <a:pt x="2202" y="40894"/>
                  </a:lnTo>
                  <a:cubicBezTo>
                    <a:pt x="-3259" y="22606"/>
                    <a:pt x="2075" y="12954"/>
                    <a:pt x="11219" y="10287"/>
                  </a:cubicBezTo>
                  <a:cubicBezTo>
                    <a:pt x="34333" y="3429"/>
                    <a:pt x="58336" y="0"/>
                    <a:pt x="82720" y="0"/>
                  </a:cubicBezTo>
                  <a:cubicBezTo>
                    <a:pt x="184320" y="0"/>
                    <a:pt x="274744" y="59436"/>
                    <a:pt x="315257" y="152019"/>
                  </a:cubicBezTo>
                  <a:cubicBezTo>
                    <a:pt x="343705" y="139065"/>
                    <a:pt x="373677" y="132461"/>
                    <a:pt x="404665" y="132461"/>
                  </a:cubicBezTo>
                  <a:cubicBezTo>
                    <a:pt x="523918" y="132461"/>
                    <a:pt x="620819" y="229489"/>
                    <a:pt x="620819" y="348615"/>
                  </a:cubicBezTo>
                  <a:cubicBezTo>
                    <a:pt x="620819" y="371983"/>
                    <a:pt x="617009" y="395097"/>
                    <a:pt x="609389" y="417449"/>
                  </a:cubicBezTo>
                  <a:cubicBezTo>
                    <a:pt x="680382" y="425069"/>
                    <a:pt x="734484" y="484378"/>
                    <a:pt x="734484" y="556895"/>
                  </a:cubicBezTo>
                  <a:cubicBezTo>
                    <a:pt x="734484" y="632714"/>
                    <a:pt x="672762" y="692150"/>
                    <a:pt x="594022" y="692150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9" name="Google Shape;2509;p32"/>
            <p:cNvSpPr/>
            <p:nvPr/>
          </p:nvSpPr>
          <p:spPr>
            <a:xfrm>
              <a:off x="414528" y="998093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0" name="Google Shape;2510;p32"/>
            <p:cNvSpPr/>
            <p:nvPr/>
          </p:nvSpPr>
          <p:spPr>
            <a:xfrm>
              <a:off x="414528" y="790448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1" name="Google Shape;2511;p32"/>
            <p:cNvSpPr/>
            <p:nvPr/>
          </p:nvSpPr>
          <p:spPr>
            <a:xfrm>
              <a:off x="414528" y="582803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2" name="Google Shape;2512;p32"/>
            <p:cNvSpPr/>
            <p:nvPr/>
          </p:nvSpPr>
          <p:spPr>
            <a:xfrm>
              <a:off x="343916" y="928878"/>
              <a:ext cx="484505" cy="173101"/>
            </a:xfrm>
            <a:custGeom>
              <a:rect b="b" l="l" r="r" t="t"/>
              <a:pathLst>
                <a:path extrusionOk="0" h="173101" w="484505">
                  <a:moveTo>
                    <a:pt x="34544" y="138430"/>
                  </a:moveTo>
                  <a:lnTo>
                    <a:pt x="449834" y="138430"/>
                  </a:lnTo>
                  <a:lnTo>
                    <a:pt x="449834" y="34544"/>
                  </a:lnTo>
                  <a:lnTo>
                    <a:pt x="34544" y="34544"/>
                  </a:lnTo>
                  <a:close/>
                  <a:moveTo>
                    <a:pt x="467233" y="173101"/>
                  </a:moveTo>
                  <a:lnTo>
                    <a:pt x="17272" y="173101"/>
                  </a:lnTo>
                  <a:cubicBezTo>
                    <a:pt x="7747" y="173101"/>
                    <a:pt x="0" y="165354"/>
                    <a:pt x="0" y="155829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3" name="Google Shape;2513;p32"/>
            <p:cNvSpPr/>
            <p:nvPr/>
          </p:nvSpPr>
          <p:spPr>
            <a:xfrm>
              <a:off x="343916" y="721233"/>
              <a:ext cx="484505" cy="172974"/>
            </a:xfrm>
            <a:custGeom>
              <a:rect b="b" l="l" r="r" t="t"/>
              <a:pathLst>
                <a:path extrusionOk="0" h="172974" w="484505">
                  <a:moveTo>
                    <a:pt x="34544" y="138303"/>
                  </a:moveTo>
                  <a:lnTo>
                    <a:pt x="449834" y="138303"/>
                  </a:lnTo>
                  <a:lnTo>
                    <a:pt x="449834" y="34544"/>
                  </a:lnTo>
                  <a:lnTo>
                    <a:pt x="34544" y="34544"/>
                  </a:lnTo>
                  <a:close/>
                  <a:moveTo>
                    <a:pt x="467233" y="172974"/>
                  </a:moveTo>
                  <a:lnTo>
                    <a:pt x="17272" y="172974"/>
                  </a:lnTo>
                  <a:cubicBezTo>
                    <a:pt x="7747" y="172974"/>
                    <a:pt x="0" y="165227"/>
                    <a:pt x="0" y="155702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4" name="Google Shape;2514;p32"/>
            <p:cNvSpPr/>
            <p:nvPr/>
          </p:nvSpPr>
          <p:spPr>
            <a:xfrm>
              <a:off x="343916" y="513461"/>
              <a:ext cx="484505" cy="173101"/>
            </a:xfrm>
            <a:custGeom>
              <a:rect b="b" l="l" r="r" t="t"/>
              <a:pathLst>
                <a:path extrusionOk="0" h="173101" w="484505">
                  <a:moveTo>
                    <a:pt x="34544" y="138430"/>
                  </a:moveTo>
                  <a:lnTo>
                    <a:pt x="449834" y="138430"/>
                  </a:lnTo>
                  <a:lnTo>
                    <a:pt x="449834" y="34671"/>
                  </a:lnTo>
                  <a:lnTo>
                    <a:pt x="34544" y="34671"/>
                  </a:lnTo>
                  <a:close/>
                  <a:moveTo>
                    <a:pt x="467233" y="173101"/>
                  </a:moveTo>
                  <a:lnTo>
                    <a:pt x="17272" y="173101"/>
                  </a:lnTo>
                  <a:cubicBezTo>
                    <a:pt x="7747" y="173101"/>
                    <a:pt x="0" y="165354"/>
                    <a:pt x="0" y="155829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5" name="Google Shape;2515;p32"/>
            <p:cNvSpPr/>
            <p:nvPr/>
          </p:nvSpPr>
          <p:spPr>
            <a:xfrm>
              <a:off x="170815" y="824992"/>
              <a:ext cx="138430" cy="207645"/>
            </a:xfrm>
            <a:custGeom>
              <a:rect b="b" l="l" r="r" t="t"/>
              <a:pathLst>
                <a:path extrusionOk="0" h="207645" w="138430">
                  <a:moveTo>
                    <a:pt x="51943" y="207645"/>
                  </a:moveTo>
                  <a:lnTo>
                    <a:pt x="17272" y="207645"/>
                  </a:lnTo>
                  <a:cubicBezTo>
                    <a:pt x="7747" y="207645"/>
                    <a:pt x="0" y="199898"/>
                    <a:pt x="0" y="190373"/>
                  </a:cubicBezTo>
                  <a:lnTo>
                    <a:pt x="7747" y="173101"/>
                  </a:lnTo>
                  <a:lnTo>
                    <a:pt x="51943" y="173101"/>
                  </a:lnTo>
                  <a:cubicBezTo>
                    <a:pt x="80518" y="173101"/>
                    <a:pt x="103886" y="149860"/>
                    <a:pt x="103886" y="121158"/>
                  </a:cubicBezTo>
                  <a:lnTo>
                    <a:pt x="103886" y="17272"/>
                  </a:lnTo>
                  <a:cubicBezTo>
                    <a:pt x="103886" y="7747"/>
                    <a:pt x="111633" y="0"/>
                    <a:pt x="121158" y="0"/>
                  </a:cubicBezTo>
                  <a:lnTo>
                    <a:pt x="138430" y="7747"/>
                  </a:lnTo>
                  <a:lnTo>
                    <a:pt x="138430" y="121158"/>
                  </a:lnTo>
                  <a:cubicBezTo>
                    <a:pt x="138430" y="168910"/>
                    <a:pt x="99568" y="207645"/>
                    <a:pt x="51943" y="207645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6" name="Google Shape;2516;p32"/>
            <p:cNvSpPr/>
            <p:nvPr/>
          </p:nvSpPr>
          <p:spPr>
            <a:xfrm>
              <a:off x="136271" y="790448"/>
              <a:ext cx="103759" cy="138430"/>
            </a:xfrm>
            <a:custGeom>
              <a:rect b="b" l="l" r="r" t="t"/>
              <a:pathLst>
                <a:path extrusionOk="0" h="138430" w="103759">
                  <a:moveTo>
                    <a:pt x="51816" y="138430"/>
                  </a:moveTo>
                  <a:lnTo>
                    <a:pt x="17272" y="138430"/>
                  </a:lnTo>
                  <a:cubicBezTo>
                    <a:pt x="7747" y="138430"/>
                    <a:pt x="0" y="130683"/>
                    <a:pt x="0" y="121158"/>
                  </a:cubicBezTo>
                  <a:lnTo>
                    <a:pt x="7747" y="103886"/>
                  </a:lnTo>
                  <a:lnTo>
                    <a:pt x="51943" y="103886"/>
                  </a:lnTo>
                  <a:cubicBezTo>
                    <a:pt x="61468" y="103886"/>
                    <a:pt x="69215" y="96139"/>
                    <a:pt x="69215" y="86614"/>
                  </a:cubicBezTo>
                  <a:lnTo>
                    <a:pt x="69215" y="17272"/>
                  </a:lnTo>
                  <a:cubicBezTo>
                    <a:pt x="69215" y="7747"/>
                    <a:pt x="76962" y="0"/>
                    <a:pt x="86487" y="0"/>
                  </a:cubicBezTo>
                  <a:lnTo>
                    <a:pt x="103759" y="7747"/>
                  </a:lnTo>
                  <a:lnTo>
                    <a:pt x="103759" y="86487"/>
                  </a:lnTo>
                  <a:cubicBezTo>
                    <a:pt x="103759" y="115062"/>
                    <a:pt x="80518" y="138430"/>
                    <a:pt x="51816" y="138430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7" name="Google Shape;2517;p32"/>
            <p:cNvSpPr/>
            <p:nvPr/>
          </p:nvSpPr>
          <p:spPr>
            <a:xfrm>
              <a:off x="863092" y="824992"/>
              <a:ext cx="138430" cy="207645"/>
            </a:xfrm>
            <a:custGeom>
              <a:rect b="b" l="l" r="r" t="t"/>
              <a:pathLst>
                <a:path extrusionOk="0" h="207645" w="138430">
                  <a:moveTo>
                    <a:pt x="121031" y="207645"/>
                  </a:moveTo>
                  <a:lnTo>
                    <a:pt x="86487" y="207645"/>
                  </a:lnTo>
                  <a:cubicBezTo>
                    <a:pt x="38735" y="207645"/>
                    <a:pt x="0" y="168783"/>
                    <a:pt x="0" y="121158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34544" y="7747"/>
                  </a:lnTo>
                  <a:lnTo>
                    <a:pt x="34544" y="121158"/>
                  </a:lnTo>
                  <a:cubicBezTo>
                    <a:pt x="34544" y="149860"/>
                    <a:pt x="57785" y="173101"/>
                    <a:pt x="86487" y="173101"/>
                  </a:cubicBezTo>
                  <a:lnTo>
                    <a:pt x="121158" y="173101"/>
                  </a:lnTo>
                  <a:cubicBezTo>
                    <a:pt x="130683" y="173101"/>
                    <a:pt x="138430" y="180848"/>
                    <a:pt x="138430" y="190373"/>
                  </a:cubicBezTo>
                  <a:lnTo>
                    <a:pt x="130683" y="207645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8" name="Google Shape;2518;p32"/>
            <p:cNvSpPr/>
            <p:nvPr/>
          </p:nvSpPr>
          <p:spPr>
            <a:xfrm>
              <a:off x="932307" y="790448"/>
              <a:ext cx="103759" cy="138430"/>
            </a:xfrm>
            <a:custGeom>
              <a:rect b="b" l="l" r="r" t="t"/>
              <a:pathLst>
                <a:path extrusionOk="0" h="138430" w="103759">
                  <a:moveTo>
                    <a:pt x="86487" y="138430"/>
                  </a:moveTo>
                  <a:lnTo>
                    <a:pt x="51943" y="138430"/>
                  </a:lnTo>
                  <a:cubicBezTo>
                    <a:pt x="23241" y="138430"/>
                    <a:pt x="0" y="115189"/>
                    <a:pt x="0" y="86487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34544" y="7747"/>
                  </a:lnTo>
                  <a:lnTo>
                    <a:pt x="34544" y="86487"/>
                  </a:lnTo>
                  <a:cubicBezTo>
                    <a:pt x="34544" y="96012"/>
                    <a:pt x="42291" y="103759"/>
                    <a:pt x="51816" y="103759"/>
                  </a:cubicBezTo>
                  <a:lnTo>
                    <a:pt x="86487" y="103759"/>
                  </a:lnTo>
                  <a:cubicBezTo>
                    <a:pt x="96012" y="103759"/>
                    <a:pt x="103759" y="111506"/>
                    <a:pt x="103759" y="121031"/>
                  </a:cubicBezTo>
                  <a:lnTo>
                    <a:pt x="96012" y="138303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9" name="Google Shape;2519;p32"/>
            <p:cNvSpPr/>
            <p:nvPr/>
          </p:nvSpPr>
          <p:spPr>
            <a:xfrm>
              <a:off x="1070737" y="894334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0" name="Google Shape;2520;p32"/>
            <p:cNvSpPr/>
            <p:nvPr/>
          </p:nvSpPr>
          <p:spPr>
            <a:xfrm>
              <a:off x="1036193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1" name="Google Shape;2521;p32"/>
            <p:cNvSpPr/>
            <p:nvPr/>
          </p:nvSpPr>
          <p:spPr>
            <a:xfrm>
              <a:off x="63500" y="894334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2" name="Google Shape;2522;p32"/>
            <p:cNvSpPr/>
            <p:nvPr/>
          </p:nvSpPr>
          <p:spPr>
            <a:xfrm>
              <a:off x="98171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3" name="Google Shape;2523;p32"/>
            <p:cNvSpPr/>
            <p:nvPr/>
          </p:nvSpPr>
          <p:spPr>
            <a:xfrm>
              <a:off x="652018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4" name="Google Shape;2524;p32"/>
            <p:cNvSpPr/>
            <p:nvPr/>
          </p:nvSpPr>
          <p:spPr>
            <a:xfrm>
              <a:off x="721233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5" name="Google Shape;2525;p32"/>
            <p:cNvSpPr/>
            <p:nvPr/>
          </p:nvSpPr>
          <p:spPr>
            <a:xfrm>
              <a:off x="652018" y="790448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6" name="Google Shape;2526;p32"/>
            <p:cNvSpPr/>
            <p:nvPr/>
          </p:nvSpPr>
          <p:spPr>
            <a:xfrm>
              <a:off x="721233" y="790448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7" name="Google Shape;2527;p32"/>
            <p:cNvSpPr/>
            <p:nvPr/>
          </p:nvSpPr>
          <p:spPr>
            <a:xfrm>
              <a:off x="652018" y="58280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8" name="Google Shape;2528;p32"/>
            <p:cNvSpPr/>
            <p:nvPr/>
          </p:nvSpPr>
          <p:spPr>
            <a:xfrm>
              <a:off x="721233" y="58280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9" name="Google Shape;2529;p32"/>
            <p:cNvSpPr/>
            <p:nvPr/>
          </p:nvSpPr>
          <p:spPr>
            <a:xfrm>
              <a:off x="306395" y="98065"/>
              <a:ext cx="37902" cy="37063"/>
            </a:xfrm>
            <a:custGeom>
              <a:rect b="b" l="l" r="r" t="t"/>
              <a:pathLst>
                <a:path extrusionOk="0" h="37063" w="37902">
                  <a:moveTo>
                    <a:pt x="16693" y="37063"/>
                  </a:moveTo>
                  <a:lnTo>
                    <a:pt x="5898" y="34523"/>
                  </a:lnTo>
                  <a:cubicBezTo>
                    <a:pt x="-2992" y="21950"/>
                    <a:pt x="-1087" y="11155"/>
                    <a:pt x="6660" y="5567"/>
                  </a:cubicBezTo>
                  <a:lnTo>
                    <a:pt x="10089" y="3154"/>
                  </a:lnTo>
                  <a:cubicBezTo>
                    <a:pt x="17963" y="-2307"/>
                    <a:pt x="28758" y="-529"/>
                    <a:pt x="34219" y="7345"/>
                  </a:cubicBezTo>
                  <a:lnTo>
                    <a:pt x="37902" y="25887"/>
                  </a:lnTo>
                  <a:lnTo>
                    <a:pt x="26599" y="33888"/>
                  </a:lnTo>
                  <a:lnTo>
                    <a:pt x="20122" y="37063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30" name="Google Shape;2530;p32"/>
          <p:cNvSpPr/>
          <p:nvPr/>
        </p:nvSpPr>
        <p:spPr>
          <a:xfrm>
            <a:off x="209864" y="4715635"/>
            <a:ext cx="743213" cy="804997"/>
          </a:xfrm>
          <a:custGeom>
            <a:rect b="b" l="l" r="r" t="t"/>
            <a:pathLst>
              <a:path extrusionOk="0" h="804997" w="743213">
                <a:moveTo>
                  <a:pt x="0" y="0"/>
                </a:moveTo>
                <a:lnTo>
                  <a:pt x="743213" y="0"/>
                </a:lnTo>
                <a:lnTo>
                  <a:pt x="743213" y="804997"/>
                </a:lnTo>
                <a:lnTo>
                  <a:pt x="0" y="804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291" l="-16090" r="-16830" t="-11419"/>
            </a:stretch>
          </a:blipFill>
          <a:ln>
            <a:noFill/>
          </a:ln>
        </p:spPr>
      </p:sp>
      <p:sp>
        <p:nvSpPr>
          <p:cNvPr id="2531" name="Google Shape;2531;p32"/>
          <p:cNvSpPr/>
          <p:nvPr/>
        </p:nvSpPr>
        <p:spPr>
          <a:xfrm>
            <a:off x="6873721" y="9529940"/>
            <a:ext cx="1354895" cy="466995"/>
          </a:xfrm>
          <a:custGeom>
            <a:rect b="b" l="l" r="r" t="t"/>
            <a:pathLst>
              <a:path extrusionOk="0" h="466995" w="1354895">
                <a:moveTo>
                  <a:pt x="0" y="0"/>
                </a:moveTo>
                <a:lnTo>
                  <a:pt x="1354895" y="0"/>
                </a:lnTo>
                <a:lnTo>
                  <a:pt x="1354895" y="466994"/>
                </a:lnTo>
                <a:lnTo>
                  <a:pt x="0" y="4669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32" name="Google Shape;2532;p32"/>
          <p:cNvSpPr/>
          <p:nvPr/>
        </p:nvSpPr>
        <p:spPr>
          <a:xfrm>
            <a:off x="8462186" y="9587767"/>
            <a:ext cx="1694380" cy="415653"/>
          </a:xfrm>
          <a:custGeom>
            <a:rect b="b" l="l" r="r" t="t"/>
            <a:pathLst>
              <a:path extrusionOk="0" h="415653" w="1694380">
                <a:moveTo>
                  <a:pt x="0" y="0"/>
                </a:moveTo>
                <a:lnTo>
                  <a:pt x="1694380" y="0"/>
                </a:lnTo>
                <a:lnTo>
                  <a:pt x="1694380" y="415652"/>
                </a:lnTo>
                <a:lnTo>
                  <a:pt x="0" y="4156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33" name="Google Shape;2533;p32"/>
          <p:cNvSpPr/>
          <p:nvPr/>
        </p:nvSpPr>
        <p:spPr>
          <a:xfrm>
            <a:off x="10317519" y="9477357"/>
            <a:ext cx="2368914" cy="614916"/>
          </a:xfrm>
          <a:custGeom>
            <a:rect b="b" l="l" r="r" t="t"/>
            <a:pathLst>
              <a:path extrusionOk="0" h="614916" w="2368914">
                <a:moveTo>
                  <a:pt x="0" y="0"/>
                </a:moveTo>
                <a:lnTo>
                  <a:pt x="2368913" y="0"/>
                </a:lnTo>
                <a:lnTo>
                  <a:pt x="2368913" y="614917"/>
                </a:lnTo>
                <a:lnTo>
                  <a:pt x="0" y="6149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34" name="Google Shape;2534;p32"/>
          <p:cNvSpPr/>
          <p:nvPr/>
        </p:nvSpPr>
        <p:spPr>
          <a:xfrm>
            <a:off x="5601568" y="9500406"/>
            <a:ext cx="1034028" cy="526062"/>
          </a:xfrm>
          <a:custGeom>
            <a:rect b="b" l="l" r="r" t="t"/>
            <a:pathLst>
              <a:path extrusionOk="0" h="526062" w="1034028">
                <a:moveTo>
                  <a:pt x="0" y="0"/>
                </a:moveTo>
                <a:lnTo>
                  <a:pt x="1034028" y="0"/>
                </a:lnTo>
                <a:lnTo>
                  <a:pt x="1034028" y="526062"/>
                </a:lnTo>
                <a:lnTo>
                  <a:pt x="0" y="526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535" name="Google Shape;2535;p32"/>
          <p:cNvCxnSpPr/>
          <p:nvPr/>
        </p:nvCxnSpPr>
        <p:spPr>
          <a:xfrm>
            <a:off x="7386075" y="5283508"/>
            <a:ext cx="4675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536" name="Google Shape;2536;p32"/>
          <p:cNvGraphicFramePr/>
          <p:nvPr/>
        </p:nvGraphicFramePr>
        <p:xfrm>
          <a:off x="3049625" y="21441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{23203758-5D11-4E20-B00B-0CF971790A1E}</a:tableStyleId>
              </a:tblPr>
              <a:tblGrid>
                <a:gridCol w="1734425"/>
                <a:gridCol w="5329825"/>
                <a:gridCol w="5608350"/>
              </a:tblGrid>
              <a:tr h="7771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50">
                          <a:latin typeface="Barlow Condensed"/>
                          <a:ea typeface="Barlow Condensed"/>
                          <a:cs typeface="Barlow Condensed"/>
                          <a:sym typeface="Barlow Condensed"/>
                        </a:rPr>
                        <a:t>Feature</a:t>
                      </a:r>
                      <a:endParaRPr b="1" sz="2350">
                        <a:latin typeface="Barlow Condensed"/>
                        <a:ea typeface="Barlow Condensed"/>
                        <a:cs typeface="Barlow Condensed"/>
                        <a:sym typeface="Barlow Condensed"/>
                      </a:endParaRPr>
                    </a:p>
                  </a:txBody>
                  <a:tcPr marT="91425" marB="91425" marR="91425" marL="91425">
                    <a:lnB cap="flat" cmpd="sng" w="8725">
                      <a:solidFill>
                        <a:srgbClr val="DCDF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50">
                          <a:latin typeface="Barlow Condensed"/>
                          <a:ea typeface="Barlow Condensed"/>
                          <a:cs typeface="Barlow Condensed"/>
                          <a:sym typeface="Barlow Condensed"/>
                        </a:rPr>
                        <a:t>GitHub 🌐</a:t>
                      </a:r>
                      <a:endParaRPr b="1" sz="2350">
                        <a:latin typeface="Barlow Condensed"/>
                        <a:ea typeface="Barlow Condensed"/>
                        <a:cs typeface="Barlow Condensed"/>
                        <a:sym typeface="Barlow Condensed"/>
                      </a:endParaRPr>
                    </a:p>
                  </a:txBody>
                  <a:tcPr marT="91425" marB="91425" marR="91425" marL="91425">
                    <a:lnB cap="flat" cmpd="sng" w="8725">
                      <a:solidFill>
                        <a:srgbClr val="DCDF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50">
                          <a:latin typeface="Barlow Condensed"/>
                          <a:ea typeface="Barlow Condensed"/>
                          <a:cs typeface="Barlow Condensed"/>
                          <a:sym typeface="Barlow Condensed"/>
                        </a:rPr>
                        <a:t>GitLab 🦊</a:t>
                      </a:r>
                      <a:endParaRPr b="1" sz="2350">
                        <a:latin typeface="Barlow Condensed"/>
                        <a:ea typeface="Barlow Condensed"/>
                        <a:cs typeface="Barlow Condensed"/>
                        <a:sym typeface="Barlow Condensed"/>
                      </a:endParaRPr>
                    </a:p>
                  </a:txBody>
                  <a:tcPr marT="91425" marB="91425" marR="91425" marL="91425">
                    <a:lnB cap="flat" cmpd="sng" w="8725">
                      <a:solidFill>
                        <a:srgbClr val="DCDF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94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50">
                          <a:latin typeface="Barlow Condensed"/>
                          <a:ea typeface="Barlow Condensed"/>
                          <a:cs typeface="Barlow Condensed"/>
                          <a:sym typeface="Barlow Condensed"/>
                        </a:rPr>
                        <a:t>Primary Focus</a:t>
                      </a:r>
                      <a:endParaRPr b="1" sz="2350">
                        <a:latin typeface="Barlow Condensed"/>
                        <a:ea typeface="Barlow Condensed"/>
                        <a:cs typeface="Barlow Condensed"/>
                        <a:sym typeface="Barlow Condensed"/>
                      </a:endParaRPr>
                    </a:p>
                  </a:txBody>
                  <a:tcPr marT="91425" marB="91425" marR="91425" marL="91425">
                    <a:lnT cap="flat" cmpd="sng" w="8725">
                      <a:solidFill>
                        <a:srgbClr val="DCDF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725">
                      <a:solidFill>
                        <a:srgbClr val="DCDF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50">
                          <a:latin typeface="Barlow Condensed"/>
                          <a:ea typeface="Barlow Condensed"/>
                          <a:cs typeface="Barlow Condensed"/>
                          <a:sym typeface="Barlow Condensed"/>
                        </a:rPr>
                        <a:t>Social coding</a:t>
                      </a:r>
                      <a:r>
                        <a:rPr lang="en-US" sz="2350">
                          <a:latin typeface="Barlow Condensed"/>
                          <a:ea typeface="Barlow Condensed"/>
                          <a:cs typeface="Barlow Condensed"/>
                          <a:sym typeface="Barlow Condensed"/>
                        </a:rPr>
                        <a:t>, community size, and open-source hosting [2.1].</a:t>
                      </a:r>
                      <a:endParaRPr sz="2350">
                        <a:latin typeface="Barlow Condensed"/>
                        <a:ea typeface="Barlow Condensed"/>
                        <a:cs typeface="Barlow Condensed"/>
                        <a:sym typeface="Barlow Condensed"/>
                      </a:endParaRPr>
                    </a:p>
                  </a:txBody>
                  <a:tcPr marT="91425" marB="91425" marR="91425" marL="91425">
                    <a:lnT cap="flat" cmpd="sng" w="8725">
                      <a:solidFill>
                        <a:srgbClr val="DCDF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725">
                      <a:solidFill>
                        <a:srgbClr val="DCDF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50">
                          <a:latin typeface="Barlow Condensed"/>
                          <a:ea typeface="Barlow Condensed"/>
                          <a:cs typeface="Barlow Condensed"/>
                          <a:sym typeface="Barlow Condensed"/>
                        </a:rPr>
                        <a:t>Enterprise DevOps</a:t>
                      </a:r>
                      <a:r>
                        <a:rPr lang="en-US" sz="2350">
                          <a:latin typeface="Barlow Condensed"/>
                          <a:ea typeface="Barlow Condensed"/>
                          <a:cs typeface="Barlow Condensed"/>
                          <a:sym typeface="Barlow Condensed"/>
                        </a:rPr>
                        <a:t>, CI/CD automation, and project governance.</a:t>
                      </a:r>
                      <a:endParaRPr sz="2350">
                        <a:latin typeface="Barlow Condensed"/>
                        <a:ea typeface="Barlow Condensed"/>
                        <a:cs typeface="Barlow Condensed"/>
                        <a:sym typeface="Barlow Condensed"/>
                      </a:endParaRPr>
                    </a:p>
                  </a:txBody>
                  <a:tcPr marT="91425" marB="91425" marR="91425" marL="91425">
                    <a:lnT cap="flat" cmpd="sng" w="8725">
                      <a:solidFill>
                        <a:srgbClr val="DCDF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725">
                      <a:solidFill>
                        <a:srgbClr val="DCDF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94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50">
                          <a:latin typeface="Barlow Condensed"/>
                          <a:ea typeface="Barlow Condensed"/>
                          <a:cs typeface="Barlow Condensed"/>
                          <a:sym typeface="Barlow Condensed"/>
                        </a:rPr>
                        <a:t>CI/CD Integration</a:t>
                      </a:r>
                      <a:endParaRPr b="1" sz="2350">
                        <a:latin typeface="Barlow Condensed"/>
                        <a:ea typeface="Barlow Condensed"/>
                        <a:cs typeface="Barlow Condensed"/>
                        <a:sym typeface="Barlow Condensed"/>
                      </a:endParaRPr>
                    </a:p>
                  </a:txBody>
                  <a:tcPr marT="91425" marB="91425" marR="91425" marL="91425">
                    <a:lnT cap="flat" cmpd="sng" w="8725">
                      <a:solidFill>
                        <a:srgbClr val="DCDF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725">
                      <a:solidFill>
                        <a:srgbClr val="DCDF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>
                          <a:latin typeface="Barlow Condensed"/>
                          <a:ea typeface="Barlow Condensed"/>
                          <a:cs typeface="Barlow Condensed"/>
                          <a:sym typeface="Barlow Condensed"/>
                        </a:rPr>
                        <a:t>GitHub Actions (powerful, modular, community-driven).</a:t>
                      </a:r>
                      <a:endParaRPr sz="2350">
                        <a:latin typeface="Barlow Condensed"/>
                        <a:ea typeface="Barlow Condensed"/>
                        <a:cs typeface="Barlow Condensed"/>
                        <a:sym typeface="Barlow Condensed"/>
                      </a:endParaRPr>
                    </a:p>
                  </a:txBody>
                  <a:tcPr marT="91425" marB="91425" marR="91425" marL="91425">
                    <a:lnT cap="flat" cmpd="sng" w="8725">
                      <a:solidFill>
                        <a:srgbClr val="DCDF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725">
                      <a:solidFill>
                        <a:srgbClr val="DCDF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>
                          <a:latin typeface="Barlow Condensed"/>
                          <a:ea typeface="Barlow Condensed"/>
                          <a:cs typeface="Barlow Condensed"/>
                          <a:sym typeface="Barlow Condensed"/>
                        </a:rPr>
                        <a:t>Built-in CI/CD (industry pioneer, native, highly stable).</a:t>
                      </a:r>
                      <a:endParaRPr sz="2350">
                        <a:latin typeface="Barlow Condensed"/>
                        <a:ea typeface="Barlow Condensed"/>
                        <a:cs typeface="Barlow Condensed"/>
                        <a:sym typeface="Barlow Condensed"/>
                      </a:endParaRPr>
                    </a:p>
                  </a:txBody>
                  <a:tcPr marT="91425" marB="91425" marR="91425" marL="91425">
                    <a:lnT cap="flat" cmpd="sng" w="8725">
                      <a:solidFill>
                        <a:srgbClr val="DCDF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725">
                      <a:solidFill>
                        <a:srgbClr val="DCDF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94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50">
                          <a:latin typeface="Barlow Condensed"/>
                          <a:ea typeface="Barlow Condensed"/>
                          <a:cs typeface="Barlow Condensed"/>
                          <a:sym typeface="Barlow Condensed"/>
                        </a:rPr>
                        <a:t>Extensibility</a:t>
                      </a:r>
                      <a:endParaRPr b="1" sz="2350">
                        <a:latin typeface="Barlow Condensed"/>
                        <a:ea typeface="Barlow Condensed"/>
                        <a:cs typeface="Barlow Condensed"/>
                        <a:sym typeface="Barlow Condensed"/>
                      </a:endParaRPr>
                    </a:p>
                  </a:txBody>
                  <a:tcPr marT="91425" marB="91425" marR="91425" marL="91425">
                    <a:lnT cap="flat" cmpd="sng" w="8725">
                      <a:solidFill>
                        <a:srgbClr val="DCDF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725">
                      <a:solidFill>
                        <a:srgbClr val="DCDF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50">
                          <a:latin typeface="Barlow Condensed"/>
                          <a:ea typeface="Barlow Condensed"/>
                          <a:cs typeface="Barlow Condensed"/>
                          <a:sym typeface="Barlow Condensed"/>
                        </a:rPr>
                        <a:t>Third-party Apps:</a:t>
                      </a:r>
                      <a:r>
                        <a:rPr lang="en-US" sz="2350">
                          <a:latin typeface="Barlow Condensed"/>
                          <a:ea typeface="Barlow Condensed"/>
                          <a:cs typeface="Barlow Condensed"/>
                          <a:sym typeface="Barlow Condensed"/>
                        </a:rPr>
                        <a:t> You pick extensions from a vast Marketplace.</a:t>
                      </a:r>
                      <a:endParaRPr sz="2350">
                        <a:latin typeface="Barlow Condensed"/>
                        <a:ea typeface="Barlow Condensed"/>
                        <a:cs typeface="Barlow Condensed"/>
                        <a:sym typeface="Barlow Condensed"/>
                      </a:endParaRPr>
                    </a:p>
                  </a:txBody>
                  <a:tcPr marT="91425" marB="91425" marR="91425" marL="91425">
                    <a:lnT cap="flat" cmpd="sng" w="8725">
                      <a:solidFill>
                        <a:srgbClr val="DCDF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725">
                      <a:solidFill>
                        <a:srgbClr val="DCDF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50">
                          <a:latin typeface="Barlow Condensed"/>
                          <a:ea typeface="Barlow Condensed"/>
                          <a:cs typeface="Barlow Condensed"/>
                          <a:sym typeface="Barlow Condensed"/>
                        </a:rPr>
                        <a:t>All-in-One:</a:t>
                      </a:r>
                      <a:r>
                        <a:rPr lang="en-US" sz="2350">
                          <a:latin typeface="Barlow Condensed"/>
                          <a:ea typeface="Barlow Condensed"/>
                          <a:cs typeface="Barlow Condensed"/>
                          <a:sym typeface="Barlow Condensed"/>
                        </a:rPr>
                        <a:t> Most features are native and built into the platform.</a:t>
                      </a:r>
                      <a:endParaRPr sz="2350">
                        <a:latin typeface="Barlow Condensed"/>
                        <a:ea typeface="Barlow Condensed"/>
                        <a:cs typeface="Barlow Condensed"/>
                        <a:sym typeface="Barlow Condensed"/>
                      </a:endParaRPr>
                    </a:p>
                  </a:txBody>
                  <a:tcPr marT="91425" marB="91425" marR="91425" marL="91425">
                    <a:lnT cap="flat" cmpd="sng" w="8725">
                      <a:solidFill>
                        <a:srgbClr val="DCDF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725">
                      <a:solidFill>
                        <a:srgbClr val="DCDF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63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50">
                          <a:latin typeface="Barlow Condensed"/>
                          <a:ea typeface="Barlow Condensed"/>
                          <a:cs typeface="Barlow Condensed"/>
                          <a:sym typeface="Barlow Condensed"/>
                        </a:rPr>
                        <a:t>Self-Hosting</a:t>
                      </a:r>
                      <a:endParaRPr b="1" sz="2350">
                        <a:latin typeface="Barlow Condensed"/>
                        <a:ea typeface="Barlow Condensed"/>
                        <a:cs typeface="Barlow Condensed"/>
                        <a:sym typeface="Barlow Condensed"/>
                      </a:endParaRPr>
                    </a:p>
                  </a:txBody>
                  <a:tcPr marT="91425" marB="91425" marR="91425" marL="91425">
                    <a:lnT cap="flat" cmpd="sng" w="8725">
                      <a:solidFill>
                        <a:srgbClr val="DCDF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725">
                      <a:solidFill>
                        <a:srgbClr val="DCDF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>
                          <a:latin typeface="Barlow Condensed"/>
                          <a:ea typeface="Barlow Condensed"/>
                          <a:cs typeface="Barlow Condensed"/>
                          <a:sym typeface="Barlow Condensed"/>
                        </a:rPr>
                        <a:t>Available (GitHub Enterprise), but complex and cloud-oriented.</a:t>
                      </a:r>
                      <a:endParaRPr sz="2350">
                        <a:latin typeface="Barlow Condensed"/>
                        <a:ea typeface="Barlow Condensed"/>
                        <a:cs typeface="Barlow Condensed"/>
                        <a:sym typeface="Barlow Condensed"/>
                      </a:endParaRPr>
                    </a:p>
                  </a:txBody>
                  <a:tcPr marT="91425" marB="91425" marR="91425" marL="91425">
                    <a:lnT cap="flat" cmpd="sng" w="8725">
                      <a:solidFill>
                        <a:srgbClr val="DCDF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725">
                      <a:solidFill>
                        <a:srgbClr val="DCDF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50">
                          <a:latin typeface="Barlow Condensed"/>
                          <a:ea typeface="Barlow Condensed"/>
                          <a:cs typeface="Barlow Condensed"/>
                          <a:sym typeface="Barlow Condensed"/>
                        </a:rPr>
                        <a:t>Excellent self-hosting:</a:t>
                      </a:r>
                      <a:r>
                        <a:rPr lang="en-US" sz="2350">
                          <a:latin typeface="Barlow Condensed"/>
                          <a:ea typeface="Barlow Condensed"/>
                          <a:cs typeface="Barlow Condensed"/>
                          <a:sym typeface="Barlow Condensed"/>
                        </a:rPr>
                        <a:t> Easy to deploy on private company servers.</a:t>
                      </a:r>
                      <a:endParaRPr sz="2350">
                        <a:latin typeface="Barlow Condensed"/>
                        <a:ea typeface="Barlow Condensed"/>
                        <a:cs typeface="Barlow Condensed"/>
                        <a:sym typeface="Barlow Condensed"/>
                      </a:endParaRPr>
                    </a:p>
                  </a:txBody>
                  <a:tcPr marT="91425" marB="91425" marR="91425" marL="91425">
                    <a:lnT cap="flat" cmpd="sng" w="8725">
                      <a:solidFill>
                        <a:srgbClr val="DCDF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725">
                      <a:solidFill>
                        <a:srgbClr val="DCDF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63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50">
                          <a:latin typeface="Barlow Condensed"/>
                          <a:ea typeface="Barlow Condensed"/>
                          <a:cs typeface="Barlow Condensed"/>
                          <a:sym typeface="Barlow Condensed"/>
                        </a:rPr>
                        <a:t>Open Source Model</a:t>
                      </a:r>
                      <a:endParaRPr b="1" sz="2350">
                        <a:latin typeface="Barlow Condensed"/>
                        <a:ea typeface="Barlow Condensed"/>
                        <a:cs typeface="Barlow Condensed"/>
                        <a:sym typeface="Barlow Condensed"/>
                      </a:endParaRPr>
                    </a:p>
                  </a:txBody>
                  <a:tcPr marT="91425" marB="91425" marR="91425" marL="91425">
                    <a:lnT cap="flat" cmpd="sng" w="8725">
                      <a:solidFill>
                        <a:srgbClr val="DCDF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>
                          <a:latin typeface="Barlow Condensed"/>
                          <a:ea typeface="Barlow Condensed"/>
                          <a:cs typeface="Barlow Condensed"/>
                          <a:sym typeface="Barlow Condensed"/>
                        </a:rPr>
                        <a:t>Proprietary platform owned by Microsoft.</a:t>
                      </a:r>
                      <a:endParaRPr sz="2350">
                        <a:latin typeface="Barlow Condensed"/>
                        <a:ea typeface="Barlow Condensed"/>
                        <a:cs typeface="Barlow Condensed"/>
                        <a:sym typeface="Barlow Condensed"/>
                      </a:endParaRPr>
                    </a:p>
                  </a:txBody>
                  <a:tcPr marT="91425" marB="91425" marR="91425" marL="91425">
                    <a:lnT cap="flat" cmpd="sng" w="8725">
                      <a:solidFill>
                        <a:srgbClr val="DCDF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50">
                          <a:latin typeface="Barlow Condensed"/>
                          <a:ea typeface="Barlow Condensed"/>
                          <a:cs typeface="Barlow Condensed"/>
                          <a:sym typeface="Barlow Condensed"/>
                        </a:rPr>
                        <a:t>Open-Core (community edition code is public).</a:t>
                      </a:r>
                      <a:endParaRPr sz="2350">
                        <a:latin typeface="Barlow Condensed"/>
                        <a:ea typeface="Barlow Condensed"/>
                        <a:cs typeface="Barlow Condensed"/>
                        <a:sym typeface="Barlow Condensed"/>
                      </a:endParaRPr>
                    </a:p>
                  </a:txBody>
                  <a:tcPr marT="91425" marB="91425" marR="91425" marL="91425">
                    <a:lnT cap="flat" cmpd="sng" w="8725">
                      <a:solidFill>
                        <a:srgbClr val="DCDF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pic>
        <p:nvPicPr>
          <p:cNvPr id="2537" name="Google Shape;2537;p3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491563" y="8281933"/>
            <a:ext cx="2007637" cy="84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8" name="Google Shape;2538;p3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601575" y="8281934"/>
            <a:ext cx="2603301" cy="105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7B9CE"/>
        </a:solidFill>
      </p:bgPr>
    </p:bg>
    <p:spTree>
      <p:nvGrpSpPr>
        <p:cNvPr id="2542" name="Shape 2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43" name="Google Shape;2543;p33"/>
          <p:cNvCxnSpPr/>
          <p:nvPr/>
        </p:nvCxnSpPr>
        <p:spPr>
          <a:xfrm>
            <a:off x="1028700" y="1645225"/>
            <a:ext cx="172593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44" name="Google Shape;2544;p33"/>
          <p:cNvCxnSpPr/>
          <p:nvPr/>
        </p:nvCxnSpPr>
        <p:spPr>
          <a:xfrm rot="-5400000">
            <a:off x="-4105275" y="5119688"/>
            <a:ext cx="102870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5" name="Google Shape;2545;p33"/>
          <p:cNvSpPr txBox="1"/>
          <p:nvPr/>
        </p:nvSpPr>
        <p:spPr>
          <a:xfrm>
            <a:off x="1592768" y="373145"/>
            <a:ext cx="11169600" cy="12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1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COURSE CONTENTS</a:t>
            </a:r>
            <a:endParaRPr/>
          </a:p>
        </p:txBody>
      </p:sp>
      <p:sp>
        <p:nvSpPr>
          <p:cNvPr id="2546" name="Google Shape;2546;p33"/>
          <p:cNvSpPr txBox="1"/>
          <p:nvPr/>
        </p:nvSpPr>
        <p:spPr>
          <a:xfrm>
            <a:off x="2870880" y="2981515"/>
            <a:ext cx="7001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1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VERSION CONTROL</a:t>
            </a:r>
            <a:endParaRPr b="1"/>
          </a:p>
        </p:txBody>
      </p:sp>
      <p:sp>
        <p:nvSpPr>
          <p:cNvPr id="2547" name="Google Shape;2547;p33"/>
          <p:cNvSpPr txBox="1"/>
          <p:nvPr/>
        </p:nvSpPr>
        <p:spPr>
          <a:xfrm>
            <a:off x="2870880" y="5977734"/>
            <a:ext cx="7001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1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HANDS-ON GIT</a:t>
            </a:r>
            <a:endParaRPr b="1"/>
          </a:p>
        </p:txBody>
      </p:sp>
      <p:sp>
        <p:nvSpPr>
          <p:cNvPr id="2548" name="Google Shape;2548;p33"/>
          <p:cNvSpPr txBox="1"/>
          <p:nvPr/>
        </p:nvSpPr>
        <p:spPr>
          <a:xfrm>
            <a:off x="2870874" y="4479625"/>
            <a:ext cx="84552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1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COLLABORATION PLATFORM: GITHUB</a:t>
            </a:r>
            <a:endParaRPr/>
          </a:p>
        </p:txBody>
      </p:sp>
      <p:sp>
        <p:nvSpPr>
          <p:cNvPr id="2549" name="Google Shape;2549;p33"/>
          <p:cNvSpPr txBox="1"/>
          <p:nvPr/>
        </p:nvSpPr>
        <p:spPr>
          <a:xfrm>
            <a:off x="1821182" y="2649736"/>
            <a:ext cx="7001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18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01</a:t>
            </a:r>
            <a:endParaRPr/>
          </a:p>
        </p:txBody>
      </p:sp>
      <p:sp>
        <p:nvSpPr>
          <p:cNvPr id="2550" name="Google Shape;2550;p33"/>
          <p:cNvSpPr txBox="1"/>
          <p:nvPr/>
        </p:nvSpPr>
        <p:spPr>
          <a:xfrm>
            <a:off x="1821182" y="5645954"/>
            <a:ext cx="7001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18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03</a:t>
            </a:r>
            <a:endParaRPr/>
          </a:p>
        </p:txBody>
      </p:sp>
      <p:sp>
        <p:nvSpPr>
          <p:cNvPr id="2551" name="Google Shape;2551;p33"/>
          <p:cNvSpPr txBox="1"/>
          <p:nvPr/>
        </p:nvSpPr>
        <p:spPr>
          <a:xfrm>
            <a:off x="1821182" y="4147845"/>
            <a:ext cx="7001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18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02</a:t>
            </a:r>
            <a:endParaRPr/>
          </a:p>
        </p:txBody>
      </p:sp>
      <p:grpSp>
        <p:nvGrpSpPr>
          <p:cNvPr id="2552" name="Google Shape;2552;p33"/>
          <p:cNvGrpSpPr/>
          <p:nvPr/>
        </p:nvGrpSpPr>
        <p:grpSpPr>
          <a:xfrm>
            <a:off x="216606" y="6304895"/>
            <a:ext cx="642914" cy="632256"/>
            <a:chOff x="63500" y="63500"/>
            <a:chExt cx="988187" cy="971804"/>
          </a:xfrm>
        </p:grpSpPr>
        <p:sp>
          <p:nvSpPr>
            <p:cNvPr id="2553" name="Google Shape;2553;p33"/>
            <p:cNvSpPr/>
            <p:nvPr/>
          </p:nvSpPr>
          <p:spPr>
            <a:xfrm>
              <a:off x="857250" y="840994"/>
              <a:ext cx="129540" cy="129540"/>
            </a:xfrm>
            <a:custGeom>
              <a:rect b="b" l="l" r="r" t="t"/>
              <a:pathLst>
                <a:path extrusionOk="0" h="129540" w="129540">
                  <a:moveTo>
                    <a:pt x="64770" y="32385"/>
                  </a:moveTo>
                  <a:cubicBezTo>
                    <a:pt x="46863" y="32385"/>
                    <a:pt x="32385" y="46990"/>
                    <a:pt x="32385" y="64770"/>
                  </a:cubicBezTo>
                  <a:cubicBezTo>
                    <a:pt x="32385" y="82550"/>
                    <a:pt x="46990" y="97155"/>
                    <a:pt x="64770" y="97155"/>
                  </a:cubicBezTo>
                  <a:cubicBezTo>
                    <a:pt x="82550" y="97155"/>
                    <a:pt x="97155" y="82550"/>
                    <a:pt x="97155" y="64770"/>
                  </a:cubicBezTo>
                  <a:cubicBezTo>
                    <a:pt x="97155" y="46990"/>
                    <a:pt x="82550" y="32385"/>
                    <a:pt x="64770" y="32385"/>
                  </a:cubicBezTo>
                  <a:moveTo>
                    <a:pt x="64770" y="129540"/>
                  </a:moveTo>
                  <a:cubicBezTo>
                    <a:pt x="29083" y="129540"/>
                    <a:pt x="0" y="100457"/>
                    <a:pt x="0" y="64770"/>
                  </a:cubicBezTo>
                  <a:cubicBezTo>
                    <a:pt x="0" y="29083"/>
                    <a:pt x="29083" y="0"/>
                    <a:pt x="64770" y="0"/>
                  </a:cubicBezTo>
                  <a:cubicBezTo>
                    <a:pt x="100457" y="0"/>
                    <a:pt x="129540" y="29083"/>
                    <a:pt x="129540" y="64770"/>
                  </a:cubicBezTo>
                  <a:cubicBezTo>
                    <a:pt x="129540" y="100457"/>
                    <a:pt x="100457" y="129540"/>
                    <a:pt x="64770" y="1295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33"/>
            <p:cNvSpPr/>
            <p:nvPr/>
          </p:nvSpPr>
          <p:spPr>
            <a:xfrm>
              <a:off x="905764" y="225552"/>
              <a:ext cx="32512" cy="647827"/>
            </a:xfrm>
            <a:custGeom>
              <a:rect b="b" l="l" r="r" t="t"/>
              <a:pathLst>
                <a:path extrusionOk="0" h="647827" w="32512">
                  <a:moveTo>
                    <a:pt x="16256" y="647827"/>
                  </a:moveTo>
                  <a:lnTo>
                    <a:pt x="0" y="640588"/>
                  </a:lnTo>
                  <a:lnTo>
                    <a:pt x="0" y="16129"/>
                  </a:lnTo>
                  <a:cubicBezTo>
                    <a:pt x="0" y="7112"/>
                    <a:pt x="7239" y="0"/>
                    <a:pt x="16256" y="0"/>
                  </a:cubicBezTo>
                  <a:lnTo>
                    <a:pt x="32512" y="7239"/>
                  </a:lnTo>
                  <a:lnTo>
                    <a:pt x="32512" y="631698"/>
                  </a:lnTo>
                  <a:cubicBezTo>
                    <a:pt x="32512" y="640588"/>
                    <a:pt x="25273" y="647827"/>
                    <a:pt x="16256" y="64782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33"/>
            <p:cNvSpPr/>
            <p:nvPr/>
          </p:nvSpPr>
          <p:spPr>
            <a:xfrm>
              <a:off x="121679" y="510286"/>
              <a:ext cx="44042" cy="38989"/>
            </a:xfrm>
            <a:custGeom>
              <a:rect b="b" l="l" r="r" t="t"/>
              <a:pathLst>
                <a:path extrusionOk="0" h="38989" w="44042">
                  <a:moveTo>
                    <a:pt x="27927" y="38989"/>
                  </a:moveTo>
                  <a:lnTo>
                    <a:pt x="23990" y="38608"/>
                  </a:lnTo>
                  <a:lnTo>
                    <a:pt x="10401" y="33401"/>
                  </a:lnTo>
                  <a:cubicBezTo>
                    <a:pt x="2019" y="30226"/>
                    <a:pt x="-2172" y="20828"/>
                    <a:pt x="1130" y="12446"/>
                  </a:cubicBezTo>
                  <a:lnTo>
                    <a:pt x="13703" y="0"/>
                  </a:lnTo>
                  <a:lnTo>
                    <a:pt x="33642" y="7620"/>
                  </a:lnTo>
                  <a:cubicBezTo>
                    <a:pt x="42024" y="10795"/>
                    <a:pt x="46215" y="20193"/>
                    <a:pt x="42913" y="28575"/>
                  </a:cubicBezTo>
                  <a:lnTo>
                    <a:pt x="34277" y="3898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33"/>
            <p:cNvSpPr/>
            <p:nvPr/>
          </p:nvSpPr>
          <p:spPr>
            <a:xfrm>
              <a:off x="180213" y="535721"/>
              <a:ext cx="620903" cy="90770"/>
            </a:xfrm>
            <a:custGeom>
              <a:rect b="b" l="l" r="r" t="t"/>
              <a:pathLst>
                <a:path extrusionOk="0" h="90770" w="620903">
                  <a:moveTo>
                    <a:pt x="476758" y="90770"/>
                  </a:moveTo>
                  <a:lnTo>
                    <a:pt x="300863" y="90770"/>
                  </a:lnTo>
                  <a:cubicBezTo>
                    <a:pt x="291211" y="90770"/>
                    <a:pt x="281813" y="88230"/>
                    <a:pt x="273431" y="83531"/>
                  </a:cubicBezTo>
                  <a:lnTo>
                    <a:pt x="193675" y="37938"/>
                  </a:lnTo>
                  <a:cubicBezTo>
                    <a:pt x="190246" y="36033"/>
                    <a:pt x="186309" y="34890"/>
                    <a:pt x="182245" y="34890"/>
                  </a:cubicBezTo>
                  <a:lnTo>
                    <a:pt x="32385" y="34890"/>
                  </a:lnTo>
                  <a:cubicBezTo>
                    <a:pt x="25527" y="34890"/>
                    <a:pt x="18923" y="33620"/>
                    <a:pt x="12446" y="31207"/>
                  </a:cubicBezTo>
                  <a:lnTo>
                    <a:pt x="0" y="18634"/>
                  </a:lnTo>
                  <a:cubicBezTo>
                    <a:pt x="6477" y="1997"/>
                    <a:pt x="15875" y="-2194"/>
                    <a:pt x="24130" y="981"/>
                  </a:cubicBezTo>
                  <a:lnTo>
                    <a:pt x="29464" y="2505"/>
                  </a:lnTo>
                  <a:lnTo>
                    <a:pt x="182372" y="2505"/>
                  </a:lnTo>
                  <a:cubicBezTo>
                    <a:pt x="192024" y="2505"/>
                    <a:pt x="201549" y="5045"/>
                    <a:pt x="209804" y="9744"/>
                  </a:cubicBezTo>
                  <a:lnTo>
                    <a:pt x="289560" y="55337"/>
                  </a:lnTo>
                  <a:cubicBezTo>
                    <a:pt x="292989" y="57242"/>
                    <a:pt x="296926" y="58385"/>
                    <a:pt x="300863" y="58385"/>
                  </a:cubicBezTo>
                  <a:lnTo>
                    <a:pt x="476758" y="58385"/>
                  </a:lnTo>
                  <a:cubicBezTo>
                    <a:pt x="480314" y="58385"/>
                    <a:pt x="483870" y="57496"/>
                    <a:pt x="486918" y="55972"/>
                  </a:cubicBezTo>
                  <a:lnTo>
                    <a:pt x="526288" y="36287"/>
                  </a:lnTo>
                  <a:cubicBezTo>
                    <a:pt x="533908" y="32477"/>
                    <a:pt x="542417" y="30445"/>
                    <a:pt x="551053" y="30445"/>
                  </a:cubicBezTo>
                  <a:lnTo>
                    <a:pt x="604647" y="30445"/>
                  </a:lnTo>
                  <a:cubicBezTo>
                    <a:pt x="613664" y="30445"/>
                    <a:pt x="620903" y="37684"/>
                    <a:pt x="620903" y="46574"/>
                  </a:cubicBezTo>
                  <a:lnTo>
                    <a:pt x="613664" y="62830"/>
                  </a:lnTo>
                  <a:lnTo>
                    <a:pt x="551053" y="62830"/>
                  </a:lnTo>
                  <a:cubicBezTo>
                    <a:pt x="547497" y="62830"/>
                    <a:pt x="543941" y="63719"/>
                    <a:pt x="540893" y="65243"/>
                  </a:cubicBezTo>
                  <a:lnTo>
                    <a:pt x="501523" y="84928"/>
                  </a:lnTo>
                  <a:cubicBezTo>
                    <a:pt x="493903" y="88738"/>
                    <a:pt x="485394" y="90770"/>
                    <a:pt x="476758" y="907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7" name="Google Shape;2557;p33"/>
            <p:cNvSpPr/>
            <p:nvPr/>
          </p:nvSpPr>
          <p:spPr>
            <a:xfrm>
              <a:off x="378206" y="705739"/>
              <a:ext cx="120232" cy="139192"/>
            </a:xfrm>
            <a:custGeom>
              <a:rect b="b" l="l" r="r" t="t"/>
              <a:pathLst>
                <a:path extrusionOk="0" h="139192" w="120232">
                  <a:moveTo>
                    <a:pt x="89916" y="139192"/>
                  </a:moveTo>
                  <a:lnTo>
                    <a:pt x="78232" y="135890"/>
                  </a:lnTo>
                  <a:cubicBezTo>
                    <a:pt x="65532" y="110490"/>
                    <a:pt x="68326" y="86995"/>
                    <a:pt x="82423" y="70104"/>
                  </a:cubicBezTo>
                  <a:lnTo>
                    <a:pt x="89408" y="53975"/>
                  </a:lnTo>
                  <a:cubicBezTo>
                    <a:pt x="81661" y="37465"/>
                    <a:pt x="73914" y="32512"/>
                    <a:pt x="64770" y="32512"/>
                  </a:cubicBezTo>
                  <a:lnTo>
                    <a:pt x="16256" y="32512"/>
                  </a:lnTo>
                  <a:cubicBezTo>
                    <a:pt x="7239" y="32512"/>
                    <a:pt x="0" y="25273"/>
                    <a:pt x="0" y="16256"/>
                  </a:cubicBezTo>
                  <a:lnTo>
                    <a:pt x="7239" y="0"/>
                  </a:lnTo>
                  <a:lnTo>
                    <a:pt x="64897" y="0"/>
                  </a:lnTo>
                  <a:cubicBezTo>
                    <a:pt x="86614" y="0"/>
                    <a:pt x="105791" y="12192"/>
                    <a:pt x="114935" y="31877"/>
                  </a:cubicBezTo>
                  <a:cubicBezTo>
                    <a:pt x="124079" y="51562"/>
                    <a:pt x="121285" y="74041"/>
                    <a:pt x="107315" y="90805"/>
                  </a:cubicBezTo>
                  <a:lnTo>
                    <a:pt x="100457" y="107569"/>
                  </a:lnTo>
                  <a:cubicBezTo>
                    <a:pt x="108585" y="123698"/>
                    <a:pt x="105283" y="133477"/>
                    <a:pt x="97282" y="137414"/>
                  </a:cubicBezTo>
                  <a:lnTo>
                    <a:pt x="92456" y="13906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8" name="Google Shape;2558;p33"/>
            <p:cNvSpPr/>
            <p:nvPr/>
          </p:nvSpPr>
          <p:spPr>
            <a:xfrm>
              <a:off x="322072" y="705866"/>
              <a:ext cx="49657" cy="32385"/>
            </a:xfrm>
            <a:custGeom>
              <a:rect b="b" l="l" r="r" t="t"/>
              <a:pathLst>
                <a:path extrusionOk="0" h="32385" w="49657">
                  <a:moveTo>
                    <a:pt x="33401" y="32385"/>
                  </a:moveTo>
                  <a:lnTo>
                    <a:pt x="16256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33401" y="0"/>
                  </a:lnTo>
                  <a:cubicBezTo>
                    <a:pt x="42418" y="0"/>
                    <a:pt x="49657" y="7239"/>
                    <a:pt x="49657" y="16256"/>
                  </a:cubicBezTo>
                  <a:lnTo>
                    <a:pt x="42418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33"/>
            <p:cNvSpPr/>
            <p:nvPr/>
          </p:nvSpPr>
          <p:spPr>
            <a:xfrm>
              <a:off x="247178" y="717997"/>
              <a:ext cx="67401" cy="46670"/>
            </a:xfrm>
            <a:custGeom>
              <a:rect b="b" l="l" r="r" t="t"/>
              <a:pathLst>
                <a:path extrusionOk="0" h="46670" w="67401">
                  <a:moveTo>
                    <a:pt x="15204" y="46670"/>
                  </a:moveTo>
                  <a:lnTo>
                    <a:pt x="2631" y="42733"/>
                  </a:lnTo>
                  <a:cubicBezTo>
                    <a:pt x="-3084" y="27874"/>
                    <a:pt x="1107" y="18603"/>
                    <a:pt x="9489" y="15301"/>
                  </a:cubicBezTo>
                  <a:lnTo>
                    <a:pt x="46446" y="1077"/>
                  </a:lnTo>
                  <a:cubicBezTo>
                    <a:pt x="54828" y="-2098"/>
                    <a:pt x="64226" y="1966"/>
                    <a:pt x="67401" y="10348"/>
                  </a:cubicBezTo>
                  <a:lnTo>
                    <a:pt x="66385" y="28128"/>
                  </a:lnTo>
                  <a:lnTo>
                    <a:pt x="21046" y="45527"/>
                  </a:lnTo>
                  <a:cubicBezTo>
                    <a:pt x="19141" y="46289"/>
                    <a:pt x="17109" y="46670"/>
                    <a:pt x="15204" y="466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0" name="Google Shape;2560;p33"/>
            <p:cNvSpPr/>
            <p:nvPr/>
          </p:nvSpPr>
          <p:spPr>
            <a:xfrm>
              <a:off x="719420" y="632964"/>
              <a:ext cx="70253" cy="65409"/>
            </a:xfrm>
            <a:custGeom>
              <a:rect b="b" l="l" r="r" t="t"/>
              <a:pathLst>
                <a:path extrusionOk="0" h="65409" w="70253">
                  <a:moveTo>
                    <a:pt x="20609" y="65409"/>
                  </a:moveTo>
                  <a:lnTo>
                    <a:pt x="11084" y="63377"/>
                  </a:lnTo>
                  <a:cubicBezTo>
                    <a:pt x="2321" y="53852"/>
                    <a:pt x="-346" y="45978"/>
                    <a:pt x="35" y="37596"/>
                  </a:cubicBezTo>
                  <a:cubicBezTo>
                    <a:pt x="543" y="27690"/>
                    <a:pt x="5369" y="17911"/>
                    <a:pt x="13243" y="10672"/>
                  </a:cubicBezTo>
                  <a:cubicBezTo>
                    <a:pt x="20101" y="4449"/>
                    <a:pt x="28483" y="766"/>
                    <a:pt x="36992" y="131"/>
                  </a:cubicBezTo>
                  <a:cubicBezTo>
                    <a:pt x="46898" y="-758"/>
                    <a:pt x="56169" y="2925"/>
                    <a:pt x="62519" y="9783"/>
                  </a:cubicBezTo>
                  <a:cubicBezTo>
                    <a:pt x="71409" y="19562"/>
                    <a:pt x="72806" y="34294"/>
                    <a:pt x="65821" y="47375"/>
                  </a:cubicBezTo>
                  <a:lnTo>
                    <a:pt x="51851" y="58297"/>
                  </a:lnTo>
                  <a:cubicBezTo>
                    <a:pt x="36484" y="50169"/>
                    <a:pt x="33309" y="41025"/>
                    <a:pt x="36611" y="33405"/>
                  </a:cubicBezTo>
                  <a:lnTo>
                    <a:pt x="35595" y="34167"/>
                  </a:lnTo>
                  <a:lnTo>
                    <a:pt x="32420" y="38866"/>
                  </a:lnTo>
                  <a:cubicBezTo>
                    <a:pt x="38516" y="45851"/>
                    <a:pt x="37627" y="55376"/>
                    <a:pt x="31023" y="61472"/>
                  </a:cubicBezTo>
                  <a:lnTo>
                    <a:pt x="24419" y="6540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33"/>
            <p:cNvSpPr/>
            <p:nvPr/>
          </p:nvSpPr>
          <p:spPr>
            <a:xfrm>
              <a:off x="580547" y="726757"/>
              <a:ext cx="87425" cy="82106"/>
            </a:xfrm>
            <a:custGeom>
              <a:rect b="b" l="l" r="r" t="t"/>
              <a:pathLst>
                <a:path extrusionOk="0" h="82106" w="87425">
                  <a:moveTo>
                    <a:pt x="30069" y="54801"/>
                  </a:moveTo>
                  <a:lnTo>
                    <a:pt x="30069" y="54801"/>
                  </a:lnTo>
                  <a:lnTo>
                    <a:pt x="30069" y="54801"/>
                  </a:lnTo>
                  <a:moveTo>
                    <a:pt x="18131" y="81852"/>
                  </a:moveTo>
                  <a:lnTo>
                    <a:pt x="9368" y="80074"/>
                  </a:lnTo>
                  <a:cubicBezTo>
                    <a:pt x="-7015" y="62040"/>
                    <a:pt x="-1046" y="37148"/>
                    <a:pt x="20544" y="17590"/>
                  </a:cubicBezTo>
                  <a:lnTo>
                    <a:pt x="48611" y="1461"/>
                  </a:lnTo>
                  <a:cubicBezTo>
                    <a:pt x="61438" y="-1968"/>
                    <a:pt x="73122" y="699"/>
                    <a:pt x="80488" y="8827"/>
                  </a:cubicBezTo>
                  <a:cubicBezTo>
                    <a:pt x="90521" y="19876"/>
                    <a:pt x="89632" y="37275"/>
                    <a:pt x="78075" y="54293"/>
                  </a:cubicBezTo>
                  <a:lnTo>
                    <a:pt x="62962" y="63564"/>
                  </a:lnTo>
                  <a:cubicBezTo>
                    <a:pt x="48230" y="53531"/>
                    <a:pt x="46325" y="43498"/>
                    <a:pt x="51278" y="36005"/>
                  </a:cubicBezTo>
                  <a:lnTo>
                    <a:pt x="51913" y="35116"/>
                  </a:lnTo>
                  <a:lnTo>
                    <a:pt x="45944" y="38291"/>
                  </a:lnTo>
                  <a:cubicBezTo>
                    <a:pt x="35149" y="48197"/>
                    <a:pt x="32355" y="54420"/>
                    <a:pt x="31720" y="57087"/>
                  </a:cubicBezTo>
                  <a:lnTo>
                    <a:pt x="34895" y="72454"/>
                  </a:lnTo>
                  <a:cubicBezTo>
                    <a:pt x="25878" y="80709"/>
                    <a:pt x="21941" y="82106"/>
                    <a:pt x="18131" y="821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33"/>
            <p:cNvSpPr/>
            <p:nvPr/>
          </p:nvSpPr>
          <p:spPr>
            <a:xfrm>
              <a:off x="584327" y="177351"/>
              <a:ext cx="66294" cy="45407"/>
            </a:xfrm>
            <a:custGeom>
              <a:rect b="b" l="l" r="r" t="t"/>
              <a:pathLst>
                <a:path extrusionOk="0" h="45407" w="66294">
                  <a:moveTo>
                    <a:pt x="49657" y="45280"/>
                  </a:moveTo>
                  <a:lnTo>
                    <a:pt x="39751" y="42994"/>
                  </a:lnTo>
                  <a:cubicBezTo>
                    <a:pt x="32258" y="32834"/>
                    <a:pt x="26543" y="31564"/>
                    <a:pt x="25019" y="32580"/>
                  </a:cubicBezTo>
                  <a:lnTo>
                    <a:pt x="7620" y="36390"/>
                  </a:lnTo>
                  <a:cubicBezTo>
                    <a:pt x="-3048" y="22039"/>
                    <a:pt x="-1397" y="11879"/>
                    <a:pt x="5715" y="6545"/>
                  </a:cubicBezTo>
                  <a:cubicBezTo>
                    <a:pt x="22606" y="-5901"/>
                    <a:pt x="48133" y="-59"/>
                    <a:pt x="62484" y="19499"/>
                  </a:cubicBezTo>
                  <a:lnTo>
                    <a:pt x="66294" y="36898"/>
                  </a:lnTo>
                  <a:cubicBezTo>
                    <a:pt x="56261" y="44264"/>
                    <a:pt x="52832" y="45407"/>
                    <a:pt x="49530" y="4540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3" name="Google Shape;2563;p33"/>
            <p:cNvSpPr/>
            <p:nvPr/>
          </p:nvSpPr>
          <p:spPr>
            <a:xfrm>
              <a:off x="175133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4" name="Google Shape;2564;p33"/>
            <p:cNvSpPr/>
            <p:nvPr/>
          </p:nvSpPr>
          <p:spPr>
            <a:xfrm>
              <a:off x="175133" y="316230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5" name="Google Shape;2565;p33"/>
            <p:cNvSpPr/>
            <p:nvPr/>
          </p:nvSpPr>
          <p:spPr>
            <a:xfrm>
              <a:off x="538226" y="372110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6" name="Google Shape;2566;p33"/>
            <p:cNvSpPr/>
            <p:nvPr/>
          </p:nvSpPr>
          <p:spPr>
            <a:xfrm>
              <a:off x="538226" y="204597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7" name="Google Shape;2567;p33"/>
            <p:cNvSpPr/>
            <p:nvPr/>
          </p:nvSpPr>
          <p:spPr>
            <a:xfrm>
              <a:off x="566166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8" name="Google Shape;2568;p33"/>
            <p:cNvSpPr/>
            <p:nvPr/>
          </p:nvSpPr>
          <p:spPr>
            <a:xfrm>
              <a:off x="370586" y="790956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9" name="Google Shape;2569;p33"/>
            <p:cNvSpPr/>
            <p:nvPr/>
          </p:nvSpPr>
          <p:spPr>
            <a:xfrm>
              <a:off x="398526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0" name="Google Shape;2570;p33"/>
            <p:cNvSpPr/>
            <p:nvPr/>
          </p:nvSpPr>
          <p:spPr>
            <a:xfrm>
              <a:off x="258953" y="59550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1" name="Google Shape;2571;p33"/>
            <p:cNvSpPr/>
            <p:nvPr/>
          </p:nvSpPr>
          <p:spPr>
            <a:xfrm>
              <a:off x="337820" y="254635"/>
              <a:ext cx="72771" cy="71882"/>
            </a:xfrm>
            <a:custGeom>
              <a:rect b="b" l="l" r="r" t="t"/>
              <a:pathLst>
                <a:path extrusionOk="0" h="71882" w="72771">
                  <a:moveTo>
                    <a:pt x="17653" y="71882"/>
                  </a:moveTo>
                  <a:lnTo>
                    <a:pt x="15621" y="71755"/>
                  </a:lnTo>
                  <a:lnTo>
                    <a:pt x="0" y="61341"/>
                  </a:lnTo>
                  <a:cubicBezTo>
                    <a:pt x="5969" y="30734"/>
                    <a:pt x="25781" y="0"/>
                    <a:pt x="56515" y="0"/>
                  </a:cubicBezTo>
                  <a:lnTo>
                    <a:pt x="72771" y="7239"/>
                  </a:lnTo>
                  <a:cubicBezTo>
                    <a:pt x="72771" y="25146"/>
                    <a:pt x="65532" y="32385"/>
                    <a:pt x="56515" y="32385"/>
                  </a:cubicBezTo>
                  <a:cubicBezTo>
                    <a:pt x="45720" y="32385"/>
                    <a:pt x="35560" y="48260"/>
                    <a:pt x="33528" y="58674"/>
                  </a:cubicBezTo>
                  <a:lnTo>
                    <a:pt x="25273" y="7175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2" name="Google Shape;2572;p33"/>
            <p:cNvSpPr/>
            <p:nvPr/>
          </p:nvSpPr>
          <p:spPr>
            <a:xfrm>
              <a:off x="406940" y="77309"/>
              <a:ext cx="195675" cy="104428"/>
            </a:xfrm>
            <a:custGeom>
              <a:rect b="b" l="l" r="r" t="t"/>
              <a:pathLst>
                <a:path extrusionOk="0" h="104428" w="195675">
                  <a:moveTo>
                    <a:pt x="15208" y="104428"/>
                  </a:moveTo>
                  <a:lnTo>
                    <a:pt x="2127" y="100110"/>
                  </a:lnTo>
                  <a:cubicBezTo>
                    <a:pt x="-2953" y="84870"/>
                    <a:pt x="1619" y="75726"/>
                    <a:pt x="10001" y="72805"/>
                  </a:cubicBezTo>
                  <a:lnTo>
                    <a:pt x="49117" y="57565"/>
                  </a:lnTo>
                  <a:lnTo>
                    <a:pt x="174339" y="1431"/>
                  </a:lnTo>
                  <a:cubicBezTo>
                    <a:pt x="182467" y="-2252"/>
                    <a:pt x="192119" y="1431"/>
                    <a:pt x="195675" y="9559"/>
                  </a:cubicBezTo>
                  <a:lnTo>
                    <a:pt x="195675" y="27339"/>
                  </a:lnTo>
                  <a:lnTo>
                    <a:pt x="62452" y="87029"/>
                  </a:lnTo>
                  <a:cubicBezTo>
                    <a:pt x="48736" y="93125"/>
                    <a:pt x="34512" y="98713"/>
                    <a:pt x="20288" y="103539"/>
                  </a:cubicBezTo>
                  <a:lnTo>
                    <a:pt x="16859" y="10442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3" name="Google Shape;2573;p33"/>
            <p:cNvSpPr/>
            <p:nvPr/>
          </p:nvSpPr>
          <p:spPr>
            <a:xfrm>
              <a:off x="331397" y="164918"/>
              <a:ext cx="51127" cy="35107"/>
            </a:xfrm>
            <a:custGeom>
              <a:rect b="b" l="l" r="r" t="t"/>
              <a:pathLst>
                <a:path extrusionOk="0" h="35107" w="51127">
                  <a:moveTo>
                    <a:pt x="15313" y="34980"/>
                  </a:moveTo>
                  <a:lnTo>
                    <a:pt x="581" y="29265"/>
                  </a:lnTo>
                  <a:cubicBezTo>
                    <a:pt x="-1959" y="12374"/>
                    <a:pt x="4137" y="4119"/>
                    <a:pt x="12900" y="2849"/>
                  </a:cubicBezTo>
                  <a:lnTo>
                    <a:pt x="25727" y="817"/>
                  </a:lnTo>
                  <a:cubicBezTo>
                    <a:pt x="40840" y="-2231"/>
                    <a:pt x="49476" y="3611"/>
                    <a:pt x="51127" y="12374"/>
                  </a:cubicBezTo>
                  <a:lnTo>
                    <a:pt x="47063" y="29646"/>
                  </a:lnTo>
                  <a:cubicBezTo>
                    <a:pt x="31442" y="32694"/>
                    <a:pt x="24584" y="33837"/>
                    <a:pt x="17726" y="34853"/>
                  </a:cubicBezTo>
                  <a:lnTo>
                    <a:pt x="16075" y="35107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4" name="Google Shape;2574;p33"/>
            <p:cNvSpPr/>
            <p:nvPr/>
          </p:nvSpPr>
          <p:spPr>
            <a:xfrm>
              <a:off x="264287" y="174137"/>
              <a:ext cx="43688" cy="34016"/>
            </a:xfrm>
            <a:custGeom>
              <a:rect b="b" l="l" r="r" t="t"/>
              <a:pathLst>
                <a:path extrusionOk="0" h="34016" w="43688">
                  <a:moveTo>
                    <a:pt x="15494" y="34016"/>
                  </a:moveTo>
                  <a:lnTo>
                    <a:pt x="381" y="27920"/>
                  </a:lnTo>
                  <a:cubicBezTo>
                    <a:pt x="-1651" y="10775"/>
                    <a:pt x="4699" y="2774"/>
                    <a:pt x="13589" y="1631"/>
                  </a:cubicBezTo>
                  <a:lnTo>
                    <a:pt x="25654" y="107"/>
                  </a:lnTo>
                  <a:cubicBezTo>
                    <a:pt x="34544" y="-909"/>
                    <a:pt x="42545" y="5441"/>
                    <a:pt x="43688" y="14331"/>
                  </a:cubicBezTo>
                  <a:lnTo>
                    <a:pt x="38354" y="31222"/>
                  </a:lnTo>
                  <a:lnTo>
                    <a:pt x="17399" y="33762"/>
                  </a:lnTo>
                  <a:lnTo>
                    <a:pt x="16129" y="3388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5" name="Google Shape;2575;p33"/>
            <p:cNvSpPr/>
            <p:nvPr/>
          </p:nvSpPr>
          <p:spPr>
            <a:xfrm>
              <a:off x="63500" y="63500"/>
              <a:ext cx="746506" cy="842391"/>
            </a:xfrm>
            <a:custGeom>
              <a:rect b="b" l="l" r="r" t="t"/>
              <a:pathLst>
                <a:path extrusionOk="0" h="842391" w="746506">
                  <a:moveTo>
                    <a:pt x="421132" y="842264"/>
                  </a:moveTo>
                  <a:cubicBezTo>
                    <a:pt x="188976" y="842264"/>
                    <a:pt x="0" y="653415"/>
                    <a:pt x="0" y="421132"/>
                  </a:cubicBezTo>
                  <a:cubicBezTo>
                    <a:pt x="0" y="188849"/>
                    <a:pt x="188976" y="0"/>
                    <a:pt x="421132" y="0"/>
                  </a:cubicBezTo>
                  <a:cubicBezTo>
                    <a:pt x="544449" y="0"/>
                    <a:pt x="661162" y="53975"/>
                    <a:pt x="741553" y="148082"/>
                  </a:cubicBezTo>
                  <a:lnTo>
                    <a:pt x="746506" y="165100"/>
                  </a:lnTo>
                  <a:cubicBezTo>
                    <a:pt x="732917" y="176657"/>
                    <a:pt x="722630" y="175895"/>
                    <a:pt x="716915" y="169164"/>
                  </a:cubicBezTo>
                  <a:cubicBezTo>
                    <a:pt x="642747" y="82169"/>
                    <a:pt x="534924" y="32385"/>
                    <a:pt x="421132" y="32385"/>
                  </a:cubicBezTo>
                  <a:cubicBezTo>
                    <a:pt x="206756" y="32385"/>
                    <a:pt x="32385" y="206756"/>
                    <a:pt x="32385" y="421132"/>
                  </a:cubicBezTo>
                  <a:cubicBezTo>
                    <a:pt x="32385" y="635508"/>
                    <a:pt x="206756" y="809879"/>
                    <a:pt x="421132" y="809879"/>
                  </a:cubicBezTo>
                  <a:cubicBezTo>
                    <a:pt x="531749" y="809879"/>
                    <a:pt x="637540" y="762381"/>
                    <a:pt x="711327" y="679577"/>
                  </a:cubicBezTo>
                  <a:lnTo>
                    <a:pt x="727583" y="672338"/>
                  </a:lnTo>
                  <a:cubicBezTo>
                    <a:pt x="740918" y="684276"/>
                    <a:pt x="741553" y="694436"/>
                    <a:pt x="735584" y="701167"/>
                  </a:cubicBezTo>
                  <a:cubicBezTo>
                    <a:pt x="655574" y="790956"/>
                    <a:pt x="541020" y="842391"/>
                    <a:pt x="421259" y="84239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6" name="Google Shape;2576;p33"/>
            <p:cNvSpPr/>
            <p:nvPr/>
          </p:nvSpPr>
          <p:spPr>
            <a:xfrm>
              <a:off x="792480" y="63500"/>
              <a:ext cx="259207" cy="971804"/>
            </a:xfrm>
            <a:custGeom>
              <a:rect b="b" l="l" r="r" t="t"/>
              <a:pathLst>
                <a:path extrusionOk="0" h="971804" w="259207">
                  <a:moveTo>
                    <a:pt x="129540" y="32385"/>
                  </a:moveTo>
                  <a:cubicBezTo>
                    <a:pt x="102743" y="32385"/>
                    <a:pt x="80899" y="54229"/>
                    <a:pt x="80899" y="81026"/>
                  </a:cubicBezTo>
                  <a:lnTo>
                    <a:pt x="80899" y="749300"/>
                  </a:lnTo>
                  <a:cubicBezTo>
                    <a:pt x="80899" y="754507"/>
                    <a:pt x="78359" y="759460"/>
                    <a:pt x="74041" y="762508"/>
                  </a:cubicBezTo>
                  <a:cubicBezTo>
                    <a:pt x="47498" y="781177"/>
                    <a:pt x="32385" y="810260"/>
                    <a:pt x="32385" y="842264"/>
                  </a:cubicBezTo>
                  <a:cubicBezTo>
                    <a:pt x="32385" y="895858"/>
                    <a:pt x="75946" y="939419"/>
                    <a:pt x="129540" y="939419"/>
                  </a:cubicBezTo>
                  <a:cubicBezTo>
                    <a:pt x="183134" y="939419"/>
                    <a:pt x="226695" y="895858"/>
                    <a:pt x="226695" y="842264"/>
                  </a:cubicBezTo>
                  <a:cubicBezTo>
                    <a:pt x="226695" y="810260"/>
                    <a:pt x="211455" y="781177"/>
                    <a:pt x="185039" y="762508"/>
                  </a:cubicBezTo>
                  <a:lnTo>
                    <a:pt x="178181" y="754507"/>
                  </a:lnTo>
                  <a:lnTo>
                    <a:pt x="178181" y="81026"/>
                  </a:lnTo>
                  <a:cubicBezTo>
                    <a:pt x="178181" y="54229"/>
                    <a:pt x="156337" y="32385"/>
                    <a:pt x="129540" y="32385"/>
                  </a:cubicBezTo>
                  <a:moveTo>
                    <a:pt x="129540" y="971804"/>
                  </a:moveTo>
                  <a:cubicBezTo>
                    <a:pt x="58039" y="971804"/>
                    <a:pt x="0" y="913638"/>
                    <a:pt x="0" y="842264"/>
                  </a:cubicBezTo>
                  <a:cubicBezTo>
                    <a:pt x="0" y="802386"/>
                    <a:pt x="17653" y="766064"/>
                    <a:pt x="48641" y="741172"/>
                  </a:cubicBezTo>
                  <a:lnTo>
                    <a:pt x="48641" y="81026"/>
                  </a:lnTo>
                  <a:cubicBezTo>
                    <a:pt x="48514" y="36322"/>
                    <a:pt x="84836" y="0"/>
                    <a:pt x="129540" y="0"/>
                  </a:cubicBezTo>
                  <a:cubicBezTo>
                    <a:pt x="174244" y="0"/>
                    <a:pt x="210566" y="36322"/>
                    <a:pt x="210566" y="81026"/>
                  </a:cubicBezTo>
                  <a:lnTo>
                    <a:pt x="210566" y="741172"/>
                  </a:lnTo>
                  <a:cubicBezTo>
                    <a:pt x="241554" y="766064"/>
                    <a:pt x="259207" y="802386"/>
                    <a:pt x="259207" y="842264"/>
                  </a:cubicBezTo>
                  <a:cubicBezTo>
                    <a:pt x="259207" y="913765"/>
                    <a:pt x="201041" y="971804"/>
                    <a:pt x="129667" y="97180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7" name="Google Shape;2577;p33"/>
            <p:cNvSpPr/>
            <p:nvPr/>
          </p:nvSpPr>
          <p:spPr>
            <a:xfrm>
              <a:off x="938276" y="355092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8" name="Google Shape;2578;p33"/>
            <p:cNvSpPr/>
            <p:nvPr/>
          </p:nvSpPr>
          <p:spPr>
            <a:xfrm>
              <a:off x="938276" y="257937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9" name="Google Shape;2579;p33"/>
            <p:cNvSpPr/>
            <p:nvPr/>
          </p:nvSpPr>
          <p:spPr>
            <a:xfrm>
              <a:off x="938276" y="549402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0" name="Google Shape;2580;p33"/>
            <p:cNvSpPr/>
            <p:nvPr/>
          </p:nvSpPr>
          <p:spPr>
            <a:xfrm>
              <a:off x="938276" y="452247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1" name="Google Shape;2581;p33"/>
            <p:cNvSpPr/>
            <p:nvPr/>
          </p:nvSpPr>
          <p:spPr>
            <a:xfrm>
              <a:off x="938276" y="743839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2" name="Google Shape;2582;p33"/>
            <p:cNvSpPr/>
            <p:nvPr/>
          </p:nvSpPr>
          <p:spPr>
            <a:xfrm>
              <a:off x="938276" y="646684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83" name="Google Shape;2583;p33"/>
          <p:cNvSpPr/>
          <p:nvPr/>
        </p:nvSpPr>
        <p:spPr>
          <a:xfrm>
            <a:off x="233877" y="502191"/>
            <a:ext cx="608364" cy="610534"/>
          </a:xfrm>
          <a:custGeom>
            <a:rect b="b" l="l" r="r" t="t"/>
            <a:pathLst>
              <a:path extrusionOk="0" h="939283" w="935944">
                <a:moveTo>
                  <a:pt x="594308" y="304156"/>
                </a:moveTo>
                <a:cubicBezTo>
                  <a:pt x="562304" y="328794"/>
                  <a:pt x="536650" y="358512"/>
                  <a:pt x="515060" y="395850"/>
                </a:cubicBezTo>
                <a:lnTo>
                  <a:pt x="522934" y="395596"/>
                </a:lnTo>
                <a:cubicBezTo>
                  <a:pt x="536523" y="387976"/>
                  <a:pt x="547953" y="381118"/>
                  <a:pt x="559256" y="374387"/>
                </a:cubicBezTo>
                <a:lnTo>
                  <a:pt x="562177" y="372355"/>
                </a:lnTo>
                <a:cubicBezTo>
                  <a:pt x="576147" y="350003"/>
                  <a:pt x="587069" y="328032"/>
                  <a:pt x="594308" y="304156"/>
                </a:cubicBezTo>
                <a:moveTo>
                  <a:pt x="385774" y="620259"/>
                </a:moveTo>
                <a:cubicBezTo>
                  <a:pt x="338784" y="635118"/>
                  <a:pt x="293826" y="676901"/>
                  <a:pt x="284682" y="713477"/>
                </a:cubicBezTo>
                <a:cubicBezTo>
                  <a:pt x="324560" y="689474"/>
                  <a:pt x="357834" y="659121"/>
                  <a:pt x="385774" y="620259"/>
                </a:cubicBezTo>
                <a:moveTo>
                  <a:pt x="626312" y="347209"/>
                </a:moveTo>
                <a:cubicBezTo>
                  <a:pt x="636218" y="344034"/>
                  <a:pt x="646632" y="342891"/>
                  <a:pt x="655522" y="335017"/>
                </a:cubicBezTo>
                <a:cubicBezTo>
                  <a:pt x="675715" y="317110"/>
                  <a:pt x="694257" y="297806"/>
                  <a:pt x="709243" y="275454"/>
                </a:cubicBezTo>
                <a:lnTo>
                  <a:pt x="730452" y="240910"/>
                </a:lnTo>
                <a:cubicBezTo>
                  <a:pt x="729690" y="239894"/>
                  <a:pt x="728928" y="238878"/>
                  <a:pt x="728166" y="237862"/>
                </a:cubicBezTo>
                <a:lnTo>
                  <a:pt x="664031" y="260341"/>
                </a:lnTo>
                <a:cubicBezTo>
                  <a:pt x="654379" y="263643"/>
                  <a:pt x="649934" y="269485"/>
                  <a:pt x="647394" y="279518"/>
                </a:cubicBezTo>
                <a:lnTo>
                  <a:pt x="626312" y="347209"/>
                </a:lnTo>
                <a:moveTo>
                  <a:pt x="325322" y="574666"/>
                </a:moveTo>
                <a:lnTo>
                  <a:pt x="243661" y="575428"/>
                </a:lnTo>
                <a:cubicBezTo>
                  <a:pt x="176605" y="571745"/>
                  <a:pt x="155142" y="570094"/>
                  <a:pt x="98627" y="534026"/>
                </a:cubicBezTo>
                <a:cubicBezTo>
                  <a:pt x="87451" y="526914"/>
                  <a:pt x="84530" y="514341"/>
                  <a:pt x="91007" y="503927"/>
                </a:cubicBezTo>
                <a:cubicBezTo>
                  <a:pt x="97611" y="493386"/>
                  <a:pt x="110311" y="490465"/>
                  <a:pt x="121995" y="497831"/>
                </a:cubicBezTo>
                <a:cubicBezTo>
                  <a:pt x="161238" y="522469"/>
                  <a:pt x="163397" y="519929"/>
                  <a:pt x="209117" y="528057"/>
                </a:cubicBezTo>
                <a:cubicBezTo>
                  <a:pt x="251916" y="535677"/>
                  <a:pt x="294715" y="535042"/>
                  <a:pt x="337387" y="526787"/>
                </a:cubicBezTo>
                <a:lnTo>
                  <a:pt x="340562" y="525771"/>
                </a:lnTo>
                <a:lnTo>
                  <a:pt x="340308" y="518786"/>
                </a:lnTo>
                <a:cubicBezTo>
                  <a:pt x="285444" y="459985"/>
                  <a:pt x="221055" y="423790"/>
                  <a:pt x="144855" y="409820"/>
                </a:cubicBezTo>
                <a:cubicBezTo>
                  <a:pt x="122249" y="405756"/>
                  <a:pt x="45668" y="401819"/>
                  <a:pt x="22681" y="400168"/>
                </a:cubicBezTo>
                <a:lnTo>
                  <a:pt x="5790" y="396485"/>
                </a:lnTo>
                <a:cubicBezTo>
                  <a:pt x="-1957" y="379975"/>
                  <a:pt x="-1195" y="372482"/>
                  <a:pt x="3758" y="365624"/>
                </a:cubicBezTo>
                <a:lnTo>
                  <a:pt x="15569" y="356988"/>
                </a:lnTo>
                <a:cubicBezTo>
                  <a:pt x="86943" y="356353"/>
                  <a:pt x="200354" y="373879"/>
                  <a:pt x="257123" y="402200"/>
                </a:cubicBezTo>
                <a:cubicBezTo>
                  <a:pt x="286968" y="417059"/>
                  <a:pt x="314400" y="435474"/>
                  <a:pt x="339546" y="457445"/>
                </a:cubicBezTo>
                <a:lnTo>
                  <a:pt x="343483" y="460493"/>
                </a:lnTo>
                <a:lnTo>
                  <a:pt x="353135" y="448936"/>
                </a:lnTo>
                <a:cubicBezTo>
                  <a:pt x="331037" y="426203"/>
                  <a:pt x="318083" y="415408"/>
                  <a:pt x="302335" y="407153"/>
                </a:cubicBezTo>
                <a:lnTo>
                  <a:pt x="253440" y="376165"/>
                </a:lnTo>
                <a:cubicBezTo>
                  <a:pt x="234263" y="366513"/>
                  <a:pt x="214070" y="357750"/>
                  <a:pt x="193369" y="353051"/>
                </a:cubicBezTo>
                <a:lnTo>
                  <a:pt x="115518" y="343399"/>
                </a:lnTo>
                <a:cubicBezTo>
                  <a:pt x="101421" y="342002"/>
                  <a:pt x="92150" y="335525"/>
                  <a:pt x="91134" y="323714"/>
                </a:cubicBezTo>
                <a:cubicBezTo>
                  <a:pt x="89864" y="310633"/>
                  <a:pt x="99008" y="299584"/>
                  <a:pt x="112724" y="300219"/>
                </a:cubicBezTo>
                <a:lnTo>
                  <a:pt x="176478" y="304791"/>
                </a:lnTo>
                <a:cubicBezTo>
                  <a:pt x="179018" y="304918"/>
                  <a:pt x="181558" y="305426"/>
                  <a:pt x="185495" y="305807"/>
                </a:cubicBezTo>
                <a:lnTo>
                  <a:pt x="183082" y="301235"/>
                </a:lnTo>
                <a:cubicBezTo>
                  <a:pt x="171144" y="279264"/>
                  <a:pt x="136219" y="207890"/>
                  <a:pt x="125932" y="187316"/>
                </a:cubicBezTo>
                <a:cubicBezTo>
                  <a:pt x="118566" y="172457"/>
                  <a:pt x="123011" y="159630"/>
                  <a:pt x="135584" y="154550"/>
                </a:cubicBezTo>
                <a:cubicBezTo>
                  <a:pt x="147903" y="149597"/>
                  <a:pt x="159079" y="155312"/>
                  <a:pt x="165429" y="170171"/>
                </a:cubicBezTo>
                <a:cubicBezTo>
                  <a:pt x="178383" y="200397"/>
                  <a:pt x="218769" y="279391"/>
                  <a:pt x="240613" y="304029"/>
                </a:cubicBezTo>
                <a:cubicBezTo>
                  <a:pt x="254837" y="320031"/>
                  <a:pt x="269950" y="334509"/>
                  <a:pt x="289762" y="344161"/>
                </a:cubicBezTo>
                <a:lnTo>
                  <a:pt x="331164" y="370704"/>
                </a:lnTo>
                <a:cubicBezTo>
                  <a:pt x="350468" y="385436"/>
                  <a:pt x="373074" y="390897"/>
                  <a:pt x="395680" y="396358"/>
                </a:cubicBezTo>
                <a:lnTo>
                  <a:pt x="406983" y="391786"/>
                </a:lnTo>
                <a:cubicBezTo>
                  <a:pt x="420445" y="388230"/>
                  <a:pt x="421715" y="383277"/>
                  <a:pt x="422985" y="376546"/>
                </a:cubicBezTo>
                <a:cubicBezTo>
                  <a:pt x="425271" y="364608"/>
                  <a:pt x="423620" y="353813"/>
                  <a:pt x="420064" y="342129"/>
                </a:cubicBezTo>
                <a:lnTo>
                  <a:pt x="401522" y="266818"/>
                </a:lnTo>
                <a:cubicBezTo>
                  <a:pt x="400633" y="263008"/>
                  <a:pt x="399490" y="258944"/>
                  <a:pt x="397458" y="255642"/>
                </a:cubicBezTo>
                <a:cubicBezTo>
                  <a:pt x="373709" y="217034"/>
                  <a:pt x="343229" y="184649"/>
                  <a:pt x="306526" y="158233"/>
                </a:cubicBezTo>
                <a:lnTo>
                  <a:pt x="297509" y="150740"/>
                </a:lnTo>
                <a:cubicBezTo>
                  <a:pt x="290143" y="137659"/>
                  <a:pt x="293064" y="127118"/>
                  <a:pt x="300430" y="120895"/>
                </a:cubicBezTo>
                <a:cubicBezTo>
                  <a:pt x="307796" y="114672"/>
                  <a:pt x="318591" y="113402"/>
                  <a:pt x="326846" y="120006"/>
                </a:cubicBezTo>
                <a:lnTo>
                  <a:pt x="387298" y="171568"/>
                </a:lnTo>
                <a:cubicBezTo>
                  <a:pt x="391997" y="175632"/>
                  <a:pt x="395934" y="180712"/>
                  <a:pt x="400887" y="186173"/>
                </a:cubicBezTo>
                <a:lnTo>
                  <a:pt x="408380" y="148200"/>
                </a:lnTo>
                <a:cubicBezTo>
                  <a:pt x="412317" y="133214"/>
                  <a:pt x="446099" y="30217"/>
                  <a:pt x="451306" y="15612"/>
                </a:cubicBezTo>
                <a:cubicBezTo>
                  <a:pt x="455751" y="2658"/>
                  <a:pt x="467562" y="-2803"/>
                  <a:pt x="479373" y="1388"/>
                </a:cubicBezTo>
                <a:cubicBezTo>
                  <a:pt x="490930" y="5579"/>
                  <a:pt x="496264" y="17644"/>
                  <a:pt x="491438" y="30725"/>
                </a:cubicBezTo>
                <a:cubicBezTo>
                  <a:pt x="478484" y="66285"/>
                  <a:pt x="442543" y="190872"/>
                  <a:pt x="442416" y="228845"/>
                </a:cubicBezTo>
                <a:cubicBezTo>
                  <a:pt x="442289" y="243069"/>
                  <a:pt x="445337" y="255515"/>
                  <a:pt x="454354" y="267580"/>
                </a:cubicBezTo>
                <a:lnTo>
                  <a:pt x="457148" y="262119"/>
                </a:lnTo>
                <a:cubicBezTo>
                  <a:pt x="486104" y="203064"/>
                  <a:pt x="491565" y="184903"/>
                  <a:pt x="541730" y="147057"/>
                </a:cubicBezTo>
                <a:lnTo>
                  <a:pt x="557224" y="139437"/>
                </a:lnTo>
                <a:cubicBezTo>
                  <a:pt x="573480" y="147057"/>
                  <a:pt x="577544" y="153153"/>
                  <a:pt x="578179" y="161154"/>
                </a:cubicBezTo>
                <a:lnTo>
                  <a:pt x="574242" y="176902"/>
                </a:lnTo>
                <a:cubicBezTo>
                  <a:pt x="534364" y="206747"/>
                  <a:pt x="540587" y="207255"/>
                  <a:pt x="518362" y="241418"/>
                </a:cubicBezTo>
                <a:cubicBezTo>
                  <a:pt x="502741" y="265421"/>
                  <a:pt x="490422" y="291075"/>
                  <a:pt x="480770" y="318126"/>
                </a:cubicBezTo>
                <a:lnTo>
                  <a:pt x="477214" y="334128"/>
                </a:lnTo>
                <a:cubicBezTo>
                  <a:pt x="481786" y="348352"/>
                  <a:pt x="482802" y="354448"/>
                  <a:pt x="484326" y="361052"/>
                </a:cubicBezTo>
                <a:lnTo>
                  <a:pt x="514679" y="321047"/>
                </a:lnTo>
                <a:cubicBezTo>
                  <a:pt x="540333" y="289805"/>
                  <a:pt x="570686" y="263643"/>
                  <a:pt x="605357" y="242815"/>
                </a:cubicBezTo>
                <a:lnTo>
                  <a:pt x="613104" y="236719"/>
                </a:lnTo>
                <a:cubicBezTo>
                  <a:pt x="613485" y="207128"/>
                  <a:pt x="614247" y="139564"/>
                  <a:pt x="614882" y="116069"/>
                </a:cubicBezTo>
                <a:lnTo>
                  <a:pt x="614501" y="111497"/>
                </a:lnTo>
                <a:cubicBezTo>
                  <a:pt x="614120" y="95622"/>
                  <a:pt x="622756" y="85716"/>
                  <a:pt x="635075" y="85208"/>
                </a:cubicBezTo>
                <a:cubicBezTo>
                  <a:pt x="647013" y="84700"/>
                  <a:pt x="656919" y="93590"/>
                  <a:pt x="657554" y="106671"/>
                </a:cubicBezTo>
                <a:cubicBezTo>
                  <a:pt x="658316" y="126483"/>
                  <a:pt x="658316" y="190237"/>
                  <a:pt x="658570" y="210176"/>
                </a:cubicBezTo>
                <a:lnTo>
                  <a:pt x="658570" y="212970"/>
                </a:lnTo>
                <a:lnTo>
                  <a:pt x="666952" y="212462"/>
                </a:lnTo>
                <a:cubicBezTo>
                  <a:pt x="687780" y="206366"/>
                  <a:pt x="704544" y="201159"/>
                  <a:pt x="721689" y="196968"/>
                </a:cubicBezTo>
                <a:cubicBezTo>
                  <a:pt x="743406" y="191761"/>
                  <a:pt x="755725" y="204842"/>
                  <a:pt x="750391" y="227194"/>
                </a:cubicBezTo>
                <a:lnTo>
                  <a:pt x="754201" y="228210"/>
                </a:lnTo>
                <a:cubicBezTo>
                  <a:pt x="770330" y="233544"/>
                  <a:pt x="776553" y="247133"/>
                  <a:pt x="768679" y="260595"/>
                </a:cubicBezTo>
                <a:lnTo>
                  <a:pt x="730452" y="320158"/>
                </a:lnTo>
                <a:cubicBezTo>
                  <a:pt x="728166" y="323714"/>
                  <a:pt x="725118" y="326889"/>
                  <a:pt x="721308" y="331461"/>
                </a:cubicBezTo>
                <a:lnTo>
                  <a:pt x="727912" y="331842"/>
                </a:lnTo>
                <a:cubicBezTo>
                  <a:pt x="760043" y="331969"/>
                  <a:pt x="757757" y="329810"/>
                  <a:pt x="786586" y="336668"/>
                </a:cubicBezTo>
                <a:cubicBezTo>
                  <a:pt x="800683" y="339970"/>
                  <a:pt x="808049" y="350511"/>
                  <a:pt x="805255" y="362957"/>
                </a:cubicBezTo>
                <a:cubicBezTo>
                  <a:pt x="802461" y="375403"/>
                  <a:pt x="791412" y="382007"/>
                  <a:pt x="777188" y="378832"/>
                </a:cubicBezTo>
                <a:cubicBezTo>
                  <a:pt x="731595" y="368672"/>
                  <a:pt x="717244" y="372101"/>
                  <a:pt x="671270" y="381245"/>
                </a:cubicBezTo>
                <a:lnTo>
                  <a:pt x="663142" y="384039"/>
                </a:lnTo>
                <a:cubicBezTo>
                  <a:pt x="635329" y="403089"/>
                  <a:pt x="609421" y="416678"/>
                  <a:pt x="581735" y="427092"/>
                </a:cubicBezTo>
                <a:lnTo>
                  <a:pt x="572591" y="432807"/>
                </a:lnTo>
                <a:lnTo>
                  <a:pt x="567257" y="442840"/>
                </a:lnTo>
                <a:cubicBezTo>
                  <a:pt x="570051" y="451857"/>
                  <a:pt x="574242" y="457572"/>
                  <a:pt x="575131" y="463922"/>
                </a:cubicBezTo>
                <a:cubicBezTo>
                  <a:pt x="576782" y="474463"/>
                  <a:pt x="583513" y="479416"/>
                  <a:pt x="591895" y="483988"/>
                </a:cubicBezTo>
                <a:cubicBezTo>
                  <a:pt x="670254" y="527549"/>
                  <a:pt x="815161" y="520691"/>
                  <a:pt x="900378" y="493132"/>
                </a:cubicBezTo>
                <a:lnTo>
                  <a:pt x="904696" y="491608"/>
                </a:lnTo>
                <a:cubicBezTo>
                  <a:pt x="919428" y="487290"/>
                  <a:pt x="930985" y="492878"/>
                  <a:pt x="934795" y="504435"/>
                </a:cubicBezTo>
                <a:cubicBezTo>
                  <a:pt x="938478" y="515611"/>
                  <a:pt x="933144" y="527549"/>
                  <a:pt x="921079" y="531359"/>
                </a:cubicBezTo>
                <a:lnTo>
                  <a:pt x="865326" y="546599"/>
                </a:lnTo>
                <a:cubicBezTo>
                  <a:pt x="855293" y="549012"/>
                  <a:pt x="782014" y="564633"/>
                  <a:pt x="770203" y="566411"/>
                </a:cubicBezTo>
                <a:lnTo>
                  <a:pt x="775410" y="570602"/>
                </a:lnTo>
                <a:cubicBezTo>
                  <a:pt x="794206" y="587747"/>
                  <a:pt x="811351" y="602733"/>
                  <a:pt x="827607" y="618735"/>
                </a:cubicBezTo>
                <a:cubicBezTo>
                  <a:pt x="839037" y="630038"/>
                  <a:pt x="838910" y="643246"/>
                  <a:pt x="829131" y="652263"/>
                </a:cubicBezTo>
                <a:cubicBezTo>
                  <a:pt x="819352" y="661280"/>
                  <a:pt x="806525" y="659756"/>
                  <a:pt x="795730" y="647818"/>
                </a:cubicBezTo>
                <a:cubicBezTo>
                  <a:pt x="747470" y="594859"/>
                  <a:pt x="688161" y="561712"/>
                  <a:pt x="617676" y="548631"/>
                </a:cubicBezTo>
                <a:lnTo>
                  <a:pt x="580846" y="544186"/>
                </a:lnTo>
                <a:cubicBezTo>
                  <a:pt x="573988" y="543297"/>
                  <a:pt x="570559" y="545710"/>
                  <a:pt x="569924" y="552949"/>
                </a:cubicBezTo>
                <a:lnTo>
                  <a:pt x="616787" y="563109"/>
                </a:lnTo>
                <a:cubicBezTo>
                  <a:pt x="694003" y="583175"/>
                  <a:pt x="813383" y="677663"/>
                  <a:pt x="866596" y="736972"/>
                </a:cubicBezTo>
                <a:cubicBezTo>
                  <a:pt x="876121" y="747513"/>
                  <a:pt x="875994" y="760848"/>
                  <a:pt x="866596" y="769357"/>
                </a:cubicBezTo>
                <a:cubicBezTo>
                  <a:pt x="857071" y="777993"/>
                  <a:pt x="844371" y="776977"/>
                  <a:pt x="834465" y="765928"/>
                </a:cubicBezTo>
                <a:cubicBezTo>
                  <a:pt x="795984" y="723002"/>
                  <a:pt x="695781" y="637023"/>
                  <a:pt x="641933" y="616449"/>
                </a:cubicBezTo>
                <a:cubicBezTo>
                  <a:pt x="611580" y="604892"/>
                  <a:pt x="580084" y="598034"/>
                  <a:pt x="547826" y="594732"/>
                </a:cubicBezTo>
                <a:lnTo>
                  <a:pt x="533856" y="594732"/>
                </a:lnTo>
                <a:cubicBezTo>
                  <a:pt x="523442" y="603622"/>
                  <a:pt x="518108" y="606035"/>
                  <a:pt x="512901" y="609210"/>
                </a:cubicBezTo>
                <a:cubicBezTo>
                  <a:pt x="533348" y="642865"/>
                  <a:pt x="558494" y="671948"/>
                  <a:pt x="588593" y="696713"/>
                </a:cubicBezTo>
                <a:cubicBezTo>
                  <a:pt x="626820" y="728082"/>
                  <a:pt x="654633" y="741163"/>
                  <a:pt x="702131" y="754752"/>
                </a:cubicBezTo>
                <a:cubicBezTo>
                  <a:pt x="716736" y="758943"/>
                  <a:pt x="723594" y="770246"/>
                  <a:pt x="719657" y="782565"/>
                </a:cubicBezTo>
                <a:cubicBezTo>
                  <a:pt x="715720" y="794884"/>
                  <a:pt x="704417" y="800218"/>
                  <a:pt x="690320" y="796281"/>
                </a:cubicBezTo>
                <a:cubicBezTo>
                  <a:pt x="654887" y="786375"/>
                  <a:pt x="636599" y="780914"/>
                  <a:pt x="605103" y="761610"/>
                </a:cubicBezTo>
                <a:cubicBezTo>
                  <a:pt x="562304" y="735321"/>
                  <a:pt x="525982" y="701920"/>
                  <a:pt x="496010" y="661661"/>
                </a:cubicBezTo>
                <a:lnTo>
                  <a:pt x="493851" y="658994"/>
                </a:lnTo>
                <a:lnTo>
                  <a:pt x="496518" y="672837"/>
                </a:lnTo>
                <a:cubicBezTo>
                  <a:pt x="528141" y="745227"/>
                  <a:pt x="623264" y="846065"/>
                  <a:pt x="684732" y="882006"/>
                </a:cubicBezTo>
                <a:lnTo>
                  <a:pt x="686764" y="883149"/>
                </a:lnTo>
                <a:cubicBezTo>
                  <a:pt x="700353" y="891277"/>
                  <a:pt x="704290" y="903215"/>
                  <a:pt x="697940" y="914391"/>
                </a:cubicBezTo>
                <a:cubicBezTo>
                  <a:pt x="691590" y="925567"/>
                  <a:pt x="678763" y="929123"/>
                  <a:pt x="666444" y="921249"/>
                </a:cubicBezTo>
                <a:lnTo>
                  <a:pt x="611707" y="883403"/>
                </a:lnTo>
                <a:cubicBezTo>
                  <a:pt x="577544" y="856098"/>
                  <a:pt x="500201" y="772405"/>
                  <a:pt x="478357" y="734559"/>
                </a:cubicBezTo>
                <a:lnTo>
                  <a:pt x="476325" y="731384"/>
                </a:lnTo>
                <a:cubicBezTo>
                  <a:pt x="474166" y="742306"/>
                  <a:pt x="474420" y="754498"/>
                  <a:pt x="474039" y="766817"/>
                </a:cubicBezTo>
                <a:cubicBezTo>
                  <a:pt x="472769" y="811394"/>
                  <a:pt x="463752" y="854320"/>
                  <a:pt x="447623" y="895849"/>
                </a:cubicBezTo>
                <a:cubicBezTo>
                  <a:pt x="442670" y="908549"/>
                  <a:pt x="430478" y="913883"/>
                  <a:pt x="418921" y="909311"/>
                </a:cubicBezTo>
                <a:cubicBezTo>
                  <a:pt x="407872" y="904866"/>
                  <a:pt x="403046" y="893055"/>
                  <a:pt x="407237" y="880482"/>
                </a:cubicBezTo>
                <a:lnTo>
                  <a:pt x="410031" y="872862"/>
                </a:lnTo>
                <a:cubicBezTo>
                  <a:pt x="412571" y="865242"/>
                  <a:pt x="413714" y="861432"/>
                  <a:pt x="415746" y="855209"/>
                </a:cubicBezTo>
                <a:cubicBezTo>
                  <a:pt x="404697" y="869179"/>
                  <a:pt x="359485" y="916804"/>
                  <a:pt x="349833" y="928742"/>
                </a:cubicBezTo>
                <a:lnTo>
                  <a:pt x="337514" y="939283"/>
                </a:lnTo>
                <a:cubicBezTo>
                  <a:pt x="311479" y="934965"/>
                  <a:pt x="305256" y="916423"/>
                  <a:pt x="315797" y="901818"/>
                </a:cubicBezTo>
                <a:cubicBezTo>
                  <a:pt x="329894" y="882514"/>
                  <a:pt x="380186" y="827777"/>
                  <a:pt x="392505" y="807457"/>
                </a:cubicBezTo>
                <a:cubicBezTo>
                  <a:pt x="410158" y="777993"/>
                  <a:pt x="421842" y="745735"/>
                  <a:pt x="425906" y="711699"/>
                </a:cubicBezTo>
                <a:cubicBezTo>
                  <a:pt x="427684" y="696586"/>
                  <a:pt x="422096" y="680584"/>
                  <a:pt x="419556" y="664963"/>
                </a:cubicBezTo>
                <a:lnTo>
                  <a:pt x="417397" y="657851"/>
                </a:lnTo>
                <a:lnTo>
                  <a:pt x="412190" y="657343"/>
                </a:lnTo>
                <a:cubicBezTo>
                  <a:pt x="371931" y="708397"/>
                  <a:pt x="323925" y="745989"/>
                  <a:pt x="266648" y="771389"/>
                </a:cubicBezTo>
                <a:lnTo>
                  <a:pt x="257758" y="776596"/>
                </a:lnTo>
                <a:cubicBezTo>
                  <a:pt x="254583" y="797424"/>
                  <a:pt x="251789" y="811902"/>
                  <a:pt x="248868" y="826253"/>
                </a:cubicBezTo>
                <a:cubicBezTo>
                  <a:pt x="246328" y="838699"/>
                  <a:pt x="234898" y="846192"/>
                  <a:pt x="223214" y="843525"/>
                </a:cubicBezTo>
                <a:cubicBezTo>
                  <a:pt x="212546" y="841112"/>
                  <a:pt x="205688" y="831968"/>
                  <a:pt x="206577" y="820411"/>
                </a:cubicBezTo>
                <a:lnTo>
                  <a:pt x="210260" y="791201"/>
                </a:lnTo>
                <a:cubicBezTo>
                  <a:pt x="204926" y="793106"/>
                  <a:pt x="200100" y="794249"/>
                  <a:pt x="195782" y="796535"/>
                </a:cubicBezTo>
                <a:cubicBezTo>
                  <a:pt x="184225" y="802377"/>
                  <a:pt x="172668" y="799583"/>
                  <a:pt x="164667" y="788407"/>
                </a:cubicBezTo>
                <a:cubicBezTo>
                  <a:pt x="157936" y="779136"/>
                  <a:pt x="159206" y="767960"/>
                  <a:pt x="167715" y="759451"/>
                </a:cubicBezTo>
                <a:lnTo>
                  <a:pt x="172160" y="754879"/>
                </a:lnTo>
                <a:cubicBezTo>
                  <a:pt x="196163" y="712334"/>
                  <a:pt x="224357" y="677282"/>
                  <a:pt x="259028" y="647310"/>
                </a:cubicBezTo>
                <a:lnTo>
                  <a:pt x="261695" y="646167"/>
                </a:lnTo>
                <a:lnTo>
                  <a:pt x="261314" y="643373"/>
                </a:lnTo>
                <a:lnTo>
                  <a:pt x="219023" y="648961"/>
                </a:lnTo>
                <a:cubicBezTo>
                  <a:pt x="167207" y="653914"/>
                  <a:pt x="85292" y="648326"/>
                  <a:pt x="35889" y="631435"/>
                </a:cubicBezTo>
                <a:cubicBezTo>
                  <a:pt x="23189" y="627117"/>
                  <a:pt x="17093" y="615941"/>
                  <a:pt x="20649" y="604511"/>
                </a:cubicBezTo>
                <a:cubicBezTo>
                  <a:pt x="24459" y="592192"/>
                  <a:pt x="36270" y="586350"/>
                  <a:pt x="49859" y="590795"/>
                </a:cubicBezTo>
                <a:cubicBezTo>
                  <a:pt x="90118" y="604130"/>
                  <a:pt x="162508" y="609464"/>
                  <a:pt x="204799" y="606924"/>
                </a:cubicBezTo>
                <a:cubicBezTo>
                  <a:pt x="246201" y="604384"/>
                  <a:pt x="285444" y="593970"/>
                  <a:pt x="322909" y="576190"/>
                </a:cubicBezTo>
                <a:lnTo>
                  <a:pt x="325703" y="574412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84" name="Google Shape;2584;p33"/>
          <p:cNvGrpSpPr/>
          <p:nvPr/>
        </p:nvGrpSpPr>
        <p:grpSpPr>
          <a:xfrm>
            <a:off x="178004" y="7762777"/>
            <a:ext cx="720087" cy="727028"/>
            <a:chOff x="63500" y="63500"/>
            <a:chExt cx="1106805" cy="1117473"/>
          </a:xfrm>
        </p:grpSpPr>
        <p:sp>
          <p:nvSpPr>
            <p:cNvPr id="2585" name="Google Shape;2585;p33"/>
            <p:cNvSpPr/>
            <p:nvPr/>
          </p:nvSpPr>
          <p:spPr>
            <a:xfrm>
              <a:off x="452417" y="519747"/>
              <a:ext cx="530803" cy="322500"/>
            </a:xfrm>
            <a:custGeom>
              <a:rect b="b" l="l" r="r" t="t"/>
              <a:pathLst>
                <a:path extrusionOk="0" h="322500" w="530803">
                  <a:moveTo>
                    <a:pt x="300693" y="277051"/>
                  </a:moveTo>
                  <a:cubicBezTo>
                    <a:pt x="338031" y="274765"/>
                    <a:pt x="374099" y="269558"/>
                    <a:pt x="406738" y="250635"/>
                  </a:cubicBezTo>
                  <a:cubicBezTo>
                    <a:pt x="451950" y="224473"/>
                    <a:pt x="478747" y="185357"/>
                    <a:pt x="487637" y="133922"/>
                  </a:cubicBezTo>
                  <a:lnTo>
                    <a:pt x="488653" y="127064"/>
                  </a:lnTo>
                  <a:cubicBezTo>
                    <a:pt x="491828" y="110046"/>
                    <a:pt x="500845" y="103061"/>
                    <a:pt x="513418" y="104839"/>
                  </a:cubicBezTo>
                  <a:cubicBezTo>
                    <a:pt x="526372" y="106617"/>
                    <a:pt x="532087" y="114999"/>
                    <a:pt x="530563" y="129731"/>
                  </a:cubicBezTo>
                  <a:cubicBezTo>
                    <a:pt x="520657" y="223330"/>
                    <a:pt x="456014" y="297117"/>
                    <a:pt x="363304" y="316167"/>
                  </a:cubicBezTo>
                  <a:cubicBezTo>
                    <a:pt x="285961" y="332169"/>
                    <a:pt x="212555" y="317183"/>
                    <a:pt x="144229" y="278702"/>
                  </a:cubicBezTo>
                  <a:cubicBezTo>
                    <a:pt x="94191" y="250508"/>
                    <a:pt x="51138" y="214186"/>
                    <a:pt x="22817" y="162878"/>
                  </a:cubicBezTo>
                  <a:cubicBezTo>
                    <a:pt x="11768" y="142812"/>
                    <a:pt x="1608" y="121984"/>
                    <a:pt x="211" y="98489"/>
                  </a:cubicBezTo>
                  <a:cubicBezTo>
                    <a:pt x="-1948" y="59881"/>
                    <a:pt x="12403" y="29020"/>
                    <a:pt x="47455" y="10732"/>
                  </a:cubicBezTo>
                  <a:cubicBezTo>
                    <a:pt x="82634" y="-7683"/>
                    <a:pt x="115781" y="-1587"/>
                    <a:pt x="146134" y="22797"/>
                  </a:cubicBezTo>
                  <a:lnTo>
                    <a:pt x="170391" y="44260"/>
                  </a:lnTo>
                  <a:cubicBezTo>
                    <a:pt x="180932" y="55055"/>
                    <a:pt x="179789" y="65469"/>
                    <a:pt x="167978" y="76518"/>
                  </a:cubicBezTo>
                  <a:cubicBezTo>
                    <a:pt x="158072" y="85789"/>
                    <a:pt x="149817" y="85281"/>
                    <a:pt x="139149" y="74359"/>
                  </a:cubicBezTo>
                  <a:lnTo>
                    <a:pt x="120734" y="55055"/>
                  </a:lnTo>
                  <a:cubicBezTo>
                    <a:pt x="104097" y="40577"/>
                    <a:pt x="85301" y="37783"/>
                    <a:pt x="69807" y="46673"/>
                  </a:cubicBezTo>
                  <a:cubicBezTo>
                    <a:pt x="50503" y="57722"/>
                    <a:pt x="41232" y="77407"/>
                    <a:pt x="45042" y="99124"/>
                  </a:cubicBezTo>
                  <a:cubicBezTo>
                    <a:pt x="49487" y="123635"/>
                    <a:pt x="61044" y="144717"/>
                    <a:pt x="77046" y="163132"/>
                  </a:cubicBezTo>
                  <a:cubicBezTo>
                    <a:pt x="119972" y="212789"/>
                    <a:pt x="170391" y="251651"/>
                    <a:pt x="235542" y="267145"/>
                  </a:cubicBezTo>
                  <a:lnTo>
                    <a:pt x="300439" y="27705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6" name="Google Shape;2586;p33"/>
            <p:cNvSpPr/>
            <p:nvPr/>
          </p:nvSpPr>
          <p:spPr>
            <a:xfrm>
              <a:off x="277098" y="401210"/>
              <a:ext cx="478944" cy="315717"/>
            </a:xfrm>
            <a:custGeom>
              <a:rect b="b" l="l" r="r" t="t"/>
              <a:pathLst>
                <a:path extrusionOk="0" h="315717" w="478944">
                  <a:moveTo>
                    <a:pt x="178959" y="42020"/>
                  </a:moveTo>
                  <a:cubicBezTo>
                    <a:pt x="134890" y="42147"/>
                    <a:pt x="93996" y="51418"/>
                    <a:pt x="58817" y="79104"/>
                  </a:cubicBezTo>
                  <a:lnTo>
                    <a:pt x="38370" y="97773"/>
                  </a:lnTo>
                  <a:cubicBezTo>
                    <a:pt x="26813" y="108314"/>
                    <a:pt x="16780" y="108695"/>
                    <a:pt x="7382" y="99297"/>
                  </a:cubicBezTo>
                  <a:cubicBezTo>
                    <a:pt x="-2397" y="89518"/>
                    <a:pt x="-2651" y="79485"/>
                    <a:pt x="7763" y="68182"/>
                  </a:cubicBezTo>
                  <a:cubicBezTo>
                    <a:pt x="43196" y="30082"/>
                    <a:pt x="86757" y="6333"/>
                    <a:pt x="138446" y="1634"/>
                  </a:cubicBezTo>
                  <a:cubicBezTo>
                    <a:pt x="257191" y="-9161"/>
                    <a:pt x="354600" y="33765"/>
                    <a:pt x="431816" y="123554"/>
                  </a:cubicBezTo>
                  <a:cubicBezTo>
                    <a:pt x="452009" y="147049"/>
                    <a:pt x="469281" y="172322"/>
                    <a:pt x="476520" y="203564"/>
                  </a:cubicBezTo>
                  <a:cubicBezTo>
                    <a:pt x="485283" y="241410"/>
                    <a:pt x="469662" y="285352"/>
                    <a:pt x="439690" y="303894"/>
                  </a:cubicBezTo>
                  <a:cubicBezTo>
                    <a:pt x="408702" y="323071"/>
                    <a:pt x="361204" y="318499"/>
                    <a:pt x="331486" y="293226"/>
                  </a:cubicBezTo>
                  <a:lnTo>
                    <a:pt x="310404" y="272652"/>
                  </a:lnTo>
                  <a:cubicBezTo>
                    <a:pt x="299355" y="259444"/>
                    <a:pt x="304308" y="242680"/>
                    <a:pt x="320564" y="236330"/>
                  </a:cubicBezTo>
                  <a:lnTo>
                    <a:pt x="334788" y="236711"/>
                  </a:lnTo>
                  <a:cubicBezTo>
                    <a:pt x="348250" y="249411"/>
                    <a:pt x="355489" y="257539"/>
                    <a:pt x="363998" y="264016"/>
                  </a:cubicBezTo>
                  <a:cubicBezTo>
                    <a:pt x="378349" y="274938"/>
                    <a:pt x="394224" y="278494"/>
                    <a:pt x="411369" y="269985"/>
                  </a:cubicBezTo>
                  <a:cubicBezTo>
                    <a:pt x="428768" y="261349"/>
                    <a:pt x="435245" y="246871"/>
                    <a:pt x="436134" y="228075"/>
                  </a:cubicBezTo>
                  <a:cubicBezTo>
                    <a:pt x="436896" y="212073"/>
                    <a:pt x="433086" y="197595"/>
                    <a:pt x="424577" y="184514"/>
                  </a:cubicBezTo>
                  <a:cubicBezTo>
                    <a:pt x="366538" y="95995"/>
                    <a:pt x="286528" y="45068"/>
                    <a:pt x="179086" y="417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7" name="Google Shape;2587;p33"/>
            <p:cNvSpPr/>
            <p:nvPr/>
          </p:nvSpPr>
          <p:spPr>
            <a:xfrm>
              <a:off x="325981" y="253551"/>
              <a:ext cx="447026" cy="241876"/>
            </a:xfrm>
            <a:custGeom>
              <a:rect b="b" l="l" r="r" t="t"/>
              <a:pathLst>
                <a:path extrusionOk="0" h="241876" w="447026">
                  <a:moveTo>
                    <a:pt x="98072" y="40962"/>
                  </a:moveTo>
                  <a:lnTo>
                    <a:pt x="39652" y="52138"/>
                  </a:lnTo>
                  <a:cubicBezTo>
                    <a:pt x="34953" y="53027"/>
                    <a:pt x="30508" y="54932"/>
                    <a:pt x="25936" y="55948"/>
                  </a:cubicBezTo>
                  <a:cubicBezTo>
                    <a:pt x="13236" y="58615"/>
                    <a:pt x="5743" y="54551"/>
                    <a:pt x="1806" y="43375"/>
                  </a:cubicBezTo>
                  <a:cubicBezTo>
                    <a:pt x="-2385" y="31564"/>
                    <a:pt x="536" y="21277"/>
                    <a:pt x="12474" y="17594"/>
                  </a:cubicBezTo>
                  <a:lnTo>
                    <a:pt x="77117" y="2227"/>
                  </a:lnTo>
                  <a:cubicBezTo>
                    <a:pt x="140236" y="-6663"/>
                    <a:pt x="198021" y="12133"/>
                    <a:pt x="253647" y="39692"/>
                  </a:cubicBezTo>
                  <a:cubicBezTo>
                    <a:pt x="327053" y="76014"/>
                    <a:pt x="390045" y="125036"/>
                    <a:pt x="436019" y="193870"/>
                  </a:cubicBezTo>
                  <a:lnTo>
                    <a:pt x="443766" y="206316"/>
                  </a:lnTo>
                  <a:cubicBezTo>
                    <a:pt x="449735" y="221683"/>
                    <a:pt x="447068" y="229303"/>
                    <a:pt x="439321" y="234764"/>
                  </a:cubicBezTo>
                  <a:lnTo>
                    <a:pt x="423192" y="241876"/>
                  </a:lnTo>
                  <a:cubicBezTo>
                    <a:pt x="410111" y="230954"/>
                    <a:pt x="405412" y="225112"/>
                    <a:pt x="401348" y="219143"/>
                  </a:cubicBezTo>
                  <a:cubicBezTo>
                    <a:pt x="340769" y="129862"/>
                    <a:pt x="256187" y="75379"/>
                    <a:pt x="152809" y="48963"/>
                  </a:cubicBezTo>
                  <a:lnTo>
                    <a:pt x="98072" y="4096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8" name="Google Shape;2588;p33"/>
            <p:cNvSpPr/>
            <p:nvPr/>
          </p:nvSpPr>
          <p:spPr>
            <a:xfrm>
              <a:off x="432969" y="743106"/>
              <a:ext cx="446193" cy="239366"/>
            </a:xfrm>
            <a:custGeom>
              <a:rect b="b" l="l" r="r" t="t"/>
              <a:pathLst>
                <a:path extrusionOk="0" h="239366" w="446193">
                  <a:moveTo>
                    <a:pt x="348081" y="239366"/>
                  </a:moveTo>
                  <a:cubicBezTo>
                    <a:pt x="272389" y="237842"/>
                    <a:pt x="205206" y="214601"/>
                    <a:pt x="143738" y="174342"/>
                  </a:cubicBezTo>
                  <a:cubicBezTo>
                    <a:pt x="90525" y="139544"/>
                    <a:pt x="43281" y="98269"/>
                    <a:pt x="9118" y="43659"/>
                  </a:cubicBezTo>
                  <a:lnTo>
                    <a:pt x="3530" y="34261"/>
                  </a:lnTo>
                  <a:cubicBezTo>
                    <a:pt x="-3074" y="17497"/>
                    <a:pt x="-153" y="8988"/>
                    <a:pt x="10134" y="3400"/>
                  </a:cubicBezTo>
                  <a:cubicBezTo>
                    <a:pt x="20675" y="-2442"/>
                    <a:pt x="29057" y="-918"/>
                    <a:pt x="36804" y="9242"/>
                  </a:cubicBezTo>
                  <a:lnTo>
                    <a:pt x="79349" y="65503"/>
                  </a:lnTo>
                  <a:cubicBezTo>
                    <a:pt x="139928" y="131289"/>
                    <a:pt x="213080" y="176755"/>
                    <a:pt x="301472" y="195170"/>
                  </a:cubicBezTo>
                  <a:cubicBezTo>
                    <a:pt x="330301" y="201139"/>
                    <a:pt x="359003" y="198853"/>
                    <a:pt x="387705" y="193392"/>
                  </a:cubicBezTo>
                  <a:lnTo>
                    <a:pt x="422630" y="188820"/>
                  </a:lnTo>
                  <a:cubicBezTo>
                    <a:pt x="436473" y="188312"/>
                    <a:pt x="444474" y="194281"/>
                    <a:pt x="445871" y="203806"/>
                  </a:cubicBezTo>
                  <a:cubicBezTo>
                    <a:pt x="447649" y="214601"/>
                    <a:pt x="442061" y="224888"/>
                    <a:pt x="429107" y="228190"/>
                  </a:cubicBezTo>
                  <a:lnTo>
                    <a:pt x="374751" y="237588"/>
                  </a:lnTo>
                  <a:cubicBezTo>
                    <a:pt x="365353" y="238985"/>
                    <a:pt x="355701" y="238731"/>
                    <a:pt x="347700" y="23923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9" name="Google Shape;2589;p33"/>
            <p:cNvSpPr/>
            <p:nvPr/>
          </p:nvSpPr>
          <p:spPr>
            <a:xfrm>
              <a:off x="323596" y="590075"/>
              <a:ext cx="131850" cy="329767"/>
            </a:xfrm>
            <a:custGeom>
              <a:rect b="b" l="l" r="r" t="t"/>
              <a:pathLst>
                <a:path extrusionOk="0" h="329767" w="131850">
                  <a:moveTo>
                    <a:pt x="127" y="115156"/>
                  </a:moveTo>
                  <a:cubicBezTo>
                    <a:pt x="4318" y="74643"/>
                    <a:pt x="11938" y="39210"/>
                    <a:pt x="36830" y="10000"/>
                  </a:cubicBezTo>
                  <a:cubicBezTo>
                    <a:pt x="47117" y="-2065"/>
                    <a:pt x="57277" y="-2954"/>
                    <a:pt x="68326" y="5936"/>
                  </a:cubicBezTo>
                  <a:lnTo>
                    <a:pt x="77724" y="19271"/>
                  </a:lnTo>
                  <a:cubicBezTo>
                    <a:pt x="73152" y="30701"/>
                    <a:pt x="71882" y="33368"/>
                    <a:pt x="70104" y="35527"/>
                  </a:cubicBezTo>
                  <a:cubicBezTo>
                    <a:pt x="44958" y="67023"/>
                    <a:pt x="42545" y="102837"/>
                    <a:pt x="50038" y="140556"/>
                  </a:cubicBezTo>
                  <a:cubicBezTo>
                    <a:pt x="60325" y="191737"/>
                    <a:pt x="83820" y="236822"/>
                    <a:pt x="114427" y="278605"/>
                  </a:cubicBezTo>
                  <a:lnTo>
                    <a:pt x="122936" y="288892"/>
                  </a:lnTo>
                  <a:cubicBezTo>
                    <a:pt x="135509" y="306164"/>
                    <a:pt x="134112" y="316451"/>
                    <a:pt x="122936" y="325087"/>
                  </a:cubicBezTo>
                  <a:cubicBezTo>
                    <a:pt x="112776" y="332834"/>
                    <a:pt x="103632" y="330929"/>
                    <a:pt x="94234" y="319626"/>
                  </a:cubicBezTo>
                  <a:cubicBezTo>
                    <a:pt x="56134" y="273906"/>
                    <a:pt x="26289" y="223487"/>
                    <a:pt x="9906" y="166083"/>
                  </a:cubicBezTo>
                  <a:lnTo>
                    <a:pt x="0" y="11515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0" name="Google Shape;2590;p33"/>
            <p:cNvSpPr/>
            <p:nvPr/>
          </p:nvSpPr>
          <p:spPr>
            <a:xfrm>
              <a:off x="747631" y="315829"/>
              <a:ext cx="131971" cy="331109"/>
            </a:xfrm>
            <a:custGeom>
              <a:rect b="b" l="l" r="r" t="t"/>
              <a:pathLst>
                <a:path extrusionOk="0" h="331109" w="131971">
                  <a:moveTo>
                    <a:pt x="131844" y="224556"/>
                  </a:moveTo>
                  <a:cubicBezTo>
                    <a:pt x="133114" y="259862"/>
                    <a:pt x="121557" y="290596"/>
                    <a:pt x="101745" y="318663"/>
                  </a:cubicBezTo>
                  <a:lnTo>
                    <a:pt x="88918" y="331109"/>
                  </a:lnTo>
                  <a:cubicBezTo>
                    <a:pt x="61867" y="324251"/>
                    <a:pt x="56152" y="310281"/>
                    <a:pt x="65931" y="295930"/>
                  </a:cubicBezTo>
                  <a:cubicBezTo>
                    <a:pt x="87648" y="263926"/>
                    <a:pt x="94252" y="228747"/>
                    <a:pt x="86759" y="191155"/>
                  </a:cubicBezTo>
                  <a:cubicBezTo>
                    <a:pt x="79647" y="155595"/>
                    <a:pt x="66566" y="122067"/>
                    <a:pt x="47135" y="91460"/>
                  </a:cubicBezTo>
                  <a:lnTo>
                    <a:pt x="6749" y="37104"/>
                  </a:lnTo>
                  <a:cubicBezTo>
                    <a:pt x="-2014" y="25547"/>
                    <a:pt x="-2395" y="16276"/>
                    <a:pt x="6495" y="7259"/>
                  </a:cubicBezTo>
                  <a:cubicBezTo>
                    <a:pt x="15766" y="-2012"/>
                    <a:pt x="27069" y="-2774"/>
                    <a:pt x="35832" y="7132"/>
                  </a:cubicBezTo>
                  <a:cubicBezTo>
                    <a:pt x="90823" y="69616"/>
                    <a:pt x="129939" y="139212"/>
                    <a:pt x="131971" y="22455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1" name="Google Shape;2591;p33"/>
            <p:cNvSpPr/>
            <p:nvPr/>
          </p:nvSpPr>
          <p:spPr>
            <a:xfrm>
              <a:off x="63500" y="289687"/>
              <a:ext cx="167132" cy="166624"/>
            </a:xfrm>
            <a:custGeom>
              <a:rect b="b" l="l" r="r" t="t"/>
              <a:pathLst>
                <a:path extrusionOk="0" h="166624" w="167132">
                  <a:moveTo>
                    <a:pt x="167132" y="98171"/>
                  </a:moveTo>
                  <a:lnTo>
                    <a:pt x="117856" y="115062"/>
                  </a:lnTo>
                  <a:cubicBezTo>
                    <a:pt x="111760" y="117475"/>
                    <a:pt x="105791" y="121793"/>
                    <a:pt x="101346" y="126746"/>
                  </a:cubicBezTo>
                  <a:lnTo>
                    <a:pt x="68961" y="166624"/>
                  </a:lnTo>
                  <a:cubicBezTo>
                    <a:pt x="64135" y="152908"/>
                    <a:pt x="58928" y="140843"/>
                    <a:pt x="55880" y="128270"/>
                  </a:cubicBezTo>
                  <a:cubicBezTo>
                    <a:pt x="52324" y="113538"/>
                    <a:pt x="44577" y="102743"/>
                    <a:pt x="32258" y="94107"/>
                  </a:cubicBezTo>
                  <a:lnTo>
                    <a:pt x="0" y="68707"/>
                  </a:lnTo>
                  <a:cubicBezTo>
                    <a:pt x="16637" y="63119"/>
                    <a:pt x="31369" y="57658"/>
                    <a:pt x="46355" y="53213"/>
                  </a:cubicBezTo>
                  <a:cubicBezTo>
                    <a:pt x="55372" y="50546"/>
                    <a:pt x="62103" y="45974"/>
                    <a:pt x="67564" y="38481"/>
                  </a:cubicBezTo>
                  <a:lnTo>
                    <a:pt x="98171" y="0"/>
                  </a:lnTo>
                  <a:cubicBezTo>
                    <a:pt x="103759" y="16383"/>
                    <a:pt x="109474" y="31242"/>
                    <a:pt x="113792" y="46355"/>
                  </a:cubicBezTo>
                  <a:cubicBezTo>
                    <a:pt x="116459" y="55753"/>
                    <a:pt x="121666" y="62484"/>
                    <a:pt x="129413" y="68199"/>
                  </a:cubicBezTo>
                  <a:lnTo>
                    <a:pt x="167132" y="9817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2" name="Google Shape;2592;p33"/>
            <p:cNvSpPr/>
            <p:nvPr/>
          </p:nvSpPr>
          <p:spPr>
            <a:xfrm>
              <a:off x="551434" y="1033653"/>
              <a:ext cx="146939" cy="147320"/>
            </a:xfrm>
            <a:custGeom>
              <a:rect b="b" l="l" r="r" t="t"/>
              <a:pathLst>
                <a:path extrusionOk="0" h="147320" w="146939">
                  <a:moveTo>
                    <a:pt x="60452" y="147320"/>
                  </a:moveTo>
                  <a:lnTo>
                    <a:pt x="46990" y="107188"/>
                  </a:lnTo>
                  <a:cubicBezTo>
                    <a:pt x="44450" y="98933"/>
                    <a:pt x="40386" y="92583"/>
                    <a:pt x="33401" y="87376"/>
                  </a:cubicBezTo>
                  <a:lnTo>
                    <a:pt x="0" y="60706"/>
                  </a:lnTo>
                  <a:cubicBezTo>
                    <a:pt x="15875" y="55245"/>
                    <a:pt x="30226" y="50673"/>
                    <a:pt x="44323" y="45212"/>
                  </a:cubicBezTo>
                  <a:lnTo>
                    <a:pt x="53721" y="40132"/>
                  </a:lnTo>
                  <a:cubicBezTo>
                    <a:pt x="66802" y="25019"/>
                    <a:pt x="75819" y="13208"/>
                    <a:pt x="86360" y="0"/>
                  </a:cubicBezTo>
                  <a:lnTo>
                    <a:pt x="101346" y="43180"/>
                  </a:lnTo>
                  <a:cubicBezTo>
                    <a:pt x="103378" y="48514"/>
                    <a:pt x="106934" y="53721"/>
                    <a:pt x="111252" y="57531"/>
                  </a:cubicBezTo>
                  <a:lnTo>
                    <a:pt x="146939" y="86487"/>
                  </a:lnTo>
                  <a:cubicBezTo>
                    <a:pt x="130683" y="92075"/>
                    <a:pt x="115951" y="96901"/>
                    <a:pt x="101346" y="102235"/>
                  </a:cubicBezTo>
                  <a:lnTo>
                    <a:pt x="93472" y="106426"/>
                  </a:lnTo>
                  <a:cubicBezTo>
                    <a:pt x="80772" y="121412"/>
                    <a:pt x="71247" y="133604"/>
                    <a:pt x="60325" y="1470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3" name="Google Shape;2593;p33"/>
            <p:cNvSpPr/>
            <p:nvPr/>
          </p:nvSpPr>
          <p:spPr>
            <a:xfrm>
              <a:off x="922147" y="305181"/>
              <a:ext cx="122174" cy="121793"/>
            </a:xfrm>
            <a:custGeom>
              <a:rect b="b" l="l" r="r" t="t"/>
              <a:pathLst>
                <a:path extrusionOk="0" h="121793" w="122174">
                  <a:moveTo>
                    <a:pt x="71882" y="0"/>
                  </a:moveTo>
                  <a:cubicBezTo>
                    <a:pt x="77343" y="32258"/>
                    <a:pt x="94361" y="55118"/>
                    <a:pt x="122174" y="71628"/>
                  </a:cubicBezTo>
                  <a:cubicBezTo>
                    <a:pt x="89916" y="77216"/>
                    <a:pt x="66548" y="93345"/>
                    <a:pt x="50546" y="121793"/>
                  </a:cubicBezTo>
                  <a:cubicBezTo>
                    <a:pt x="44704" y="89408"/>
                    <a:pt x="28448" y="66167"/>
                    <a:pt x="0" y="50038"/>
                  </a:cubicBezTo>
                  <a:cubicBezTo>
                    <a:pt x="31877" y="44069"/>
                    <a:pt x="55499" y="28448"/>
                    <a:pt x="7200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4" name="Google Shape;2594;p33"/>
            <p:cNvSpPr/>
            <p:nvPr/>
          </p:nvSpPr>
          <p:spPr>
            <a:xfrm>
              <a:off x="1059053" y="717042"/>
              <a:ext cx="111252" cy="108712"/>
            </a:xfrm>
            <a:custGeom>
              <a:rect b="b" l="l" r="r" t="t"/>
              <a:pathLst>
                <a:path extrusionOk="0" h="108712" w="111252">
                  <a:moveTo>
                    <a:pt x="111125" y="46482"/>
                  </a:moveTo>
                  <a:lnTo>
                    <a:pt x="85598" y="66802"/>
                  </a:lnTo>
                  <a:cubicBezTo>
                    <a:pt x="83185" y="68961"/>
                    <a:pt x="81280" y="73025"/>
                    <a:pt x="81280" y="76200"/>
                  </a:cubicBezTo>
                  <a:lnTo>
                    <a:pt x="82550" y="108712"/>
                  </a:lnTo>
                  <a:cubicBezTo>
                    <a:pt x="75184" y="103886"/>
                    <a:pt x="68326" y="100457"/>
                    <a:pt x="62992" y="95631"/>
                  </a:cubicBezTo>
                  <a:cubicBezTo>
                    <a:pt x="54483" y="88011"/>
                    <a:pt x="46101" y="87503"/>
                    <a:pt x="36195" y="92710"/>
                  </a:cubicBezTo>
                  <a:lnTo>
                    <a:pt x="22987" y="98044"/>
                  </a:lnTo>
                  <a:cubicBezTo>
                    <a:pt x="17653" y="89789"/>
                    <a:pt x="20955" y="80645"/>
                    <a:pt x="22733" y="71120"/>
                  </a:cubicBezTo>
                  <a:lnTo>
                    <a:pt x="22352" y="61849"/>
                  </a:lnTo>
                  <a:cubicBezTo>
                    <a:pt x="14732" y="50419"/>
                    <a:pt x="8128" y="43180"/>
                    <a:pt x="0" y="33020"/>
                  </a:cubicBezTo>
                  <a:lnTo>
                    <a:pt x="31877" y="32766"/>
                  </a:lnTo>
                  <a:cubicBezTo>
                    <a:pt x="35814" y="32385"/>
                    <a:pt x="40640" y="29591"/>
                    <a:pt x="43180" y="26416"/>
                  </a:cubicBezTo>
                  <a:lnTo>
                    <a:pt x="60579" y="0"/>
                  </a:lnTo>
                  <a:cubicBezTo>
                    <a:pt x="64643" y="11176"/>
                    <a:pt x="68326" y="20066"/>
                    <a:pt x="71120" y="29337"/>
                  </a:cubicBezTo>
                  <a:lnTo>
                    <a:pt x="76073" y="37465"/>
                  </a:lnTo>
                  <a:cubicBezTo>
                    <a:pt x="90805" y="40767"/>
                    <a:pt x="99949" y="43561"/>
                    <a:pt x="111252" y="4660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5" name="Google Shape;2595;p33"/>
            <p:cNvSpPr/>
            <p:nvPr/>
          </p:nvSpPr>
          <p:spPr>
            <a:xfrm>
              <a:off x="174625" y="738378"/>
              <a:ext cx="111125" cy="109093"/>
            </a:xfrm>
            <a:custGeom>
              <a:rect b="b" l="l" r="r" t="t"/>
              <a:pathLst>
                <a:path extrusionOk="0" h="109093" w="111125">
                  <a:moveTo>
                    <a:pt x="60452" y="0"/>
                  </a:moveTo>
                  <a:lnTo>
                    <a:pt x="70358" y="27686"/>
                  </a:lnTo>
                  <a:cubicBezTo>
                    <a:pt x="72263" y="34163"/>
                    <a:pt x="75565" y="37719"/>
                    <a:pt x="82550" y="38989"/>
                  </a:cubicBezTo>
                  <a:lnTo>
                    <a:pt x="111125" y="46609"/>
                  </a:lnTo>
                  <a:cubicBezTo>
                    <a:pt x="101854" y="53848"/>
                    <a:pt x="93726" y="59309"/>
                    <a:pt x="86741" y="65913"/>
                  </a:cubicBezTo>
                  <a:lnTo>
                    <a:pt x="81534" y="73660"/>
                  </a:lnTo>
                  <a:cubicBezTo>
                    <a:pt x="80899" y="87376"/>
                    <a:pt x="81915" y="97155"/>
                    <a:pt x="82550" y="109093"/>
                  </a:cubicBezTo>
                  <a:lnTo>
                    <a:pt x="56134" y="91567"/>
                  </a:lnTo>
                  <a:cubicBezTo>
                    <a:pt x="52832" y="89662"/>
                    <a:pt x="47752" y="89154"/>
                    <a:pt x="44196" y="90297"/>
                  </a:cubicBezTo>
                  <a:lnTo>
                    <a:pt x="14605" y="101346"/>
                  </a:lnTo>
                  <a:cubicBezTo>
                    <a:pt x="17653" y="90170"/>
                    <a:pt x="20955" y="80772"/>
                    <a:pt x="22733" y="71120"/>
                  </a:cubicBezTo>
                  <a:lnTo>
                    <a:pt x="22479" y="61849"/>
                  </a:lnTo>
                  <a:cubicBezTo>
                    <a:pt x="14859" y="50419"/>
                    <a:pt x="8255" y="43180"/>
                    <a:pt x="0" y="33020"/>
                  </a:cubicBezTo>
                  <a:lnTo>
                    <a:pt x="32004" y="32766"/>
                  </a:lnTo>
                  <a:cubicBezTo>
                    <a:pt x="35941" y="32385"/>
                    <a:pt x="40767" y="29718"/>
                    <a:pt x="43180" y="26543"/>
                  </a:cubicBezTo>
                  <a:lnTo>
                    <a:pt x="60452" y="25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6" name="Google Shape;2596;p33"/>
            <p:cNvSpPr/>
            <p:nvPr/>
          </p:nvSpPr>
          <p:spPr>
            <a:xfrm>
              <a:off x="456438" y="63500"/>
              <a:ext cx="108331" cy="109093"/>
            </a:xfrm>
            <a:custGeom>
              <a:rect b="b" l="l" r="r" t="t"/>
              <a:pathLst>
                <a:path extrusionOk="0" h="109093" w="108331">
                  <a:moveTo>
                    <a:pt x="11557" y="101092"/>
                  </a:moveTo>
                  <a:lnTo>
                    <a:pt x="20320" y="70358"/>
                  </a:lnTo>
                  <a:cubicBezTo>
                    <a:pt x="21082" y="66675"/>
                    <a:pt x="19939" y="61595"/>
                    <a:pt x="17780" y="58547"/>
                  </a:cubicBezTo>
                  <a:lnTo>
                    <a:pt x="0" y="32893"/>
                  </a:lnTo>
                  <a:cubicBezTo>
                    <a:pt x="9652" y="32893"/>
                    <a:pt x="19304" y="33528"/>
                    <a:pt x="28702" y="32639"/>
                  </a:cubicBezTo>
                  <a:lnTo>
                    <a:pt x="37973" y="29337"/>
                  </a:lnTo>
                  <a:cubicBezTo>
                    <a:pt x="46736" y="18288"/>
                    <a:pt x="51562" y="9779"/>
                    <a:pt x="57912" y="0"/>
                  </a:cubicBezTo>
                  <a:lnTo>
                    <a:pt x="68834" y="29210"/>
                  </a:lnTo>
                  <a:cubicBezTo>
                    <a:pt x="70612" y="32893"/>
                    <a:pt x="74549" y="36576"/>
                    <a:pt x="78232" y="37973"/>
                  </a:cubicBezTo>
                  <a:lnTo>
                    <a:pt x="108331" y="46355"/>
                  </a:lnTo>
                  <a:cubicBezTo>
                    <a:pt x="99314" y="53467"/>
                    <a:pt x="91948" y="59817"/>
                    <a:pt x="84074" y="65405"/>
                  </a:cubicBezTo>
                  <a:lnTo>
                    <a:pt x="77724" y="72517"/>
                  </a:lnTo>
                  <a:cubicBezTo>
                    <a:pt x="79121" y="87630"/>
                    <a:pt x="79375" y="97155"/>
                    <a:pt x="80010" y="109093"/>
                  </a:cubicBezTo>
                  <a:lnTo>
                    <a:pt x="53848" y="91567"/>
                  </a:lnTo>
                  <a:cubicBezTo>
                    <a:pt x="50292" y="89662"/>
                    <a:pt x="44958" y="89027"/>
                    <a:pt x="41021" y="90170"/>
                  </a:cubicBezTo>
                  <a:lnTo>
                    <a:pt x="11684" y="10109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7" name="Google Shape;2597;p33"/>
            <p:cNvSpPr/>
            <p:nvPr/>
          </p:nvSpPr>
          <p:spPr>
            <a:xfrm>
              <a:off x="901227" y="881375"/>
              <a:ext cx="94960" cy="67696"/>
            </a:xfrm>
            <a:custGeom>
              <a:rect b="b" l="l" r="r" t="t"/>
              <a:pathLst>
                <a:path extrusionOk="0" h="67696" w="94960">
                  <a:moveTo>
                    <a:pt x="23587" y="67696"/>
                  </a:moveTo>
                  <a:cubicBezTo>
                    <a:pt x="11268" y="67442"/>
                    <a:pt x="3267" y="61346"/>
                    <a:pt x="854" y="52456"/>
                  </a:cubicBezTo>
                  <a:cubicBezTo>
                    <a:pt x="-1813" y="43058"/>
                    <a:pt x="1870" y="33279"/>
                    <a:pt x="10506" y="28707"/>
                  </a:cubicBezTo>
                  <a:lnTo>
                    <a:pt x="63338" y="2418"/>
                  </a:lnTo>
                  <a:cubicBezTo>
                    <a:pt x="72863" y="-2154"/>
                    <a:pt x="80356" y="-122"/>
                    <a:pt x="86325" y="7498"/>
                  </a:cubicBezTo>
                  <a:lnTo>
                    <a:pt x="94961" y="25532"/>
                  </a:lnTo>
                  <a:cubicBezTo>
                    <a:pt x="70450" y="51694"/>
                    <a:pt x="45558" y="59949"/>
                    <a:pt x="23587" y="675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33"/>
            <p:cNvSpPr/>
            <p:nvPr/>
          </p:nvSpPr>
          <p:spPr>
            <a:xfrm>
              <a:off x="641537" y="236171"/>
              <a:ext cx="88654" cy="73780"/>
            </a:xfrm>
            <a:custGeom>
              <a:rect b="b" l="l" r="r" t="t"/>
              <a:pathLst>
                <a:path extrusionOk="0" h="73780" w="88654">
                  <a:moveTo>
                    <a:pt x="23943" y="49"/>
                  </a:moveTo>
                  <a:lnTo>
                    <a:pt x="30547" y="1446"/>
                  </a:lnTo>
                  <a:cubicBezTo>
                    <a:pt x="50105" y="14781"/>
                    <a:pt x="66234" y="25449"/>
                    <a:pt x="81347" y="37514"/>
                  </a:cubicBezTo>
                  <a:cubicBezTo>
                    <a:pt x="90745" y="44880"/>
                    <a:pt x="90745" y="58088"/>
                    <a:pt x="83252" y="66597"/>
                  </a:cubicBezTo>
                  <a:cubicBezTo>
                    <a:pt x="75886" y="74979"/>
                    <a:pt x="64329" y="76122"/>
                    <a:pt x="54804" y="69518"/>
                  </a:cubicBezTo>
                  <a:lnTo>
                    <a:pt x="9592" y="37768"/>
                  </a:lnTo>
                  <a:cubicBezTo>
                    <a:pt x="1972" y="32307"/>
                    <a:pt x="-2219" y="25322"/>
                    <a:pt x="1210" y="15543"/>
                  </a:cubicBezTo>
                  <a:cubicBezTo>
                    <a:pt x="4893" y="5002"/>
                    <a:pt x="12005" y="-586"/>
                    <a:pt x="23943" y="4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33"/>
            <p:cNvSpPr/>
            <p:nvPr/>
          </p:nvSpPr>
          <p:spPr>
            <a:xfrm>
              <a:off x="464561" y="919978"/>
              <a:ext cx="45217" cy="45095"/>
            </a:xfrm>
            <a:custGeom>
              <a:rect b="b" l="l" r="r" t="t"/>
              <a:pathLst>
                <a:path extrusionOk="0" h="45095" w="45217">
                  <a:moveTo>
                    <a:pt x="5" y="22870"/>
                  </a:moveTo>
                  <a:cubicBezTo>
                    <a:pt x="-249" y="10551"/>
                    <a:pt x="9657" y="264"/>
                    <a:pt x="21976" y="10"/>
                  </a:cubicBezTo>
                  <a:cubicBezTo>
                    <a:pt x="34803" y="-371"/>
                    <a:pt x="45217" y="9789"/>
                    <a:pt x="45217" y="22616"/>
                  </a:cubicBezTo>
                  <a:cubicBezTo>
                    <a:pt x="45217" y="34808"/>
                    <a:pt x="34930" y="45095"/>
                    <a:pt x="22738" y="45095"/>
                  </a:cubicBezTo>
                  <a:cubicBezTo>
                    <a:pt x="10546" y="45095"/>
                    <a:pt x="259" y="35189"/>
                    <a:pt x="5" y="228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0" name="Google Shape;2600;p33"/>
            <p:cNvSpPr/>
            <p:nvPr/>
          </p:nvSpPr>
          <p:spPr>
            <a:xfrm>
              <a:off x="231892" y="520055"/>
              <a:ext cx="45224" cy="45097"/>
            </a:xfrm>
            <a:custGeom>
              <a:rect b="b" l="l" r="r" t="t"/>
              <a:pathLst>
                <a:path extrusionOk="0" h="45097" w="45224">
                  <a:moveTo>
                    <a:pt x="45222" y="22997"/>
                  </a:moveTo>
                  <a:cubicBezTo>
                    <a:pt x="44968" y="35570"/>
                    <a:pt x="35189" y="45222"/>
                    <a:pt x="22616" y="45095"/>
                  </a:cubicBezTo>
                  <a:cubicBezTo>
                    <a:pt x="9789" y="44968"/>
                    <a:pt x="-371" y="34554"/>
                    <a:pt x="10" y="21727"/>
                  </a:cubicBezTo>
                  <a:cubicBezTo>
                    <a:pt x="391" y="9662"/>
                    <a:pt x="11059" y="-371"/>
                    <a:pt x="23251" y="10"/>
                  </a:cubicBezTo>
                  <a:cubicBezTo>
                    <a:pt x="35697" y="391"/>
                    <a:pt x="45349" y="10551"/>
                    <a:pt x="45222" y="229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1" name="Google Shape;2601;p33"/>
            <p:cNvSpPr/>
            <p:nvPr/>
          </p:nvSpPr>
          <p:spPr>
            <a:xfrm>
              <a:off x="943355" y="559180"/>
              <a:ext cx="44959" cy="45224"/>
            </a:xfrm>
            <a:custGeom>
              <a:rect b="b" l="l" r="r" t="t"/>
              <a:pathLst>
                <a:path extrusionOk="0" h="45224" w="44959">
                  <a:moveTo>
                    <a:pt x="1" y="22099"/>
                  </a:moveTo>
                  <a:cubicBezTo>
                    <a:pt x="128" y="9653"/>
                    <a:pt x="10161" y="-126"/>
                    <a:pt x="22607" y="1"/>
                  </a:cubicBezTo>
                  <a:cubicBezTo>
                    <a:pt x="35053" y="128"/>
                    <a:pt x="44959" y="10034"/>
                    <a:pt x="44959" y="22480"/>
                  </a:cubicBezTo>
                  <a:cubicBezTo>
                    <a:pt x="44959" y="35434"/>
                    <a:pt x="34545" y="45594"/>
                    <a:pt x="21845" y="45213"/>
                  </a:cubicBezTo>
                  <a:cubicBezTo>
                    <a:pt x="9526" y="44832"/>
                    <a:pt x="-126" y="34672"/>
                    <a:pt x="1" y="222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2" name="Google Shape;2602;p33"/>
            <p:cNvSpPr/>
            <p:nvPr/>
          </p:nvSpPr>
          <p:spPr>
            <a:xfrm>
              <a:off x="773684" y="687705"/>
              <a:ext cx="60071" cy="58801"/>
            </a:xfrm>
            <a:custGeom>
              <a:rect b="b" l="l" r="r" t="t"/>
              <a:pathLst>
                <a:path extrusionOk="0" h="58801" w="60071">
                  <a:moveTo>
                    <a:pt x="7366" y="54737"/>
                  </a:moveTo>
                  <a:cubicBezTo>
                    <a:pt x="13589" y="40132"/>
                    <a:pt x="12065" y="28702"/>
                    <a:pt x="0" y="18796"/>
                  </a:cubicBezTo>
                  <a:cubicBezTo>
                    <a:pt x="14224" y="18796"/>
                    <a:pt x="26416" y="16891"/>
                    <a:pt x="30861" y="0"/>
                  </a:cubicBezTo>
                  <a:cubicBezTo>
                    <a:pt x="35052" y="14859"/>
                    <a:pt x="42164" y="24511"/>
                    <a:pt x="60071" y="23622"/>
                  </a:cubicBezTo>
                  <a:lnTo>
                    <a:pt x="46482" y="32893"/>
                  </a:lnTo>
                  <a:cubicBezTo>
                    <a:pt x="41783" y="43180"/>
                    <a:pt x="43688" y="50292"/>
                    <a:pt x="43688" y="58801"/>
                  </a:cubicBezTo>
                  <a:cubicBezTo>
                    <a:pt x="32258" y="49149"/>
                    <a:pt x="20955" y="43815"/>
                    <a:pt x="7366" y="547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3" name="Google Shape;2603;p33"/>
            <p:cNvSpPr/>
            <p:nvPr/>
          </p:nvSpPr>
          <p:spPr>
            <a:xfrm>
              <a:off x="622681" y="843280"/>
              <a:ext cx="37719" cy="37338"/>
            </a:xfrm>
            <a:custGeom>
              <a:rect b="b" l="l" r="r" t="t"/>
              <a:pathLst>
                <a:path extrusionOk="0" h="37338" w="37719">
                  <a:moveTo>
                    <a:pt x="37719" y="18669"/>
                  </a:moveTo>
                  <a:cubicBezTo>
                    <a:pt x="37719" y="28956"/>
                    <a:pt x="29210" y="37338"/>
                    <a:pt x="18796" y="37338"/>
                  </a:cubicBezTo>
                  <a:cubicBezTo>
                    <a:pt x="8255" y="37338"/>
                    <a:pt x="0" y="29083"/>
                    <a:pt x="0" y="18669"/>
                  </a:cubicBezTo>
                  <a:cubicBezTo>
                    <a:pt x="0" y="8255"/>
                    <a:pt x="8255" y="0"/>
                    <a:pt x="18796" y="0"/>
                  </a:cubicBezTo>
                  <a:cubicBezTo>
                    <a:pt x="29337" y="0"/>
                    <a:pt x="37719" y="8509"/>
                    <a:pt x="37719" y="186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4" name="Google Shape;2604;p33"/>
            <p:cNvSpPr/>
            <p:nvPr/>
          </p:nvSpPr>
          <p:spPr>
            <a:xfrm>
              <a:off x="449453" y="334264"/>
              <a:ext cx="42291" cy="42164"/>
            </a:xfrm>
            <a:custGeom>
              <a:rect b="b" l="l" r="r" t="t"/>
              <a:pathLst>
                <a:path extrusionOk="0" h="42164" w="42291">
                  <a:moveTo>
                    <a:pt x="24765" y="127"/>
                  </a:moveTo>
                  <a:lnTo>
                    <a:pt x="42291" y="24638"/>
                  </a:lnTo>
                  <a:cubicBezTo>
                    <a:pt x="34290" y="30226"/>
                    <a:pt x="25273" y="36576"/>
                    <a:pt x="17399" y="42164"/>
                  </a:cubicBezTo>
                  <a:lnTo>
                    <a:pt x="0" y="17145"/>
                  </a:lnTo>
                  <a:cubicBezTo>
                    <a:pt x="7620" y="11938"/>
                    <a:pt x="16510" y="5715"/>
                    <a:pt x="2476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05" name="Google Shape;2605;p33"/>
          <p:cNvSpPr/>
          <p:nvPr/>
        </p:nvSpPr>
        <p:spPr>
          <a:xfrm>
            <a:off x="235748" y="1856293"/>
            <a:ext cx="605965" cy="614645"/>
          </a:xfrm>
          <a:custGeom>
            <a:rect b="b" l="l" r="r" t="t"/>
            <a:pathLst>
              <a:path extrusionOk="0" h="945607" w="932254">
                <a:moveTo>
                  <a:pt x="514905" y="852495"/>
                </a:moveTo>
                <a:cubicBezTo>
                  <a:pt x="497125" y="852622"/>
                  <a:pt x="483028" y="866592"/>
                  <a:pt x="483282" y="883991"/>
                </a:cubicBezTo>
                <a:cubicBezTo>
                  <a:pt x="483536" y="901390"/>
                  <a:pt x="498268" y="915614"/>
                  <a:pt x="515540" y="915360"/>
                </a:cubicBezTo>
                <a:cubicBezTo>
                  <a:pt x="532177" y="914979"/>
                  <a:pt x="546528" y="900120"/>
                  <a:pt x="546274" y="883483"/>
                </a:cubicBezTo>
                <a:cubicBezTo>
                  <a:pt x="546020" y="866211"/>
                  <a:pt x="532050" y="852495"/>
                  <a:pt x="514905" y="852622"/>
                </a:cubicBezTo>
                <a:moveTo>
                  <a:pt x="129714" y="852622"/>
                </a:moveTo>
                <a:cubicBezTo>
                  <a:pt x="111934" y="852622"/>
                  <a:pt x="97583" y="866465"/>
                  <a:pt x="97456" y="883737"/>
                </a:cubicBezTo>
                <a:cubicBezTo>
                  <a:pt x="97456" y="900501"/>
                  <a:pt x="112696" y="915614"/>
                  <a:pt x="129587" y="915487"/>
                </a:cubicBezTo>
                <a:cubicBezTo>
                  <a:pt x="146732" y="915360"/>
                  <a:pt x="160321" y="901390"/>
                  <a:pt x="160321" y="883864"/>
                </a:cubicBezTo>
                <a:cubicBezTo>
                  <a:pt x="160321" y="866084"/>
                  <a:pt x="147113" y="852622"/>
                  <a:pt x="129714" y="852622"/>
                </a:cubicBezTo>
                <a:moveTo>
                  <a:pt x="112188" y="562173"/>
                </a:moveTo>
                <a:cubicBezTo>
                  <a:pt x="112315" y="544901"/>
                  <a:pt x="98599" y="530931"/>
                  <a:pt x="81327" y="530677"/>
                </a:cubicBezTo>
                <a:cubicBezTo>
                  <a:pt x="64436" y="530423"/>
                  <a:pt x="49450" y="545282"/>
                  <a:pt x="49323" y="562427"/>
                </a:cubicBezTo>
                <a:cubicBezTo>
                  <a:pt x="49196" y="579191"/>
                  <a:pt x="63547" y="593288"/>
                  <a:pt x="80692" y="593415"/>
                </a:cubicBezTo>
                <a:cubicBezTo>
                  <a:pt x="98853" y="593542"/>
                  <a:pt x="112061" y="580334"/>
                  <a:pt x="112188" y="562046"/>
                </a:cubicBezTo>
                <a:moveTo>
                  <a:pt x="787066" y="95448"/>
                </a:moveTo>
                <a:cubicBezTo>
                  <a:pt x="805354" y="95448"/>
                  <a:pt x="818943" y="82367"/>
                  <a:pt x="819070" y="64460"/>
                </a:cubicBezTo>
                <a:cubicBezTo>
                  <a:pt x="819070" y="47315"/>
                  <a:pt x="805354" y="32837"/>
                  <a:pt x="788463" y="32583"/>
                </a:cubicBezTo>
                <a:cubicBezTo>
                  <a:pt x="771318" y="32329"/>
                  <a:pt x="756332" y="46934"/>
                  <a:pt x="756205" y="64079"/>
                </a:cubicBezTo>
                <a:cubicBezTo>
                  <a:pt x="756078" y="81224"/>
                  <a:pt x="770048" y="95448"/>
                  <a:pt x="787066" y="95448"/>
                </a:cubicBezTo>
                <a:moveTo>
                  <a:pt x="386254" y="95448"/>
                </a:moveTo>
                <a:cubicBezTo>
                  <a:pt x="403653" y="95448"/>
                  <a:pt x="417369" y="81986"/>
                  <a:pt x="417496" y="64714"/>
                </a:cubicBezTo>
                <a:cubicBezTo>
                  <a:pt x="417623" y="47061"/>
                  <a:pt x="403526" y="32710"/>
                  <a:pt x="386254" y="32710"/>
                </a:cubicBezTo>
                <a:cubicBezTo>
                  <a:pt x="369490" y="32710"/>
                  <a:pt x="355012" y="47061"/>
                  <a:pt x="354758" y="63825"/>
                </a:cubicBezTo>
                <a:cubicBezTo>
                  <a:pt x="354504" y="81351"/>
                  <a:pt x="368474" y="95448"/>
                  <a:pt x="386254" y="95448"/>
                </a:cubicBezTo>
                <a:moveTo>
                  <a:pt x="321865" y="691586"/>
                </a:moveTo>
                <a:cubicBezTo>
                  <a:pt x="304593" y="691713"/>
                  <a:pt x="289734" y="706699"/>
                  <a:pt x="290242" y="723590"/>
                </a:cubicBezTo>
                <a:cubicBezTo>
                  <a:pt x="290750" y="740481"/>
                  <a:pt x="305228" y="754578"/>
                  <a:pt x="321992" y="754451"/>
                </a:cubicBezTo>
                <a:cubicBezTo>
                  <a:pt x="339772" y="754324"/>
                  <a:pt x="353361" y="740354"/>
                  <a:pt x="353107" y="722574"/>
                </a:cubicBezTo>
                <a:cubicBezTo>
                  <a:pt x="352853" y="705302"/>
                  <a:pt x="338883" y="691459"/>
                  <a:pt x="321865" y="691713"/>
                </a:cubicBezTo>
                <a:moveTo>
                  <a:pt x="594026" y="545282"/>
                </a:moveTo>
                <a:cubicBezTo>
                  <a:pt x="612314" y="545409"/>
                  <a:pt x="626284" y="532201"/>
                  <a:pt x="626538" y="514675"/>
                </a:cubicBezTo>
                <a:cubicBezTo>
                  <a:pt x="626792" y="497530"/>
                  <a:pt x="612314" y="482671"/>
                  <a:pt x="595169" y="482544"/>
                </a:cubicBezTo>
                <a:cubicBezTo>
                  <a:pt x="578278" y="482290"/>
                  <a:pt x="563927" y="496514"/>
                  <a:pt x="563800" y="513532"/>
                </a:cubicBezTo>
                <a:cubicBezTo>
                  <a:pt x="563546" y="531185"/>
                  <a:pt x="576881" y="545155"/>
                  <a:pt x="594026" y="545282"/>
                </a:cubicBezTo>
                <a:moveTo>
                  <a:pt x="321992" y="402661"/>
                </a:moveTo>
                <a:cubicBezTo>
                  <a:pt x="295068" y="402407"/>
                  <a:pt x="275129" y="421965"/>
                  <a:pt x="274748" y="448635"/>
                </a:cubicBezTo>
                <a:cubicBezTo>
                  <a:pt x="274494" y="476829"/>
                  <a:pt x="293671" y="496768"/>
                  <a:pt x="321484" y="497022"/>
                </a:cubicBezTo>
                <a:cubicBezTo>
                  <a:pt x="348281" y="497276"/>
                  <a:pt x="369109" y="477464"/>
                  <a:pt x="369363" y="451429"/>
                </a:cubicBezTo>
                <a:cubicBezTo>
                  <a:pt x="369617" y="422854"/>
                  <a:pt x="350186" y="402788"/>
                  <a:pt x="321992" y="402534"/>
                </a:cubicBezTo>
                <a:moveTo>
                  <a:pt x="804465" y="674822"/>
                </a:moveTo>
                <a:cubicBezTo>
                  <a:pt x="804338" y="701238"/>
                  <a:pt x="825293" y="722320"/>
                  <a:pt x="851836" y="722574"/>
                </a:cubicBezTo>
                <a:cubicBezTo>
                  <a:pt x="878379" y="722828"/>
                  <a:pt x="899080" y="702254"/>
                  <a:pt x="899588" y="675203"/>
                </a:cubicBezTo>
                <a:cubicBezTo>
                  <a:pt x="900096" y="648914"/>
                  <a:pt x="879141" y="627324"/>
                  <a:pt x="852725" y="626943"/>
                </a:cubicBezTo>
                <a:cubicBezTo>
                  <a:pt x="825928" y="626562"/>
                  <a:pt x="804592" y="647771"/>
                  <a:pt x="804592" y="674822"/>
                </a:cubicBezTo>
                <a:moveTo>
                  <a:pt x="80819" y="240101"/>
                </a:moveTo>
                <a:cubicBezTo>
                  <a:pt x="108251" y="240101"/>
                  <a:pt x="128571" y="219781"/>
                  <a:pt x="128571" y="192222"/>
                </a:cubicBezTo>
                <a:cubicBezTo>
                  <a:pt x="128571" y="166060"/>
                  <a:pt x="107997" y="145486"/>
                  <a:pt x="81581" y="145486"/>
                </a:cubicBezTo>
                <a:cubicBezTo>
                  <a:pt x="53895" y="145359"/>
                  <a:pt x="33702" y="165171"/>
                  <a:pt x="33448" y="192857"/>
                </a:cubicBezTo>
                <a:cubicBezTo>
                  <a:pt x="33194" y="219527"/>
                  <a:pt x="53768" y="240101"/>
                  <a:pt x="80819" y="240101"/>
                </a:cubicBezTo>
                <a:moveTo>
                  <a:pt x="547290" y="224734"/>
                </a:moveTo>
                <a:cubicBezTo>
                  <a:pt x="547163" y="251150"/>
                  <a:pt x="568245" y="272613"/>
                  <a:pt x="594534" y="272613"/>
                </a:cubicBezTo>
                <a:cubicBezTo>
                  <a:pt x="621204" y="272740"/>
                  <a:pt x="643048" y="251023"/>
                  <a:pt x="642794" y="224480"/>
                </a:cubicBezTo>
                <a:cubicBezTo>
                  <a:pt x="642540" y="198572"/>
                  <a:pt x="621585" y="177363"/>
                  <a:pt x="595804" y="176982"/>
                </a:cubicBezTo>
                <a:cubicBezTo>
                  <a:pt x="569134" y="176601"/>
                  <a:pt x="547417" y="197937"/>
                  <a:pt x="547290" y="224607"/>
                </a:cubicBezTo>
                <a:moveTo>
                  <a:pt x="279574" y="772231"/>
                </a:moveTo>
                <a:lnTo>
                  <a:pt x="189785" y="849701"/>
                </a:lnTo>
                <a:cubicBezTo>
                  <a:pt x="188134" y="851098"/>
                  <a:pt x="188261" y="856178"/>
                  <a:pt x="189277" y="858972"/>
                </a:cubicBezTo>
                <a:cubicBezTo>
                  <a:pt x="201469" y="890468"/>
                  <a:pt x="189150" y="924631"/>
                  <a:pt x="160194" y="941014"/>
                </a:cubicBezTo>
                <a:cubicBezTo>
                  <a:pt x="148510" y="947618"/>
                  <a:pt x="136191" y="945078"/>
                  <a:pt x="124126" y="945332"/>
                </a:cubicBezTo>
                <a:cubicBezTo>
                  <a:pt x="95678" y="945713"/>
                  <a:pt x="71802" y="926536"/>
                  <a:pt x="66087" y="898850"/>
                </a:cubicBezTo>
                <a:cubicBezTo>
                  <a:pt x="60753" y="873196"/>
                  <a:pt x="67738" y="850971"/>
                  <a:pt x="88058" y="834207"/>
                </a:cubicBezTo>
                <a:cubicBezTo>
                  <a:pt x="109013" y="816935"/>
                  <a:pt x="132508" y="814776"/>
                  <a:pt x="157273" y="825444"/>
                </a:cubicBezTo>
                <a:lnTo>
                  <a:pt x="160575" y="827095"/>
                </a:lnTo>
                <a:cubicBezTo>
                  <a:pt x="179117" y="814522"/>
                  <a:pt x="195500" y="800679"/>
                  <a:pt x="211756" y="786709"/>
                </a:cubicBezTo>
                <a:lnTo>
                  <a:pt x="255317" y="749371"/>
                </a:lnTo>
                <a:cubicBezTo>
                  <a:pt x="259381" y="745942"/>
                  <a:pt x="260016" y="743021"/>
                  <a:pt x="258873" y="737687"/>
                </a:cubicBezTo>
                <a:cubicBezTo>
                  <a:pt x="252015" y="705556"/>
                  <a:pt x="268144" y="675838"/>
                  <a:pt x="298497" y="662630"/>
                </a:cubicBezTo>
                <a:lnTo>
                  <a:pt x="304847" y="657931"/>
                </a:lnTo>
                <a:cubicBezTo>
                  <a:pt x="305228" y="613862"/>
                  <a:pt x="305101" y="572206"/>
                  <a:pt x="305101" y="531439"/>
                </a:cubicBezTo>
                <a:lnTo>
                  <a:pt x="273732" y="515056"/>
                </a:lnTo>
                <a:cubicBezTo>
                  <a:pt x="264588" y="508198"/>
                  <a:pt x="257476" y="498673"/>
                  <a:pt x="248713" y="489529"/>
                </a:cubicBezTo>
                <a:lnTo>
                  <a:pt x="157146" y="535376"/>
                </a:lnTo>
                <a:cubicBezTo>
                  <a:pt x="154352" y="536773"/>
                  <a:pt x="151812" y="538551"/>
                  <a:pt x="148891" y="539440"/>
                </a:cubicBezTo>
                <a:lnTo>
                  <a:pt x="143176" y="543631"/>
                </a:lnTo>
                <a:cubicBezTo>
                  <a:pt x="151558" y="584398"/>
                  <a:pt x="130857" y="617037"/>
                  <a:pt x="95424" y="625673"/>
                </a:cubicBezTo>
                <a:cubicBezTo>
                  <a:pt x="61769" y="633928"/>
                  <a:pt x="26082" y="612084"/>
                  <a:pt x="17954" y="578175"/>
                </a:cubicBezTo>
                <a:cubicBezTo>
                  <a:pt x="9572" y="542742"/>
                  <a:pt x="32051" y="506547"/>
                  <a:pt x="66976" y="499181"/>
                </a:cubicBezTo>
                <a:cubicBezTo>
                  <a:pt x="86280" y="495117"/>
                  <a:pt x="103425" y="499435"/>
                  <a:pt x="119554" y="510230"/>
                </a:cubicBezTo>
                <a:lnTo>
                  <a:pt x="127047" y="512516"/>
                </a:lnTo>
                <a:cubicBezTo>
                  <a:pt x="165020" y="493974"/>
                  <a:pt x="200072" y="476067"/>
                  <a:pt x="235378" y="458668"/>
                </a:cubicBezTo>
                <a:lnTo>
                  <a:pt x="241601" y="454985"/>
                </a:lnTo>
                <a:cubicBezTo>
                  <a:pt x="240585" y="434157"/>
                  <a:pt x="245538" y="419679"/>
                  <a:pt x="254047" y="405201"/>
                </a:cubicBezTo>
                <a:lnTo>
                  <a:pt x="229282" y="377134"/>
                </a:lnTo>
                <a:cubicBezTo>
                  <a:pt x="196516" y="340685"/>
                  <a:pt x="163623" y="304236"/>
                  <a:pt x="131111" y="267660"/>
                </a:cubicBezTo>
                <a:lnTo>
                  <a:pt x="123364" y="262453"/>
                </a:lnTo>
                <a:cubicBezTo>
                  <a:pt x="87423" y="278836"/>
                  <a:pt x="58467" y="277058"/>
                  <a:pt x="31797" y="257246"/>
                </a:cubicBezTo>
                <a:cubicBezTo>
                  <a:pt x="5127" y="237434"/>
                  <a:pt x="-4017" y="209494"/>
                  <a:pt x="1571" y="177871"/>
                </a:cubicBezTo>
                <a:cubicBezTo>
                  <a:pt x="7286" y="145486"/>
                  <a:pt x="27352" y="124023"/>
                  <a:pt x="59356" y="114752"/>
                </a:cubicBezTo>
                <a:cubicBezTo>
                  <a:pt x="90217" y="105862"/>
                  <a:pt x="124761" y="117038"/>
                  <a:pt x="144192" y="141676"/>
                </a:cubicBezTo>
                <a:cubicBezTo>
                  <a:pt x="164639" y="167584"/>
                  <a:pt x="167814" y="203398"/>
                  <a:pt x="152193" y="231973"/>
                </a:cubicBezTo>
                <a:lnTo>
                  <a:pt x="150034" y="235656"/>
                </a:lnTo>
                <a:cubicBezTo>
                  <a:pt x="191817" y="285694"/>
                  <a:pt x="234743" y="333319"/>
                  <a:pt x="275256" y="378404"/>
                </a:cubicBezTo>
                <a:cubicBezTo>
                  <a:pt x="292782" y="375102"/>
                  <a:pt x="307895" y="370022"/>
                  <a:pt x="323135" y="369641"/>
                </a:cubicBezTo>
                <a:cubicBezTo>
                  <a:pt x="360854" y="368752"/>
                  <a:pt x="391969" y="394152"/>
                  <a:pt x="400605" y="430982"/>
                </a:cubicBezTo>
                <a:lnTo>
                  <a:pt x="403653" y="437459"/>
                </a:lnTo>
                <a:cubicBezTo>
                  <a:pt x="451278" y="450286"/>
                  <a:pt x="494458" y="462351"/>
                  <a:pt x="537765" y="473908"/>
                </a:cubicBezTo>
                <a:lnTo>
                  <a:pt x="543861" y="472892"/>
                </a:lnTo>
                <a:cubicBezTo>
                  <a:pt x="555291" y="465526"/>
                  <a:pt x="564054" y="459557"/>
                  <a:pt x="572690" y="453207"/>
                </a:cubicBezTo>
                <a:lnTo>
                  <a:pt x="578151" y="448127"/>
                </a:lnTo>
                <a:cubicBezTo>
                  <a:pt x="578532" y="400502"/>
                  <a:pt x="578532" y="355417"/>
                  <a:pt x="578151" y="310332"/>
                </a:cubicBezTo>
                <a:lnTo>
                  <a:pt x="574849" y="303728"/>
                </a:lnTo>
                <a:cubicBezTo>
                  <a:pt x="535606" y="293187"/>
                  <a:pt x="507031" y="253944"/>
                  <a:pt x="515540" y="210637"/>
                </a:cubicBezTo>
                <a:lnTo>
                  <a:pt x="515286" y="201112"/>
                </a:lnTo>
                <a:cubicBezTo>
                  <a:pt x="495474" y="184729"/>
                  <a:pt x="480615" y="171902"/>
                  <a:pt x="465629" y="158948"/>
                </a:cubicBezTo>
                <a:lnTo>
                  <a:pt x="420163" y="119959"/>
                </a:lnTo>
                <a:cubicBezTo>
                  <a:pt x="402383" y="129484"/>
                  <a:pt x="383841" y="132151"/>
                  <a:pt x="364410" y="125293"/>
                </a:cubicBezTo>
                <a:cubicBezTo>
                  <a:pt x="349932" y="120086"/>
                  <a:pt x="338756" y="110815"/>
                  <a:pt x="330755" y="97861"/>
                </a:cubicBezTo>
                <a:cubicBezTo>
                  <a:pt x="315134" y="72842"/>
                  <a:pt x="319452" y="40965"/>
                  <a:pt x="339899" y="18740"/>
                </a:cubicBezTo>
                <a:cubicBezTo>
                  <a:pt x="359457" y="-2469"/>
                  <a:pt x="399208" y="-3993"/>
                  <a:pt x="419401" y="8580"/>
                </a:cubicBezTo>
                <a:cubicBezTo>
                  <a:pt x="448865" y="26868"/>
                  <a:pt x="457247" y="55697"/>
                  <a:pt x="443785" y="96210"/>
                </a:cubicBezTo>
                <a:lnTo>
                  <a:pt x="532812" y="172537"/>
                </a:lnTo>
                <a:cubicBezTo>
                  <a:pt x="548179" y="155265"/>
                  <a:pt x="567229" y="145486"/>
                  <a:pt x="589835" y="144216"/>
                </a:cubicBezTo>
                <a:cubicBezTo>
                  <a:pt x="612187" y="142946"/>
                  <a:pt x="632380" y="149677"/>
                  <a:pt x="649906" y="165044"/>
                </a:cubicBezTo>
                <a:lnTo>
                  <a:pt x="715311" y="109545"/>
                </a:lnTo>
                <a:cubicBezTo>
                  <a:pt x="725852" y="101163"/>
                  <a:pt x="729916" y="94686"/>
                  <a:pt x="725344" y="79700"/>
                </a:cubicBezTo>
                <a:cubicBezTo>
                  <a:pt x="715692" y="48077"/>
                  <a:pt x="733218" y="15184"/>
                  <a:pt x="764079" y="4389"/>
                </a:cubicBezTo>
                <a:cubicBezTo>
                  <a:pt x="788336" y="-4120"/>
                  <a:pt x="814752" y="-691"/>
                  <a:pt x="833421" y="18486"/>
                </a:cubicBezTo>
                <a:cubicBezTo>
                  <a:pt x="852090" y="37663"/>
                  <a:pt x="857678" y="64968"/>
                  <a:pt x="847391" y="89225"/>
                </a:cubicBezTo>
                <a:cubicBezTo>
                  <a:pt x="837104" y="113482"/>
                  <a:pt x="813863" y="129738"/>
                  <a:pt x="788209" y="128722"/>
                </a:cubicBezTo>
                <a:lnTo>
                  <a:pt x="758745" y="122626"/>
                </a:lnTo>
                <a:cubicBezTo>
                  <a:pt x="755951" y="122118"/>
                  <a:pt x="751887" y="121991"/>
                  <a:pt x="749982" y="123515"/>
                </a:cubicBezTo>
                <a:lnTo>
                  <a:pt x="669337" y="192222"/>
                </a:lnTo>
                <a:cubicBezTo>
                  <a:pt x="677973" y="215717"/>
                  <a:pt x="678481" y="239212"/>
                  <a:pt x="667051" y="261818"/>
                </a:cubicBezTo>
                <a:cubicBezTo>
                  <a:pt x="655621" y="284678"/>
                  <a:pt x="636444" y="298267"/>
                  <a:pt x="611552" y="304617"/>
                </a:cubicBezTo>
                <a:lnTo>
                  <a:pt x="611298" y="426156"/>
                </a:lnTo>
                <a:cubicBezTo>
                  <a:pt x="611044" y="441396"/>
                  <a:pt x="611806" y="452318"/>
                  <a:pt x="629078" y="460319"/>
                </a:cubicBezTo>
                <a:cubicBezTo>
                  <a:pt x="649906" y="469844"/>
                  <a:pt x="658669" y="490545"/>
                  <a:pt x="659685" y="513659"/>
                </a:cubicBezTo>
                <a:lnTo>
                  <a:pt x="661082" y="521406"/>
                </a:lnTo>
                <a:cubicBezTo>
                  <a:pt x="710485" y="551378"/>
                  <a:pt x="757729" y="579699"/>
                  <a:pt x="804719" y="607893"/>
                </a:cubicBezTo>
                <a:cubicBezTo>
                  <a:pt x="845613" y="582239"/>
                  <a:pt x="891206" y="593796"/>
                  <a:pt x="915463" y="624657"/>
                </a:cubicBezTo>
                <a:cubicBezTo>
                  <a:pt x="939085" y="654629"/>
                  <a:pt x="937561" y="700984"/>
                  <a:pt x="912288" y="728670"/>
                </a:cubicBezTo>
                <a:cubicBezTo>
                  <a:pt x="884348" y="759277"/>
                  <a:pt x="840152" y="764865"/>
                  <a:pt x="805735" y="741878"/>
                </a:cubicBezTo>
                <a:cubicBezTo>
                  <a:pt x="775890" y="721939"/>
                  <a:pt x="757729" y="678251"/>
                  <a:pt x="781478" y="632912"/>
                </a:cubicBezTo>
                <a:lnTo>
                  <a:pt x="648001" y="552648"/>
                </a:lnTo>
                <a:cubicBezTo>
                  <a:pt x="626665" y="576905"/>
                  <a:pt x="600757" y="586430"/>
                  <a:pt x="570277" y="573857"/>
                </a:cubicBezTo>
                <a:cubicBezTo>
                  <a:pt x="541448" y="561919"/>
                  <a:pt x="529256" y="538297"/>
                  <a:pt x="530018" y="506674"/>
                </a:cubicBezTo>
                <a:lnTo>
                  <a:pt x="403399" y="472003"/>
                </a:lnTo>
                <a:cubicBezTo>
                  <a:pt x="394382" y="484957"/>
                  <a:pt x="387524" y="498800"/>
                  <a:pt x="376983" y="508833"/>
                </a:cubicBezTo>
                <a:cubicBezTo>
                  <a:pt x="366696" y="518612"/>
                  <a:pt x="352599" y="524454"/>
                  <a:pt x="338248" y="533217"/>
                </a:cubicBezTo>
                <a:lnTo>
                  <a:pt x="338248" y="619577"/>
                </a:lnTo>
                <a:cubicBezTo>
                  <a:pt x="338248" y="630372"/>
                  <a:pt x="338502" y="641167"/>
                  <a:pt x="338121" y="651962"/>
                </a:cubicBezTo>
                <a:lnTo>
                  <a:pt x="339264" y="660344"/>
                </a:lnTo>
                <a:cubicBezTo>
                  <a:pt x="376602" y="675330"/>
                  <a:pt x="391842" y="705683"/>
                  <a:pt x="384730" y="739084"/>
                </a:cubicBezTo>
                <a:lnTo>
                  <a:pt x="385746" y="746323"/>
                </a:lnTo>
                <a:cubicBezTo>
                  <a:pt x="416480" y="773120"/>
                  <a:pt x="445309" y="797758"/>
                  <a:pt x="474011" y="822523"/>
                </a:cubicBezTo>
                <a:lnTo>
                  <a:pt x="482266" y="827476"/>
                </a:lnTo>
                <a:cubicBezTo>
                  <a:pt x="520874" y="809823"/>
                  <a:pt x="558974" y="824555"/>
                  <a:pt x="573706" y="857067"/>
                </a:cubicBezTo>
                <a:cubicBezTo>
                  <a:pt x="588311" y="889198"/>
                  <a:pt x="574468" y="927298"/>
                  <a:pt x="542083" y="941903"/>
                </a:cubicBezTo>
                <a:lnTo>
                  <a:pt x="525954" y="944443"/>
                </a:lnTo>
                <a:cubicBezTo>
                  <a:pt x="499284" y="946983"/>
                  <a:pt x="482647" y="944189"/>
                  <a:pt x="468804" y="929838"/>
                </a:cubicBezTo>
                <a:cubicBezTo>
                  <a:pt x="452802" y="913201"/>
                  <a:pt x="442261" y="885388"/>
                  <a:pt x="457374" y="852114"/>
                </a:cubicBezTo>
                <a:lnTo>
                  <a:pt x="364537" y="772485"/>
                </a:lnTo>
                <a:cubicBezTo>
                  <a:pt x="351837" y="781375"/>
                  <a:pt x="338248" y="788106"/>
                  <a:pt x="322246" y="787979"/>
                </a:cubicBezTo>
                <a:cubicBezTo>
                  <a:pt x="306244" y="787852"/>
                  <a:pt x="292147" y="782518"/>
                  <a:pt x="279447" y="772231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06" name="Google Shape;2606;p33"/>
          <p:cNvGrpSpPr/>
          <p:nvPr/>
        </p:nvGrpSpPr>
        <p:grpSpPr>
          <a:xfrm>
            <a:off x="138506" y="9307774"/>
            <a:ext cx="801318" cy="443295"/>
            <a:chOff x="63500" y="63500"/>
            <a:chExt cx="1508506" cy="834517"/>
          </a:xfrm>
        </p:grpSpPr>
        <p:sp>
          <p:nvSpPr>
            <p:cNvPr id="2607" name="Google Shape;2607;p33"/>
            <p:cNvSpPr/>
            <p:nvPr/>
          </p:nvSpPr>
          <p:spPr>
            <a:xfrm>
              <a:off x="63500" y="63500"/>
              <a:ext cx="1508506" cy="834517"/>
            </a:xfrm>
            <a:custGeom>
              <a:rect b="b" l="l" r="r" t="t"/>
              <a:pathLst>
                <a:path extrusionOk="0" h="834517" w="1508506">
                  <a:moveTo>
                    <a:pt x="754253" y="30988"/>
                  </a:moveTo>
                  <a:cubicBezTo>
                    <a:pt x="355473" y="30988"/>
                    <a:pt x="30988" y="204216"/>
                    <a:pt x="30988" y="417195"/>
                  </a:cubicBezTo>
                  <a:cubicBezTo>
                    <a:pt x="30988" y="630174"/>
                    <a:pt x="355473" y="803402"/>
                    <a:pt x="754253" y="803402"/>
                  </a:cubicBezTo>
                  <a:cubicBezTo>
                    <a:pt x="1153033" y="803402"/>
                    <a:pt x="1477518" y="630174"/>
                    <a:pt x="1477518" y="417195"/>
                  </a:cubicBezTo>
                  <a:cubicBezTo>
                    <a:pt x="1477518" y="204216"/>
                    <a:pt x="1153033" y="30988"/>
                    <a:pt x="754253" y="30988"/>
                  </a:cubicBezTo>
                  <a:moveTo>
                    <a:pt x="754253" y="834390"/>
                  </a:moveTo>
                  <a:cubicBezTo>
                    <a:pt x="338328" y="834517"/>
                    <a:pt x="0" y="647319"/>
                    <a:pt x="0" y="417195"/>
                  </a:cubicBezTo>
                  <a:cubicBezTo>
                    <a:pt x="0" y="187071"/>
                    <a:pt x="338328" y="0"/>
                    <a:pt x="754253" y="0"/>
                  </a:cubicBezTo>
                  <a:cubicBezTo>
                    <a:pt x="1170178" y="0"/>
                    <a:pt x="1508506" y="187198"/>
                    <a:pt x="1508506" y="417195"/>
                  </a:cubicBezTo>
                  <a:cubicBezTo>
                    <a:pt x="1508506" y="647192"/>
                    <a:pt x="1170178" y="834517"/>
                    <a:pt x="754253" y="8345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8" name="Google Shape;2608;p33"/>
            <p:cNvSpPr/>
            <p:nvPr/>
          </p:nvSpPr>
          <p:spPr>
            <a:xfrm>
              <a:off x="309372" y="287274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9" name="Google Shape;2609;p33"/>
            <p:cNvSpPr/>
            <p:nvPr/>
          </p:nvSpPr>
          <p:spPr>
            <a:xfrm>
              <a:off x="515239" y="642112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0" name="Google Shape;2610;p33"/>
            <p:cNvSpPr/>
            <p:nvPr/>
          </p:nvSpPr>
          <p:spPr>
            <a:xfrm>
              <a:off x="372745" y="561467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1" name="Google Shape;2611;p33"/>
            <p:cNvSpPr/>
            <p:nvPr/>
          </p:nvSpPr>
          <p:spPr>
            <a:xfrm>
              <a:off x="453390" y="39331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2" name="Google Shape;2612;p33"/>
            <p:cNvSpPr/>
            <p:nvPr/>
          </p:nvSpPr>
          <p:spPr>
            <a:xfrm>
              <a:off x="957580" y="325755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3" name="Google Shape;2613;p33"/>
            <p:cNvSpPr/>
            <p:nvPr/>
          </p:nvSpPr>
          <p:spPr>
            <a:xfrm>
              <a:off x="850392" y="727202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4" name="Google Shape;2614;p33"/>
            <p:cNvSpPr/>
            <p:nvPr/>
          </p:nvSpPr>
          <p:spPr>
            <a:xfrm>
              <a:off x="217170" y="451358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5" name="Google Shape;2615;p33"/>
            <p:cNvSpPr/>
            <p:nvPr/>
          </p:nvSpPr>
          <p:spPr>
            <a:xfrm>
              <a:off x="618490" y="302006"/>
              <a:ext cx="35052" cy="34798"/>
            </a:xfrm>
            <a:custGeom>
              <a:rect b="b" l="l" r="r" t="t"/>
              <a:pathLst>
                <a:path extrusionOk="0" h="34798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747"/>
                  </a:lnTo>
                  <a:cubicBezTo>
                    <a:pt x="0" y="27051"/>
                    <a:pt x="7874" y="34798"/>
                    <a:pt x="17526" y="34798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6" name="Google Shape;2616;p33"/>
            <p:cNvSpPr/>
            <p:nvPr/>
          </p:nvSpPr>
          <p:spPr>
            <a:xfrm>
              <a:off x="1103122" y="708914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7" name="Google Shape;2617;p33"/>
            <p:cNvSpPr/>
            <p:nvPr/>
          </p:nvSpPr>
          <p:spPr>
            <a:xfrm>
              <a:off x="845947" y="435483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127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8" name="Google Shape;2618;p33"/>
            <p:cNvSpPr/>
            <p:nvPr/>
          </p:nvSpPr>
          <p:spPr>
            <a:xfrm>
              <a:off x="1069594" y="284734"/>
              <a:ext cx="35052" cy="34798"/>
            </a:xfrm>
            <a:custGeom>
              <a:rect b="b" l="l" r="r" t="t"/>
              <a:pathLst>
                <a:path extrusionOk="0" h="34798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747"/>
                  </a:lnTo>
                  <a:cubicBezTo>
                    <a:pt x="0" y="27051"/>
                    <a:pt x="7874" y="34798"/>
                    <a:pt x="17526" y="34798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9" name="Google Shape;2619;p33"/>
            <p:cNvSpPr/>
            <p:nvPr/>
          </p:nvSpPr>
          <p:spPr>
            <a:xfrm>
              <a:off x="615950" y="758190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0" name="Google Shape;2620;p33"/>
            <p:cNvSpPr/>
            <p:nvPr/>
          </p:nvSpPr>
          <p:spPr>
            <a:xfrm>
              <a:off x="930148" y="19392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1" name="Google Shape;2621;p33"/>
            <p:cNvSpPr/>
            <p:nvPr/>
          </p:nvSpPr>
          <p:spPr>
            <a:xfrm>
              <a:off x="1380236" y="346964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2" name="Google Shape;2622;p33"/>
            <p:cNvSpPr/>
            <p:nvPr/>
          </p:nvSpPr>
          <p:spPr>
            <a:xfrm>
              <a:off x="1293622" y="603377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33"/>
            <p:cNvSpPr/>
            <p:nvPr/>
          </p:nvSpPr>
          <p:spPr>
            <a:xfrm>
              <a:off x="691261" y="174498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4" name="Google Shape;2624;p33"/>
            <p:cNvSpPr/>
            <p:nvPr/>
          </p:nvSpPr>
          <p:spPr>
            <a:xfrm>
              <a:off x="1224153" y="416433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5" name="Google Shape;2625;p33"/>
            <p:cNvSpPr/>
            <p:nvPr/>
          </p:nvSpPr>
          <p:spPr>
            <a:xfrm>
              <a:off x="276733" y="615696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6" name="Google Shape;2626;p33"/>
            <p:cNvSpPr/>
            <p:nvPr/>
          </p:nvSpPr>
          <p:spPr>
            <a:xfrm>
              <a:off x="995299" y="455295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7" name="Google Shape;2627;p33"/>
            <p:cNvSpPr/>
            <p:nvPr/>
          </p:nvSpPr>
          <p:spPr>
            <a:xfrm>
              <a:off x="701421" y="568579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8" name="Google Shape;2628;p33"/>
            <p:cNvSpPr/>
            <p:nvPr/>
          </p:nvSpPr>
          <p:spPr>
            <a:xfrm>
              <a:off x="740029" y="366141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9" name="Google Shape;2629;p33"/>
            <p:cNvSpPr/>
            <p:nvPr/>
          </p:nvSpPr>
          <p:spPr>
            <a:xfrm>
              <a:off x="517525" y="16979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0" name="Google Shape;2630;p33"/>
            <p:cNvSpPr/>
            <p:nvPr/>
          </p:nvSpPr>
          <p:spPr>
            <a:xfrm>
              <a:off x="600075" y="435991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1" name="Google Shape;2631;p33"/>
            <p:cNvSpPr/>
            <p:nvPr/>
          </p:nvSpPr>
          <p:spPr>
            <a:xfrm>
              <a:off x="884809" y="609981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2" name="Google Shape;2632;p33"/>
            <p:cNvSpPr/>
            <p:nvPr/>
          </p:nvSpPr>
          <p:spPr>
            <a:xfrm>
              <a:off x="1108710" y="605028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3" name="Google Shape;2633;p33"/>
            <p:cNvSpPr/>
            <p:nvPr/>
          </p:nvSpPr>
          <p:spPr>
            <a:xfrm>
              <a:off x="1383157" y="511048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4" name="Google Shape;2634;p33"/>
            <p:cNvSpPr/>
            <p:nvPr/>
          </p:nvSpPr>
          <p:spPr>
            <a:xfrm>
              <a:off x="1134237" y="508381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5" name="Google Shape;2635;p33"/>
            <p:cNvSpPr/>
            <p:nvPr/>
          </p:nvSpPr>
          <p:spPr>
            <a:xfrm>
              <a:off x="1224407" y="237744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36" name="Google Shape;2636;p33"/>
          <p:cNvGrpSpPr/>
          <p:nvPr/>
        </p:nvGrpSpPr>
        <p:grpSpPr>
          <a:xfrm>
            <a:off x="198554" y="3255792"/>
            <a:ext cx="678939" cy="675634"/>
            <a:chOff x="63500" y="63500"/>
            <a:chExt cx="1043559" cy="1038479"/>
          </a:xfrm>
        </p:grpSpPr>
        <p:sp>
          <p:nvSpPr>
            <p:cNvPr id="2637" name="Google Shape;2637;p33"/>
            <p:cNvSpPr/>
            <p:nvPr/>
          </p:nvSpPr>
          <p:spPr>
            <a:xfrm>
              <a:off x="66929" y="144399"/>
              <a:ext cx="242316" cy="611378"/>
            </a:xfrm>
            <a:custGeom>
              <a:rect b="b" l="l" r="r" t="t"/>
              <a:pathLst>
                <a:path extrusionOk="0" h="611378" w="242316">
                  <a:moveTo>
                    <a:pt x="225044" y="611378"/>
                  </a:moveTo>
                  <a:lnTo>
                    <a:pt x="178308" y="611378"/>
                  </a:lnTo>
                  <a:cubicBezTo>
                    <a:pt x="78359" y="611378"/>
                    <a:pt x="0" y="535305"/>
                    <a:pt x="0" y="438277"/>
                  </a:cubicBezTo>
                  <a:cubicBezTo>
                    <a:pt x="0" y="350520"/>
                    <a:pt x="63246" y="276733"/>
                    <a:pt x="148717" y="262509"/>
                  </a:cubicBezTo>
                  <a:cubicBezTo>
                    <a:pt x="138049" y="234061"/>
                    <a:pt x="132588" y="203962"/>
                    <a:pt x="132588" y="173101"/>
                  </a:cubicBezTo>
                  <a:cubicBezTo>
                    <a:pt x="132588" y="112649"/>
                    <a:pt x="154305" y="53975"/>
                    <a:pt x="193675" y="8001"/>
                  </a:cubicBezTo>
                  <a:lnTo>
                    <a:pt x="210820" y="0"/>
                  </a:lnTo>
                  <a:cubicBezTo>
                    <a:pt x="225298" y="12446"/>
                    <a:pt x="226187" y="23241"/>
                    <a:pt x="219964" y="30607"/>
                  </a:cubicBezTo>
                  <a:cubicBezTo>
                    <a:pt x="185928" y="70358"/>
                    <a:pt x="167259" y="121031"/>
                    <a:pt x="167259" y="173228"/>
                  </a:cubicBezTo>
                  <a:cubicBezTo>
                    <a:pt x="167259" y="202819"/>
                    <a:pt x="172974" y="231521"/>
                    <a:pt x="184404" y="258572"/>
                  </a:cubicBezTo>
                  <a:lnTo>
                    <a:pt x="189357" y="270256"/>
                  </a:lnTo>
                  <a:cubicBezTo>
                    <a:pt x="191516" y="275336"/>
                    <a:pt x="191135" y="281051"/>
                    <a:pt x="188341" y="285750"/>
                  </a:cubicBezTo>
                  <a:lnTo>
                    <a:pt x="180721" y="293624"/>
                  </a:lnTo>
                  <a:lnTo>
                    <a:pt x="162687" y="295656"/>
                  </a:lnTo>
                  <a:cubicBezTo>
                    <a:pt x="89662" y="303403"/>
                    <a:pt x="34671" y="364871"/>
                    <a:pt x="34671" y="438277"/>
                  </a:cubicBezTo>
                  <a:cubicBezTo>
                    <a:pt x="34671" y="515874"/>
                    <a:pt x="97790" y="576707"/>
                    <a:pt x="178308" y="576707"/>
                  </a:cubicBezTo>
                  <a:lnTo>
                    <a:pt x="225044" y="576707"/>
                  </a:lnTo>
                  <a:cubicBezTo>
                    <a:pt x="234569" y="576707"/>
                    <a:pt x="242316" y="584454"/>
                    <a:pt x="242316" y="593979"/>
                  </a:cubicBezTo>
                  <a:lnTo>
                    <a:pt x="234569" y="611251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8" name="Google Shape;2638;p33"/>
            <p:cNvSpPr/>
            <p:nvPr/>
          </p:nvSpPr>
          <p:spPr>
            <a:xfrm>
              <a:off x="370797" y="63500"/>
              <a:ext cx="734484" cy="692277"/>
            </a:xfrm>
            <a:custGeom>
              <a:rect b="b" l="l" r="r" t="t"/>
              <a:pathLst>
                <a:path extrusionOk="0" h="692277" w="734484">
                  <a:moveTo>
                    <a:pt x="594149" y="692277"/>
                  </a:moveTo>
                  <a:lnTo>
                    <a:pt x="509567" y="692277"/>
                  </a:lnTo>
                  <a:cubicBezTo>
                    <a:pt x="500042" y="692277"/>
                    <a:pt x="492295" y="684530"/>
                    <a:pt x="492295" y="675005"/>
                  </a:cubicBezTo>
                  <a:lnTo>
                    <a:pt x="500042" y="657733"/>
                  </a:lnTo>
                  <a:lnTo>
                    <a:pt x="594149" y="657733"/>
                  </a:lnTo>
                  <a:cubicBezTo>
                    <a:pt x="654474" y="657733"/>
                    <a:pt x="699940" y="614426"/>
                    <a:pt x="699940" y="557149"/>
                  </a:cubicBezTo>
                  <a:cubicBezTo>
                    <a:pt x="699940" y="499872"/>
                    <a:pt x="654982" y="453517"/>
                    <a:pt x="597705" y="451612"/>
                  </a:cubicBezTo>
                  <a:lnTo>
                    <a:pt x="584370" y="451231"/>
                  </a:lnTo>
                  <a:cubicBezTo>
                    <a:pt x="578782" y="451104"/>
                    <a:pt x="573575" y="448183"/>
                    <a:pt x="570527" y="443484"/>
                  </a:cubicBezTo>
                  <a:lnTo>
                    <a:pt x="566844" y="432816"/>
                  </a:lnTo>
                  <a:lnTo>
                    <a:pt x="573829" y="415036"/>
                  </a:lnTo>
                  <a:cubicBezTo>
                    <a:pt x="582211" y="393700"/>
                    <a:pt x="586402" y="371348"/>
                    <a:pt x="586402" y="348869"/>
                  </a:cubicBezTo>
                  <a:cubicBezTo>
                    <a:pt x="586402" y="248793"/>
                    <a:pt x="504868" y="167259"/>
                    <a:pt x="404792" y="167259"/>
                  </a:cubicBezTo>
                  <a:cubicBezTo>
                    <a:pt x="376471" y="167259"/>
                    <a:pt x="349039" y="173736"/>
                    <a:pt x="323385" y="186690"/>
                  </a:cubicBezTo>
                  <a:lnTo>
                    <a:pt x="314368" y="191262"/>
                  </a:lnTo>
                  <a:lnTo>
                    <a:pt x="304970" y="193675"/>
                  </a:lnTo>
                  <a:cubicBezTo>
                    <a:pt x="295953" y="190246"/>
                    <a:pt x="292270" y="186690"/>
                    <a:pt x="290492" y="182245"/>
                  </a:cubicBezTo>
                  <a:lnTo>
                    <a:pt x="286682" y="172593"/>
                  </a:lnTo>
                  <a:cubicBezTo>
                    <a:pt x="252900" y="88773"/>
                    <a:pt x="172890" y="34671"/>
                    <a:pt x="82720" y="34671"/>
                  </a:cubicBezTo>
                  <a:cubicBezTo>
                    <a:pt x="61638" y="34671"/>
                    <a:pt x="40937" y="37592"/>
                    <a:pt x="20998" y="43434"/>
                  </a:cubicBezTo>
                  <a:lnTo>
                    <a:pt x="2202" y="40894"/>
                  </a:lnTo>
                  <a:cubicBezTo>
                    <a:pt x="-3259" y="22606"/>
                    <a:pt x="2075" y="12954"/>
                    <a:pt x="11219" y="10287"/>
                  </a:cubicBezTo>
                  <a:cubicBezTo>
                    <a:pt x="34333" y="3429"/>
                    <a:pt x="58336" y="0"/>
                    <a:pt x="82720" y="0"/>
                  </a:cubicBezTo>
                  <a:cubicBezTo>
                    <a:pt x="184320" y="0"/>
                    <a:pt x="274744" y="59436"/>
                    <a:pt x="315257" y="152019"/>
                  </a:cubicBezTo>
                  <a:cubicBezTo>
                    <a:pt x="343705" y="139065"/>
                    <a:pt x="373677" y="132461"/>
                    <a:pt x="404665" y="132461"/>
                  </a:cubicBezTo>
                  <a:cubicBezTo>
                    <a:pt x="523918" y="132461"/>
                    <a:pt x="620819" y="229489"/>
                    <a:pt x="620819" y="348615"/>
                  </a:cubicBezTo>
                  <a:cubicBezTo>
                    <a:pt x="620819" y="371983"/>
                    <a:pt x="617009" y="395097"/>
                    <a:pt x="609389" y="417449"/>
                  </a:cubicBezTo>
                  <a:cubicBezTo>
                    <a:pt x="680382" y="425069"/>
                    <a:pt x="734484" y="484378"/>
                    <a:pt x="734484" y="556895"/>
                  </a:cubicBezTo>
                  <a:cubicBezTo>
                    <a:pt x="734484" y="632714"/>
                    <a:pt x="672762" y="692150"/>
                    <a:pt x="594022" y="692150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9" name="Google Shape;2639;p33"/>
            <p:cNvSpPr/>
            <p:nvPr/>
          </p:nvSpPr>
          <p:spPr>
            <a:xfrm>
              <a:off x="414528" y="998093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0" name="Google Shape;2640;p33"/>
            <p:cNvSpPr/>
            <p:nvPr/>
          </p:nvSpPr>
          <p:spPr>
            <a:xfrm>
              <a:off x="414528" y="790448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1" name="Google Shape;2641;p33"/>
            <p:cNvSpPr/>
            <p:nvPr/>
          </p:nvSpPr>
          <p:spPr>
            <a:xfrm>
              <a:off x="414528" y="582803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2" name="Google Shape;2642;p33"/>
            <p:cNvSpPr/>
            <p:nvPr/>
          </p:nvSpPr>
          <p:spPr>
            <a:xfrm>
              <a:off x="343916" y="928878"/>
              <a:ext cx="484505" cy="173101"/>
            </a:xfrm>
            <a:custGeom>
              <a:rect b="b" l="l" r="r" t="t"/>
              <a:pathLst>
                <a:path extrusionOk="0" h="173101" w="484505">
                  <a:moveTo>
                    <a:pt x="34544" y="138430"/>
                  </a:moveTo>
                  <a:lnTo>
                    <a:pt x="449834" y="138430"/>
                  </a:lnTo>
                  <a:lnTo>
                    <a:pt x="449834" y="34544"/>
                  </a:lnTo>
                  <a:lnTo>
                    <a:pt x="34544" y="34544"/>
                  </a:lnTo>
                  <a:close/>
                  <a:moveTo>
                    <a:pt x="467233" y="173101"/>
                  </a:moveTo>
                  <a:lnTo>
                    <a:pt x="17272" y="173101"/>
                  </a:lnTo>
                  <a:cubicBezTo>
                    <a:pt x="7747" y="173101"/>
                    <a:pt x="0" y="165354"/>
                    <a:pt x="0" y="155829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3" name="Google Shape;2643;p33"/>
            <p:cNvSpPr/>
            <p:nvPr/>
          </p:nvSpPr>
          <p:spPr>
            <a:xfrm>
              <a:off x="343916" y="721233"/>
              <a:ext cx="484505" cy="172974"/>
            </a:xfrm>
            <a:custGeom>
              <a:rect b="b" l="l" r="r" t="t"/>
              <a:pathLst>
                <a:path extrusionOk="0" h="172974" w="484505">
                  <a:moveTo>
                    <a:pt x="34544" y="138303"/>
                  </a:moveTo>
                  <a:lnTo>
                    <a:pt x="449834" y="138303"/>
                  </a:lnTo>
                  <a:lnTo>
                    <a:pt x="449834" y="34544"/>
                  </a:lnTo>
                  <a:lnTo>
                    <a:pt x="34544" y="34544"/>
                  </a:lnTo>
                  <a:close/>
                  <a:moveTo>
                    <a:pt x="467233" y="172974"/>
                  </a:moveTo>
                  <a:lnTo>
                    <a:pt x="17272" y="172974"/>
                  </a:lnTo>
                  <a:cubicBezTo>
                    <a:pt x="7747" y="172974"/>
                    <a:pt x="0" y="165227"/>
                    <a:pt x="0" y="155702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4" name="Google Shape;2644;p33"/>
            <p:cNvSpPr/>
            <p:nvPr/>
          </p:nvSpPr>
          <p:spPr>
            <a:xfrm>
              <a:off x="343916" y="513461"/>
              <a:ext cx="484505" cy="173101"/>
            </a:xfrm>
            <a:custGeom>
              <a:rect b="b" l="l" r="r" t="t"/>
              <a:pathLst>
                <a:path extrusionOk="0" h="173101" w="484505">
                  <a:moveTo>
                    <a:pt x="34544" y="138430"/>
                  </a:moveTo>
                  <a:lnTo>
                    <a:pt x="449834" y="138430"/>
                  </a:lnTo>
                  <a:lnTo>
                    <a:pt x="449834" y="34671"/>
                  </a:lnTo>
                  <a:lnTo>
                    <a:pt x="34544" y="34671"/>
                  </a:lnTo>
                  <a:close/>
                  <a:moveTo>
                    <a:pt x="467233" y="173101"/>
                  </a:moveTo>
                  <a:lnTo>
                    <a:pt x="17272" y="173101"/>
                  </a:lnTo>
                  <a:cubicBezTo>
                    <a:pt x="7747" y="173101"/>
                    <a:pt x="0" y="165354"/>
                    <a:pt x="0" y="155829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5" name="Google Shape;2645;p33"/>
            <p:cNvSpPr/>
            <p:nvPr/>
          </p:nvSpPr>
          <p:spPr>
            <a:xfrm>
              <a:off x="170815" y="824992"/>
              <a:ext cx="138430" cy="207645"/>
            </a:xfrm>
            <a:custGeom>
              <a:rect b="b" l="l" r="r" t="t"/>
              <a:pathLst>
                <a:path extrusionOk="0" h="207645" w="138430">
                  <a:moveTo>
                    <a:pt x="51943" y="207645"/>
                  </a:moveTo>
                  <a:lnTo>
                    <a:pt x="17272" y="207645"/>
                  </a:lnTo>
                  <a:cubicBezTo>
                    <a:pt x="7747" y="207645"/>
                    <a:pt x="0" y="199898"/>
                    <a:pt x="0" y="190373"/>
                  </a:cubicBezTo>
                  <a:lnTo>
                    <a:pt x="7747" y="173101"/>
                  </a:lnTo>
                  <a:lnTo>
                    <a:pt x="51943" y="173101"/>
                  </a:lnTo>
                  <a:cubicBezTo>
                    <a:pt x="80518" y="173101"/>
                    <a:pt x="103886" y="149860"/>
                    <a:pt x="103886" y="121158"/>
                  </a:cubicBezTo>
                  <a:lnTo>
                    <a:pt x="103886" y="17272"/>
                  </a:lnTo>
                  <a:cubicBezTo>
                    <a:pt x="103886" y="7747"/>
                    <a:pt x="111633" y="0"/>
                    <a:pt x="121158" y="0"/>
                  </a:cubicBezTo>
                  <a:lnTo>
                    <a:pt x="138430" y="7747"/>
                  </a:lnTo>
                  <a:lnTo>
                    <a:pt x="138430" y="121158"/>
                  </a:lnTo>
                  <a:cubicBezTo>
                    <a:pt x="138430" y="168910"/>
                    <a:pt x="99568" y="207645"/>
                    <a:pt x="51943" y="207645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6" name="Google Shape;2646;p33"/>
            <p:cNvSpPr/>
            <p:nvPr/>
          </p:nvSpPr>
          <p:spPr>
            <a:xfrm>
              <a:off x="136271" y="790448"/>
              <a:ext cx="103759" cy="138430"/>
            </a:xfrm>
            <a:custGeom>
              <a:rect b="b" l="l" r="r" t="t"/>
              <a:pathLst>
                <a:path extrusionOk="0" h="138430" w="103759">
                  <a:moveTo>
                    <a:pt x="51816" y="138430"/>
                  </a:moveTo>
                  <a:lnTo>
                    <a:pt x="17272" y="138430"/>
                  </a:lnTo>
                  <a:cubicBezTo>
                    <a:pt x="7747" y="138430"/>
                    <a:pt x="0" y="130683"/>
                    <a:pt x="0" y="121158"/>
                  </a:cubicBezTo>
                  <a:lnTo>
                    <a:pt x="7747" y="103886"/>
                  </a:lnTo>
                  <a:lnTo>
                    <a:pt x="51943" y="103886"/>
                  </a:lnTo>
                  <a:cubicBezTo>
                    <a:pt x="61468" y="103886"/>
                    <a:pt x="69215" y="96139"/>
                    <a:pt x="69215" y="86614"/>
                  </a:cubicBezTo>
                  <a:lnTo>
                    <a:pt x="69215" y="17272"/>
                  </a:lnTo>
                  <a:cubicBezTo>
                    <a:pt x="69215" y="7747"/>
                    <a:pt x="76962" y="0"/>
                    <a:pt x="86487" y="0"/>
                  </a:cubicBezTo>
                  <a:lnTo>
                    <a:pt x="103759" y="7747"/>
                  </a:lnTo>
                  <a:lnTo>
                    <a:pt x="103759" y="86487"/>
                  </a:lnTo>
                  <a:cubicBezTo>
                    <a:pt x="103759" y="115062"/>
                    <a:pt x="80518" y="138430"/>
                    <a:pt x="51816" y="138430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7" name="Google Shape;2647;p33"/>
            <p:cNvSpPr/>
            <p:nvPr/>
          </p:nvSpPr>
          <p:spPr>
            <a:xfrm>
              <a:off x="863092" y="824992"/>
              <a:ext cx="138430" cy="207645"/>
            </a:xfrm>
            <a:custGeom>
              <a:rect b="b" l="l" r="r" t="t"/>
              <a:pathLst>
                <a:path extrusionOk="0" h="207645" w="138430">
                  <a:moveTo>
                    <a:pt x="121031" y="207645"/>
                  </a:moveTo>
                  <a:lnTo>
                    <a:pt x="86487" y="207645"/>
                  </a:lnTo>
                  <a:cubicBezTo>
                    <a:pt x="38735" y="207645"/>
                    <a:pt x="0" y="168783"/>
                    <a:pt x="0" y="121158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34544" y="7747"/>
                  </a:lnTo>
                  <a:lnTo>
                    <a:pt x="34544" y="121158"/>
                  </a:lnTo>
                  <a:cubicBezTo>
                    <a:pt x="34544" y="149860"/>
                    <a:pt x="57785" y="173101"/>
                    <a:pt x="86487" y="173101"/>
                  </a:cubicBezTo>
                  <a:lnTo>
                    <a:pt x="121158" y="173101"/>
                  </a:lnTo>
                  <a:cubicBezTo>
                    <a:pt x="130683" y="173101"/>
                    <a:pt x="138430" y="180848"/>
                    <a:pt x="138430" y="190373"/>
                  </a:cubicBezTo>
                  <a:lnTo>
                    <a:pt x="130683" y="207645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8" name="Google Shape;2648;p33"/>
            <p:cNvSpPr/>
            <p:nvPr/>
          </p:nvSpPr>
          <p:spPr>
            <a:xfrm>
              <a:off x="932307" y="790448"/>
              <a:ext cx="103759" cy="138430"/>
            </a:xfrm>
            <a:custGeom>
              <a:rect b="b" l="l" r="r" t="t"/>
              <a:pathLst>
                <a:path extrusionOk="0" h="138430" w="103759">
                  <a:moveTo>
                    <a:pt x="86487" y="138430"/>
                  </a:moveTo>
                  <a:lnTo>
                    <a:pt x="51943" y="138430"/>
                  </a:lnTo>
                  <a:cubicBezTo>
                    <a:pt x="23241" y="138430"/>
                    <a:pt x="0" y="115189"/>
                    <a:pt x="0" y="86487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34544" y="7747"/>
                  </a:lnTo>
                  <a:lnTo>
                    <a:pt x="34544" y="86487"/>
                  </a:lnTo>
                  <a:cubicBezTo>
                    <a:pt x="34544" y="96012"/>
                    <a:pt x="42291" y="103759"/>
                    <a:pt x="51816" y="103759"/>
                  </a:cubicBezTo>
                  <a:lnTo>
                    <a:pt x="86487" y="103759"/>
                  </a:lnTo>
                  <a:cubicBezTo>
                    <a:pt x="96012" y="103759"/>
                    <a:pt x="103759" y="111506"/>
                    <a:pt x="103759" y="121031"/>
                  </a:cubicBezTo>
                  <a:lnTo>
                    <a:pt x="96012" y="138303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9" name="Google Shape;2649;p33"/>
            <p:cNvSpPr/>
            <p:nvPr/>
          </p:nvSpPr>
          <p:spPr>
            <a:xfrm>
              <a:off x="1070737" y="894334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0" name="Google Shape;2650;p33"/>
            <p:cNvSpPr/>
            <p:nvPr/>
          </p:nvSpPr>
          <p:spPr>
            <a:xfrm>
              <a:off x="1036193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1" name="Google Shape;2651;p33"/>
            <p:cNvSpPr/>
            <p:nvPr/>
          </p:nvSpPr>
          <p:spPr>
            <a:xfrm>
              <a:off x="63500" y="894334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2" name="Google Shape;2652;p33"/>
            <p:cNvSpPr/>
            <p:nvPr/>
          </p:nvSpPr>
          <p:spPr>
            <a:xfrm>
              <a:off x="98171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3" name="Google Shape;2653;p33"/>
            <p:cNvSpPr/>
            <p:nvPr/>
          </p:nvSpPr>
          <p:spPr>
            <a:xfrm>
              <a:off x="652018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4" name="Google Shape;2654;p33"/>
            <p:cNvSpPr/>
            <p:nvPr/>
          </p:nvSpPr>
          <p:spPr>
            <a:xfrm>
              <a:off x="721233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5" name="Google Shape;2655;p33"/>
            <p:cNvSpPr/>
            <p:nvPr/>
          </p:nvSpPr>
          <p:spPr>
            <a:xfrm>
              <a:off x="652018" y="790448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6" name="Google Shape;2656;p33"/>
            <p:cNvSpPr/>
            <p:nvPr/>
          </p:nvSpPr>
          <p:spPr>
            <a:xfrm>
              <a:off x="721233" y="790448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7" name="Google Shape;2657;p33"/>
            <p:cNvSpPr/>
            <p:nvPr/>
          </p:nvSpPr>
          <p:spPr>
            <a:xfrm>
              <a:off x="652018" y="58280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8" name="Google Shape;2658;p33"/>
            <p:cNvSpPr/>
            <p:nvPr/>
          </p:nvSpPr>
          <p:spPr>
            <a:xfrm>
              <a:off x="721233" y="58280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9" name="Google Shape;2659;p33"/>
            <p:cNvSpPr/>
            <p:nvPr/>
          </p:nvSpPr>
          <p:spPr>
            <a:xfrm>
              <a:off x="306395" y="98065"/>
              <a:ext cx="37902" cy="37063"/>
            </a:xfrm>
            <a:custGeom>
              <a:rect b="b" l="l" r="r" t="t"/>
              <a:pathLst>
                <a:path extrusionOk="0" h="37063" w="37902">
                  <a:moveTo>
                    <a:pt x="16693" y="37063"/>
                  </a:moveTo>
                  <a:lnTo>
                    <a:pt x="5898" y="34523"/>
                  </a:lnTo>
                  <a:cubicBezTo>
                    <a:pt x="-2992" y="21950"/>
                    <a:pt x="-1087" y="11155"/>
                    <a:pt x="6660" y="5567"/>
                  </a:cubicBezTo>
                  <a:lnTo>
                    <a:pt x="10089" y="3154"/>
                  </a:lnTo>
                  <a:cubicBezTo>
                    <a:pt x="17963" y="-2307"/>
                    <a:pt x="28758" y="-529"/>
                    <a:pt x="34219" y="7345"/>
                  </a:cubicBezTo>
                  <a:lnTo>
                    <a:pt x="37902" y="25887"/>
                  </a:lnTo>
                  <a:lnTo>
                    <a:pt x="26599" y="33888"/>
                  </a:lnTo>
                  <a:lnTo>
                    <a:pt x="20122" y="37063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60" name="Google Shape;2660;p33"/>
          <p:cNvSpPr/>
          <p:nvPr/>
        </p:nvSpPr>
        <p:spPr>
          <a:xfrm>
            <a:off x="209864" y="4715635"/>
            <a:ext cx="743213" cy="804997"/>
          </a:xfrm>
          <a:custGeom>
            <a:rect b="b" l="l" r="r" t="t"/>
            <a:pathLst>
              <a:path extrusionOk="0" h="804997" w="743213">
                <a:moveTo>
                  <a:pt x="0" y="0"/>
                </a:moveTo>
                <a:lnTo>
                  <a:pt x="743213" y="0"/>
                </a:lnTo>
                <a:lnTo>
                  <a:pt x="743213" y="804997"/>
                </a:lnTo>
                <a:lnTo>
                  <a:pt x="0" y="804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291" l="-16090" r="-16830" t="-11419"/>
            </a:stretch>
          </a:blipFill>
          <a:ln>
            <a:noFill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7B9CE"/>
        </a:solidFill>
      </p:bgPr>
    </p:bg>
    <p:spTree>
      <p:nvGrpSpPr>
        <p:cNvPr id="2664" name="Shape 2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65" name="Google Shape;2665;p34"/>
          <p:cNvCxnSpPr/>
          <p:nvPr/>
        </p:nvCxnSpPr>
        <p:spPr>
          <a:xfrm>
            <a:off x="1051792" y="1798524"/>
            <a:ext cx="172593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66" name="Google Shape;2666;p34"/>
          <p:cNvCxnSpPr/>
          <p:nvPr/>
        </p:nvCxnSpPr>
        <p:spPr>
          <a:xfrm rot="-5400000">
            <a:off x="-4105275" y="5119688"/>
            <a:ext cx="102870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67" name="Google Shape;2667;p34"/>
          <p:cNvSpPr txBox="1"/>
          <p:nvPr/>
        </p:nvSpPr>
        <p:spPr>
          <a:xfrm>
            <a:off x="1592775" y="373150"/>
            <a:ext cx="16254600" cy="12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18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GETTING STARTED WITH GIT</a:t>
            </a:r>
            <a:endParaRPr/>
          </a:p>
        </p:txBody>
      </p:sp>
      <p:grpSp>
        <p:nvGrpSpPr>
          <p:cNvPr id="2668" name="Google Shape;2668;p34"/>
          <p:cNvGrpSpPr/>
          <p:nvPr/>
        </p:nvGrpSpPr>
        <p:grpSpPr>
          <a:xfrm>
            <a:off x="216606" y="6304895"/>
            <a:ext cx="642914" cy="632256"/>
            <a:chOff x="63500" y="63500"/>
            <a:chExt cx="988187" cy="971804"/>
          </a:xfrm>
        </p:grpSpPr>
        <p:sp>
          <p:nvSpPr>
            <p:cNvPr id="2669" name="Google Shape;2669;p34"/>
            <p:cNvSpPr/>
            <p:nvPr/>
          </p:nvSpPr>
          <p:spPr>
            <a:xfrm>
              <a:off x="857250" y="840994"/>
              <a:ext cx="129540" cy="129540"/>
            </a:xfrm>
            <a:custGeom>
              <a:rect b="b" l="l" r="r" t="t"/>
              <a:pathLst>
                <a:path extrusionOk="0" h="129540" w="129540">
                  <a:moveTo>
                    <a:pt x="64770" y="32385"/>
                  </a:moveTo>
                  <a:cubicBezTo>
                    <a:pt x="46863" y="32385"/>
                    <a:pt x="32385" y="46990"/>
                    <a:pt x="32385" y="64770"/>
                  </a:cubicBezTo>
                  <a:cubicBezTo>
                    <a:pt x="32385" y="82550"/>
                    <a:pt x="46990" y="97155"/>
                    <a:pt x="64770" y="97155"/>
                  </a:cubicBezTo>
                  <a:cubicBezTo>
                    <a:pt x="82550" y="97155"/>
                    <a:pt x="97155" y="82550"/>
                    <a:pt x="97155" y="64770"/>
                  </a:cubicBezTo>
                  <a:cubicBezTo>
                    <a:pt x="97155" y="46990"/>
                    <a:pt x="82550" y="32385"/>
                    <a:pt x="64770" y="32385"/>
                  </a:cubicBezTo>
                  <a:moveTo>
                    <a:pt x="64770" y="129540"/>
                  </a:moveTo>
                  <a:cubicBezTo>
                    <a:pt x="29083" y="129540"/>
                    <a:pt x="0" y="100457"/>
                    <a:pt x="0" y="64770"/>
                  </a:cubicBezTo>
                  <a:cubicBezTo>
                    <a:pt x="0" y="29083"/>
                    <a:pt x="29083" y="0"/>
                    <a:pt x="64770" y="0"/>
                  </a:cubicBezTo>
                  <a:cubicBezTo>
                    <a:pt x="100457" y="0"/>
                    <a:pt x="129540" y="29083"/>
                    <a:pt x="129540" y="64770"/>
                  </a:cubicBezTo>
                  <a:cubicBezTo>
                    <a:pt x="129540" y="100457"/>
                    <a:pt x="100457" y="129540"/>
                    <a:pt x="64770" y="1295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0" name="Google Shape;2670;p34"/>
            <p:cNvSpPr/>
            <p:nvPr/>
          </p:nvSpPr>
          <p:spPr>
            <a:xfrm>
              <a:off x="905764" y="225552"/>
              <a:ext cx="32512" cy="647827"/>
            </a:xfrm>
            <a:custGeom>
              <a:rect b="b" l="l" r="r" t="t"/>
              <a:pathLst>
                <a:path extrusionOk="0" h="647827" w="32512">
                  <a:moveTo>
                    <a:pt x="16256" y="647827"/>
                  </a:moveTo>
                  <a:lnTo>
                    <a:pt x="0" y="640588"/>
                  </a:lnTo>
                  <a:lnTo>
                    <a:pt x="0" y="16129"/>
                  </a:lnTo>
                  <a:cubicBezTo>
                    <a:pt x="0" y="7112"/>
                    <a:pt x="7239" y="0"/>
                    <a:pt x="16256" y="0"/>
                  </a:cubicBezTo>
                  <a:lnTo>
                    <a:pt x="32512" y="7239"/>
                  </a:lnTo>
                  <a:lnTo>
                    <a:pt x="32512" y="631698"/>
                  </a:lnTo>
                  <a:cubicBezTo>
                    <a:pt x="32512" y="640588"/>
                    <a:pt x="25273" y="647827"/>
                    <a:pt x="16256" y="64782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1" name="Google Shape;2671;p34"/>
            <p:cNvSpPr/>
            <p:nvPr/>
          </p:nvSpPr>
          <p:spPr>
            <a:xfrm>
              <a:off x="121679" y="510286"/>
              <a:ext cx="44042" cy="38989"/>
            </a:xfrm>
            <a:custGeom>
              <a:rect b="b" l="l" r="r" t="t"/>
              <a:pathLst>
                <a:path extrusionOk="0" h="38989" w="44042">
                  <a:moveTo>
                    <a:pt x="27927" y="38989"/>
                  </a:moveTo>
                  <a:lnTo>
                    <a:pt x="23990" y="38608"/>
                  </a:lnTo>
                  <a:lnTo>
                    <a:pt x="10401" y="33401"/>
                  </a:lnTo>
                  <a:cubicBezTo>
                    <a:pt x="2019" y="30226"/>
                    <a:pt x="-2172" y="20828"/>
                    <a:pt x="1130" y="12446"/>
                  </a:cubicBezTo>
                  <a:lnTo>
                    <a:pt x="13703" y="0"/>
                  </a:lnTo>
                  <a:lnTo>
                    <a:pt x="33642" y="7620"/>
                  </a:lnTo>
                  <a:cubicBezTo>
                    <a:pt x="42024" y="10795"/>
                    <a:pt x="46215" y="20193"/>
                    <a:pt x="42913" y="28575"/>
                  </a:cubicBezTo>
                  <a:lnTo>
                    <a:pt x="34277" y="3898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2" name="Google Shape;2672;p34"/>
            <p:cNvSpPr/>
            <p:nvPr/>
          </p:nvSpPr>
          <p:spPr>
            <a:xfrm>
              <a:off x="180213" y="535721"/>
              <a:ext cx="620903" cy="90770"/>
            </a:xfrm>
            <a:custGeom>
              <a:rect b="b" l="l" r="r" t="t"/>
              <a:pathLst>
                <a:path extrusionOk="0" h="90770" w="620903">
                  <a:moveTo>
                    <a:pt x="476758" y="90770"/>
                  </a:moveTo>
                  <a:lnTo>
                    <a:pt x="300863" y="90770"/>
                  </a:lnTo>
                  <a:cubicBezTo>
                    <a:pt x="291211" y="90770"/>
                    <a:pt x="281813" y="88230"/>
                    <a:pt x="273431" y="83531"/>
                  </a:cubicBezTo>
                  <a:lnTo>
                    <a:pt x="193675" y="37938"/>
                  </a:lnTo>
                  <a:cubicBezTo>
                    <a:pt x="190246" y="36033"/>
                    <a:pt x="186309" y="34890"/>
                    <a:pt x="182245" y="34890"/>
                  </a:cubicBezTo>
                  <a:lnTo>
                    <a:pt x="32385" y="34890"/>
                  </a:lnTo>
                  <a:cubicBezTo>
                    <a:pt x="25527" y="34890"/>
                    <a:pt x="18923" y="33620"/>
                    <a:pt x="12446" y="31207"/>
                  </a:cubicBezTo>
                  <a:lnTo>
                    <a:pt x="0" y="18634"/>
                  </a:lnTo>
                  <a:cubicBezTo>
                    <a:pt x="6477" y="1997"/>
                    <a:pt x="15875" y="-2194"/>
                    <a:pt x="24130" y="981"/>
                  </a:cubicBezTo>
                  <a:lnTo>
                    <a:pt x="29464" y="2505"/>
                  </a:lnTo>
                  <a:lnTo>
                    <a:pt x="182372" y="2505"/>
                  </a:lnTo>
                  <a:cubicBezTo>
                    <a:pt x="192024" y="2505"/>
                    <a:pt x="201549" y="5045"/>
                    <a:pt x="209804" y="9744"/>
                  </a:cubicBezTo>
                  <a:lnTo>
                    <a:pt x="289560" y="55337"/>
                  </a:lnTo>
                  <a:cubicBezTo>
                    <a:pt x="292989" y="57242"/>
                    <a:pt x="296926" y="58385"/>
                    <a:pt x="300863" y="58385"/>
                  </a:cubicBezTo>
                  <a:lnTo>
                    <a:pt x="476758" y="58385"/>
                  </a:lnTo>
                  <a:cubicBezTo>
                    <a:pt x="480314" y="58385"/>
                    <a:pt x="483870" y="57496"/>
                    <a:pt x="486918" y="55972"/>
                  </a:cubicBezTo>
                  <a:lnTo>
                    <a:pt x="526288" y="36287"/>
                  </a:lnTo>
                  <a:cubicBezTo>
                    <a:pt x="533908" y="32477"/>
                    <a:pt x="542417" y="30445"/>
                    <a:pt x="551053" y="30445"/>
                  </a:cubicBezTo>
                  <a:lnTo>
                    <a:pt x="604647" y="30445"/>
                  </a:lnTo>
                  <a:cubicBezTo>
                    <a:pt x="613664" y="30445"/>
                    <a:pt x="620903" y="37684"/>
                    <a:pt x="620903" y="46574"/>
                  </a:cubicBezTo>
                  <a:lnTo>
                    <a:pt x="613664" y="62830"/>
                  </a:lnTo>
                  <a:lnTo>
                    <a:pt x="551053" y="62830"/>
                  </a:lnTo>
                  <a:cubicBezTo>
                    <a:pt x="547497" y="62830"/>
                    <a:pt x="543941" y="63719"/>
                    <a:pt x="540893" y="65243"/>
                  </a:cubicBezTo>
                  <a:lnTo>
                    <a:pt x="501523" y="84928"/>
                  </a:lnTo>
                  <a:cubicBezTo>
                    <a:pt x="493903" y="88738"/>
                    <a:pt x="485394" y="90770"/>
                    <a:pt x="476758" y="907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3" name="Google Shape;2673;p34"/>
            <p:cNvSpPr/>
            <p:nvPr/>
          </p:nvSpPr>
          <p:spPr>
            <a:xfrm>
              <a:off x="378206" y="705739"/>
              <a:ext cx="120232" cy="139192"/>
            </a:xfrm>
            <a:custGeom>
              <a:rect b="b" l="l" r="r" t="t"/>
              <a:pathLst>
                <a:path extrusionOk="0" h="139192" w="120232">
                  <a:moveTo>
                    <a:pt x="89916" y="139192"/>
                  </a:moveTo>
                  <a:lnTo>
                    <a:pt x="78232" y="135890"/>
                  </a:lnTo>
                  <a:cubicBezTo>
                    <a:pt x="65532" y="110490"/>
                    <a:pt x="68326" y="86995"/>
                    <a:pt x="82423" y="70104"/>
                  </a:cubicBezTo>
                  <a:lnTo>
                    <a:pt x="89408" y="53975"/>
                  </a:lnTo>
                  <a:cubicBezTo>
                    <a:pt x="81661" y="37465"/>
                    <a:pt x="73914" y="32512"/>
                    <a:pt x="64770" y="32512"/>
                  </a:cubicBezTo>
                  <a:lnTo>
                    <a:pt x="16256" y="32512"/>
                  </a:lnTo>
                  <a:cubicBezTo>
                    <a:pt x="7239" y="32512"/>
                    <a:pt x="0" y="25273"/>
                    <a:pt x="0" y="16256"/>
                  </a:cubicBezTo>
                  <a:lnTo>
                    <a:pt x="7239" y="0"/>
                  </a:lnTo>
                  <a:lnTo>
                    <a:pt x="64897" y="0"/>
                  </a:lnTo>
                  <a:cubicBezTo>
                    <a:pt x="86614" y="0"/>
                    <a:pt x="105791" y="12192"/>
                    <a:pt x="114935" y="31877"/>
                  </a:cubicBezTo>
                  <a:cubicBezTo>
                    <a:pt x="124079" y="51562"/>
                    <a:pt x="121285" y="74041"/>
                    <a:pt x="107315" y="90805"/>
                  </a:cubicBezTo>
                  <a:lnTo>
                    <a:pt x="100457" y="107569"/>
                  </a:lnTo>
                  <a:cubicBezTo>
                    <a:pt x="108585" y="123698"/>
                    <a:pt x="105283" y="133477"/>
                    <a:pt x="97282" y="137414"/>
                  </a:cubicBezTo>
                  <a:lnTo>
                    <a:pt x="92456" y="13906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4" name="Google Shape;2674;p34"/>
            <p:cNvSpPr/>
            <p:nvPr/>
          </p:nvSpPr>
          <p:spPr>
            <a:xfrm>
              <a:off x="322072" y="705866"/>
              <a:ext cx="49657" cy="32385"/>
            </a:xfrm>
            <a:custGeom>
              <a:rect b="b" l="l" r="r" t="t"/>
              <a:pathLst>
                <a:path extrusionOk="0" h="32385" w="49657">
                  <a:moveTo>
                    <a:pt x="33401" y="32385"/>
                  </a:moveTo>
                  <a:lnTo>
                    <a:pt x="16256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33401" y="0"/>
                  </a:lnTo>
                  <a:cubicBezTo>
                    <a:pt x="42418" y="0"/>
                    <a:pt x="49657" y="7239"/>
                    <a:pt x="49657" y="16256"/>
                  </a:cubicBezTo>
                  <a:lnTo>
                    <a:pt x="42418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5" name="Google Shape;2675;p34"/>
            <p:cNvSpPr/>
            <p:nvPr/>
          </p:nvSpPr>
          <p:spPr>
            <a:xfrm>
              <a:off x="247178" y="717997"/>
              <a:ext cx="67401" cy="46670"/>
            </a:xfrm>
            <a:custGeom>
              <a:rect b="b" l="l" r="r" t="t"/>
              <a:pathLst>
                <a:path extrusionOk="0" h="46670" w="67401">
                  <a:moveTo>
                    <a:pt x="15204" y="46670"/>
                  </a:moveTo>
                  <a:lnTo>
                    <a:pt x="2631" y="42733"/>
                  </a:lnTo>
                  <a:cubicBezTo>
                    <a:pt x="-3084" y="27874"/>
                    <a:pt x="1107" y="18603"/>
                    <a:pt x="9489" y="15301"/>
                  </a:cubicBezTo>
                  <a:lnTo>
                    <a:pt x="46446" y="1077"/>
                  </a:lnTo>
                  <a:cubicBezTo>
                    <a:pt x="54828" y="-2098"/>
                    <a:pt x="64226" y="1966"/>
                    <a:pt x="67401" y="10348"/>
                  </a:cubicBezTo>
                  <a:lnTo>
                    <a:pt x="66385" y="28128"/>
                  </a:lnTo>
                  <a:lnTo>
                    <a:pt x="21046" y="45527"/>
                  </a:lnTo>
                  <a:cubicBezTo>
                    <a:pt x="19141" y="46289"/>
                    <a:pt x="17109" y="46670"/>
                    <a:pt x="15204" y="466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6" name="Google Shape;2676;p34"/>
            <p:cNvSpPr/>
            <p:nvPr/>
          </p:nvSpPr>
          <p:spPr>
            <a:xfrm>
              <a:off x="719420" y="632964"/>
              <a:ext cx="70253" cy="65409"/>
            </a:xfrm>
            <a:custGeom>
              <a:rect b="b" l="l" r="r" t="t"/>
              <a:pathLst>
                <a:path extrusionOk="0" h="65409" w="70253">
                  <a:moveTo>
                    <a:pt x="20609" y="65409"/>
                  </a:moveTo>
                  <a:lnTo>
                    <a:pt x="11084" y="63377"/>
                  </a:lnTo>
                  <a:cubicBezTo>
                    <a:pt x="2321" y="53852"/>
                    <a:pt x="-346" y="45978"/>
                    <a:pt x="35" y="37596"/>
                  </a:cubicBezTo>
                  <a:cubicBezTo>
                    <a:pt x="543" y="27690"/>
                    <a:pt x="5369" y="17911"/>
                    <a:pt x="13243" y="10672"/>
                  </a:cubicBezTo>
                  <a:cubicBezTo>
                    <a:pt x="20101" y="4449"/>
                    <a:pt x="28483" y="766"/>
                    <a:pt x="36992" y="131"/>
                  </a:cubicBezTo>
                  <a:cubicBezTo>
                    <a:pt x="46898" y="-758"/>
                    <a:pt x="56169" y="2925"/>
                    <a:pt x="62519" y="9783"/>
                  </a:cubicBezTo>
                  <a:cubicBezTo>
                    <a:pt x="71409" y="19562"/>
                    <a:pt x="72806" y="34294"/>
                    <a:pt x="65821" y="47375"/>
                  </a:cubicBezTo>
                  <a:lnTo>
                    <a:pt x="51851" y="58297"/>
                  </a:lnTo>
                  <a:cubicBezTo>
                    <a:pt x="36484" y="50169"/>
                    <a:pt x="33309" y="41025"/>
                    <a:pt x="36611" y="33405"/>
                  </a:cubicBezTo>
                  <a:lnTo>
                    <a:pt x="35595" y="34167"/>
                  </a:lnTo>
                  <a:lnTo>
                    <a:pt x="32420" y="38866"/>
                  </a:lnTo>
                  <a:cubicBezTo>
                    <a:pt x="38516" y="45851"/>
                    <a:pt x="37627" y="55376"/>
                    <a:pt x="31023" y="61472"/>
                  </a:cubicBezTo>
                  <a:lnTo>
                    <a:pt x="24419" y="6540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7" name="Google Shape;2677;p34"/>
            <p:cNvSpPr/>
            <p:nvPr/>
          </p:nvSpPr>
          <p:spPr>
            <a:xfrm>
              <a:off x="580547" y="726757"/>
              <a:ext cx="87425" cy="82106"/>
            </a:xfrm>
            <a:custGeom>
              <a:rect b="b" l="l" r="r" t="t"/>
              <a:pathLst>
                <a:path extrusionOk="0" h="82106" w="87425">
                  <a:moveTo>
                    <a:pt x="30069" y="54801"/>
                  </a:moveTo>
                  <a:lnTo>
                    <a:pt x="30069" y="54801"/>
                  </a:lnTo>
                  <a:lnTo>
                    <a:pt x="30069" y="54801"/>
                  </a:lnTo>
                  <a:moveTo>
                    <a:pt x="18131" y="81852"/>
                  </a:moveTo>
                  <a:lnTo>
                    <a:pt x="9368" y="80074"/>
                  </a:lnTo>
                  <a:cubicBezTo>
                    <a:pt x="-7015" y="62040"/>
                    <a:pt x="-1046" y="37148"/>
                    <a:pt x="20544" y="17590"/>
                  </a:cubicBezTo>
                  <a:lnTo>
                    <a:pt x="48611" y="1461"/>
                  </a:lnTo>
                  <a:cubicBezTo>
                    <a:pt x="61438" y="-1968"/>
                    <a:pt x="73122" y="699"/>
                    <a:pt x="80488" y="8827"/>
                  </a:cubicBezTo>
                  <a:cubicBezTo>
                    <a:pt x="90521" y="19876"/>
                    <a:pt x="89632" y="37275"/>
                    <a:pt x="78075" y="54293"/>
                  </a:cubicBezTo>
                  <a:lnTo>
                    <a:pt x="62962" y="63564"/>
                  </a:lnTo>
                  <a:cubicBezTo>
                    <a:pt x="48230" y="53531"/>
                    <a:pt x="46325" y="43498"/>
                    <a:pt x="51278" y="36005"/>
                  </a:cubicBezTo>
                  <a:lnTo>
                    <a:pt x="51913" y="35116"/>
                  </a:lnTo>
                  <a:lnTo>
                    <a:pt x="45944" y="38291"/>
                  </a:lnTo>
                  <a:cubicBezTo>
                    <a:pt x="35149" y="48197"/>
                    <a:pt x="32355" y="54420"/>
                    <a:pt x="31720" y="57087"/>
                  </a:cubicBezTo>
                  <a:lnTo>
                    <a:pt x="34895" y="72454"/>
                  </a:lnTo>
                  <a:cubicBezTo>
                    <a:pt x="25878" y="80709"/>
                    <a:pt x="21941" y="82106"/>
                    <a:pt x="18131" y="821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8" name="Google Shape;2678;p34"/>
            <p:cNvSpPr/>
            <p:nvPr/>
          </p:nvSpPr>
          <p:spPr>
            <a:xfrm>
              <a:off x="584327" y="177351"/>
              <a:ext cx="66294" cy="45407"/>
            </a:xfrm>
            <a:custGeom>
              <a:rect b="b" l="l" r="r" t="t"/>
              <a:pathLst>
                <a:path extrusionOk="0" h="45407" w="66294">
                  <a:moveTo>
                    <a:pt x="49657" y="45280"/>
                  </a:moveTo>
                  <a:lnTo>
                    <a:pt x="39751" y="42994"/>
                  </a:lnTo>
                  <a:cubicBezTo>
                    <a:pt x="32258" y="32834"/>
                    <a:pt x="26543" y="31564"/>
                    <a:pt x="25019" y="32580"/>
                  </a:cubicBezTo>
                  <a:lnTo>
                    <a:pt x="7620" y="36390"/>
                  </a:lnTo>
                  <a:cubicBezTo>
                    <a:pt x="-3048" y="22039"/>
                    <a:pt x="-1397" y="11879"/>
                    <a:pt x="5715" y="6545"/>
                  </a:cubicBezTo>
                  <a:cubicBezTo>
                    <a:pt x="22606" y="-5901"/>
                    <a:pt x="48133" y="-59"/>
                    <a:pt x="62484" y="19499"/>
                  </a:cubicBezTo>
                  <a:lnTo>
                    <a:pt x="66294" y="36898"/>
                  </a:lnTo>
                  <a:cubicBezTo>
                    <a:pt x="56261" y="44264"/>
                    <a:pt x="52832" y="45407"/>
                    <a:pt x="49530" y="4540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9" name="Google Shape;2679;p34"/>
            <p:cNvSpPr/>
            <p:nvPr/>
          </p:nvSpPr>
          <p:spPr>
            <a:xfrm>
              <a:off x="175133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0" name="Google Shape;2680;p34"/>
            <p:cNvSpPr/>
            <p:nvPr/>
          </p:nvSpPr>
          <p:spPr>
            <a:xfrm>
              <a:off x="175133" y="316230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1" name="Google Shape;2681;p34"/>
            <p:cNvSpPr/>
            <p:nvPr/>
          </p:nvSpPr>
          <p:spPr>
            <a:xfrm>
              <a:off x="538226" y="372110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2" name="Google Shape;2682;p34"/>
            <p:cNvSpPr/>
            <p:nvPr/>
          </p:nvSpPr>
          <p:spPr>
            <a:xfrm>
              <a:off x="538226" y="204597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3" name="Google Shape;2683;p34"/>
            <p:cNvSpPr/>
            <p:nvPr/>
          </p:nvSpPr>
          <p:spPr>
            <a:xfrm>
              <a:off x="566166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4" name="Google Shape;2684;p34"/>
            <p:cNvSpPr/>
            <p:nvPr/>
          </p:nvSpPr>
          <p:spPr>
            <a:xfrm>
              <a:off x="370586" y="790956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5" name="Google Shape;2685;p34"/>
            <p:cNvSpPr/>
            <p:nvPr/>
          </p:nvSpPr>
          <p:spPr>
            <a:xfrm>
              <a:off x="398526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6" name="Google Shape;2686;p34"/>
            <p:cNvSpPr/>
            <p:nvPr/>
          </p:nvSpPr>
          <p:spPr>
            <a:xfrm>
              <a:off x="258953" y="59550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7" name="Google Shape;2687;p34"/>
            <p:cNvSpPr/>
            <p:nvPr/>
          </p:nvSpPr>
          <p:spPr>
            <a:xfrm>
              <a:off x="337820" y="254635"/>
              <a:ext cx="72771" cy="71882"/>
            </a:xfrm>
            <a:custGeom>
              <a:rect b="b" l="l" r="r" t="t"/>
              <a:pathLst>
                <a:path extrusionOk="0" h="71882" w="72771">
                  <a:moveTo>
                    <a:pt x="17653" y="71882"/>
                  </a:moveTo>
                  <a:lnTo>
                    <a:pt x="15621" y="71755"/>
                  </a:lnTo>
                  <a:lnTo>
                    <a:pt x="0" y="61341"/>
                  </a:lnTo>
                  <a:cubicBezTo>
                    <a:pt x="5969" y="30734"/>
                    <a:pt x="25781" y="0"/>
                    <a:pt x="56515" y="0"/>
                  </a:cubicBezTo>
                  <a:lnTo>
                    <a:pt x="72771" y="7239"/>
                  </a:lnTo>
                  <a:cubicBezTo>
                    <a:pt x="72771" y="25146"/>
                    <a:pt x="65532" y="32385"/>
                    <a:pt x="56515" y="32385"/>
                  </a:cubicBezTo>
                  <a:cubicBezTo>
                    <a:pt x="45720" y="32385"/>
                    <a:pt x="35560" y="48260"/>
                    <a:pt x="33528" y="58674"/>
                  </a:cubicBezTo>
                  <a:lnTo>
                    <a:pt x="25273" y="7175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8" name="Google Shape;2688;p34"/>
            <p:cNvSpPr/>
            <p:nvPr/>
          </p:nvSpPr>
          <p:spPr>
            <a:xfrm>
              <a:off x="406940" y="77309"/>
              <a:ext cx="195675" cy="104428"/>
            </a:xfrm>
            <a:custGeom>
              <a:rect b="b" l="l" r="r" t="t"/>
              <a:pathLst>
                <a:path extrusionOk="0" h="104428" w="195675">
                  <a:moveTo>
                    <a:pt x="15208" y="104428"/>
                  </a:moveTo>
                  <a:lnTo>
                    <a:pt x="2127" y="100110"/>
                  </a:lnTo>
                  <a:cubicBezTo>
                    <a:pt x="-2953" y="84870"/>
                    <a:pt x="1619" y="75726"/>
                    <a:pt x="10001" y="72805"/>
                  </a:cubicBezTo>
                  <a:lnTo>
                    <a:pt x="49117" y="57565"/>
                  </a:lnTo>
                  <a:lnTo>
                    <a:pt x="174339" y="1431"/>
                  </a:lnTo>
                  <a:cubicBezTo>
                    <a:pt x="182467" y="-2252"/>
                    <a:pt x="192119" y="1431"/>
                    <a:pt x="195675" y="9559"/>
                  </a:cubicBezTo>
                  <a:lnTo>
                    <a:pt x="195675" y="27339"/>
                  </a:lnTo>
                  <a:lnTo>
                    <a:pt x="62452" y="87029"/>
                  </a:lnTo>
                  <a:cubicBezTo>
                    <a:pt x="48736" y="93125"/>
                    <a:pt x="34512" y="98713"/>
                    <a:pt x="20288" y="103539"/>
                  </a:cubicBezTo>
                  <a:lnTo>
                    <a:pt x="16859" y="10442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9" name="Google Shape;2689;p34"/>
            <p:cNvSpPr/>
            <p:nvPr/>
          </p:nvSpPr>
          <p:spPr>
            <a:xfrm>
              <a:off x="331397" y="164918"/>
              <a:ext cx="51127" cy="35107"/>
            </a:xfrm>
            <a:custGeom>
              <a:rect b="b" l="l" r="r" t="t"/>
              <a:pathLst>
                <a:path extrusionOk="0" h="35107" w="51127">
                  <a:moveTo>
                    <a:pt x="15313" y="34980"/>
                  </a:moveTo>
                  <a:lnTo>
                    <a:pt x="581" y="29265"/>
                  </a:lnTo>
                  <a:cubicBezTo>
                    <a:pt x="-1959" y="12374"/>
                    <a:pt x="4137" y="4119"/>
                    <a:pt x="12900" y="2849"/>
                  </a:cubicBezTo>
                  <a:lnTo>
                    <a:pt x="25727" y="817"/>
                  </a:lnTo>
                  <a:cubicBezTo>
                    <a:pt x="40840" y="-2231"/>
                    <a:pt x="49476" y="3611"/>
                    <a:pt x="51127" y="12374"/>
                  </a:cubicBezTo>
                  <a:lnTo>
                    <a:pt x="47063" y="29646"/>
                  </a:lnTo>
                  <a:cubicBezTo>
                    <a:pt x="31442" y="32694"/>
                    <a:pt x="24584" y="33837"/>
                    <a:pt x="17726" y="34853"/>
                  </a:cubicBezTo>
                  <a:lnTo>
                    <a:pt x="16075" y="35107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0" name="Google Shape;2690;p34"/>
            <p:cNvSpPr/>
            <p:nvPr/>
          </p:nvSpPr>
          <p:spPr>
            <a:xfrm>
              <a:off x="264287" y="174137"/>
              <a:ext cx="43688" cy="34016"/>
            </a:xfrm>
            <a:custGeom>
              <a:rect b="b" l="l" r="r" t="t"/>
              <a:pathLst>
                <a:path extrusionOk="0" h="34016" w="43688">
                  <a:moveTo>
                    <a:pt x="15494" y="34016"/>
                  </a:moveTo>
                  <a:lnTo>
                    <a:pt x="381" y="27920"/>
                  </a:lnTo>
                  <a:cubicBezTo>
                    <a:pt x="-1651" y="10775"/>
                    <a:pt x="4699" y="2774"/>
                    <a:pt x="13589" y="1631"/>
                  </a:cubicBezTo>
                  <a:lnTo>
                    <a:pt x="25654" y="107"/>
                  </a:lnTo>
                  <a:cubicBezTo>
                    <a:pt x="34544" y="-909"/>
                    <a:pt x="42545" y="5441"/>
                    <a:pt x="43688" y="14331"/>
                  </a:cubicBezTo>
                  <a:lnTo>
                    <a:pt x="38354" y="31222"/>
                  </a:lnTo>
                  <a:lnTo>
                    <a:pt x="17399" y="33762"/>
                  </a:lnTo>
                  <a:lnTo>
                    <a:pt x="16129" y="3388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1" name="Google Shape;2691;p34"/>
            <p:cNvSpPr/>
            <p:nvPr/>
          </p:nvSpPr>
          <p:spPr>
            <a:xfrm>
              <a:off x="63500" y="63500"/>
              <a:ext cx="746506" cy="842391"/>
            </a:xfrm>
            <a:custGeom>
              <a:rect b="b" l="l" r="r" t="t"/>
              <a:pathLst>
                <a:path extrusionOk="0" h="842391" w="746506">
                  <a:moveTo>
                    <a:pt x="421132" y="842264"/>
                  </a:moveTo>
                  <a:cubicBezTo>
                    <a:pt x="188976" y="842264"/>
                    <a:pt x="0" y="653415"/>
                    <a:pt x="0" y="421132"/>
                  </a:cubicBezTo>
                  <a:cubicBezTo>
                    <a:pt x="0" y="188849"/>
                    <a:pt x="188976" y="0"/>
                    <a:pt x="421132" y="0"/>
                  </a:cubicBezTo>
                  <a:cubicBezTo>
                    <a:pt x="544449" y="0"/>
                    <a:pt x="661162" y="53975"/>
                    <a:pt x="741553" y="148082"/>
                  </a:cubicBezTo>
                  <a:lnTo>
                    <a:pt x="746506" y="165100"/>
                  </a:lnTo>
                  <a:cubicBezTo>
                    <a:pt x="732917" y="176657"/>
                    <a:pt x="722630" y="175895"/>
                    <a:pt x="716915" y="169164"/>
                  </a:cubicBezTo>
                  <a:cubicBezTo>
                    <a:pt x="642747" y="82169"/>
                    <a:pt x="534924" y="32385"/>
                    <a:pt x="421132" y="32385"/>
                  </a:cubicBezTo>
                  <a:cubicBezTo>
                    <a:pt x="206756" y="32385"/>
                    <a:pt x="32385" y="206756"/>
                    <a:pt x="32385" y="421132"/>
                  </a:cubicBezTo>
                  <a:cubicBezTo>
                    <a:pt x="32385" y="635508"/>
                    <a:pt x="206756" y="809879"/>
                    <a:pt x="421132" y="809879"/>
                  </a:cubicBezTo>
                  <a:cubicBezTo>
                    <a:pt x="531749" y="809879"/>
                    <a:pt x="637540" y="762381"/>
                    <a:pt x="711327" y="679577"/>
                  </a:cubicBezTo>
                  <a:lnTo>
                    <a:pt x="727583" y="672338"/>
                  </a:lnTo>
                  <a:cubicBezTo>
                    <a:pt x="740918" y="684276"/>
                    <a:pt x="741553" y="694436"/>
                    <a:pt x="735584" y="701167"/>
                  </a:cubicBezTo>
                  <a:cubicBezTo>
                    <a:pt x="655574" y="790956"/>
                    <a:pt x="541020" y="842391"/>
                    <a:pt x="421259" y="84239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2" name="Google Shape;2692;p34"/>
            <p:cNvSpPr/>
            <p:nvPr/>
          </p:nvSpPr>
          <p:spPr>
            <a:xfrm>
              <a:off x="792480" y="63500"/>
              <a:ext cx="259207" cy="971804"/>
            </a:xfrm>
            <a:custGeom>
              <a:rect b="b" l="l" r="r" t="t"/>
              <a:pathLst>
                <a:path extrusionOk="0" h="971804" w="259207">
                  <a:moveTo>
                    <a:pt x="129540" y="32385"/>
                  </a:moveTo>
                  <a:cubicBezTo>
                    <a:pt x="102743" y="32385"/>
                    <a:pt x="80899" y="54229"/>
                    <a:pt x="80899" y="81026"/>
                  </a:cubicBezTo>
                  <a:lnTo>
                    <a:pt x="80899" y="749300"/>
                  </a:lnTo>
                  <a:cubicBezTo>
                    <a:pt x="80899" y="754507"/>
                    <a:pt x="78359" y="759460"/>
                    <a:pt x="74041" y="762508"/>
                  </a:cubicBezTo>
                  <a:cubicBezTo>
                    <a:pt x="47498" y="781177"/>
                    <a:pt x="32385" y="810260"/>
                    <a:pt x="32385" y="842264"/>
                  </a:cubicBezTo>
                  <a:cubicBezTo>
                    <a:pt x="32385" y="895858"/>
                    <a:pt x="75946" y="939419"/>
                    <a:pt x="129540" y="939419"/>
                  </a:cubicBezTo>
                  <a:cubicBezTo>
                    <a:pt x="183134" y="939419"/>
                    <a:pt x="226695" y="895858"/>
                    <a:pt x="226695" y="842264"/>
                  </a:cubicBezTo>
                  <a:cubicBezTo>
                    <a:pt x="226695" y="810260"/>
                    <a:pt x="211455" y="781177"/>
                    <a:pt x="185039" y="762508"/>
                  </a:cubicBezTo>
                  <a:lnTo>
                    <a:pt x="178181" y="754507"/>
                  </a:lnTo>
                  <a:lnTo>
                    <a:pt x="178181" y="81026"/>
                  </a:lnTo>
                  <a:cubicBezTo>
                    <a:pt x="178181" y="54229"/>
                    <a:pt x="156337" y="32385"/>
                    <a:pt x="129540" y="32385"/>
                  </a:cubicBezTo>
                  <a:moveTo>
                    <a:pt x="129540" y="971804"/>
                  </a:moveTo>
                  <a:cubicBezTo>
                    <a:pt x="58039" y="971804"/>
                    <a:pt x="0" y="913638"/>
                    <a:pt x="0" y="842264"/>
                  </a:cubicBezTo>
                  <a:cubicBezTo>
                    <a:pt x="0" y="802386"/>
                    <a:pt x="17653" y="766064"/>
                    <a:pt x="48641" y="741172"/>
                  </a:cubicBezTo>
                  <a:lnTo>
                    <a:pt x="48641" y="81026"/>
                  </a:lnTo>
                  <a:cubicBezTo>
                    <a:pt x="48514" y="36322"/>
                    <a:pt x="84836" y="0"/>
                    <a:pt x="129540" y="0"/>
                  </a:cubicBezTo>
                  <a:cubicBezTo>
                    <a:pt x="174244" y="0"/>
                    <a:pt x="210566" y="36322"/>
                    <a:pt x="210566" y="81026"/>
                  </a:cubicBezTo>
                  <a:lnTo>
                    <a:pt x="210566" y="741172"/>
                  </a:lnTo>
                  <a:cubicBezTo>
                    <a:pt x="241554" y="766064"/>
                    <a:pt x="259207" y="802386"/>
                    <a:pt x="259207" y="842264"/>
                  </a:cubicBezTo>
                  <a:cubicBezTo>
                    <a:pt x="259207" y="913765"/>
                    <a:pt x="201041" y="971804"/>
                    <a:pt x="129667" y="97180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3" name="Google Shape;2693;p34"/>
            <p:cNvSpPr/>
            <p:nvPr/>
          </p:nvSpPr>
          <p:spPr>
            <a:xfrm>
              <a:off x="938276" y="355092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4" name="Google Shape;2694;p34"/>
            <p:cNvSpPr/>
            <p:nvPr/>
          </p:nvSpPr>
          <p:spPr>
            <a:xfrm>
              <a:off x="938276" y="257937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5" name="Google Shape;2695;p34"/>
            <p:cNvSpPr/>
            <p:nvPr/>
          </p:nvSpPr>
          <p:spPr>
            <a:xfrm>
              <a:off x="938276" y="549402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6" name="Google Shape;2696;p34"/>
            <p:cNvSpPr/>
            <p:nvPr/>
          </p:nvSpPr>
          <p:spPr>
            <a:xfrm>
              <a:off x="938276" y="452247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7" name="Google Shape;2697;p34"/>
            <p:cNvSpPr/>
            <p:nvPr/>
          </p:nvSpPr>
          <p:spPr>
            <a:xfrm>
              <a:off x="938276" y="743839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8" name="Google Shape;2698;p34"/>
            <p:cNvSpPr/>
            <p:nvPr/>
          </p:nvSpPr>
          <p:spPr>
            <a:xfrm>
              <a:off x="938276" y="646684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99" name="Google Shape;2699;p34"/>
          <p:cNvSpPr/>
          <p:nvPr/>
        </p:nvSpPr>
        <p:spPr>
          <a:xfrm>
            <a:off x="233877" y="502191"/>
            <a:ext cx="608364" cy="610534"/>
          </a:xfrm>
          <a:custGeom>
            <a:rect b="b" l="l" r="r" t="t"/>
            <a:pathLst>
              <a:path extrusionOk="0" h="939283" w="935944">
                <a:moveTo>
                  <a:pt x="594308" y="304156"/>
                </a:moveTo>
                <a:cubicBezTo>
                  <a:pt x="562304" y="328794"/>
                  <a:pt x="536650" y="358512"/>
                  <a:pt x="515060" y="395850"/>
                </a:cubicBezTo>
                <a:lnTo>
                  <a:pt x="522934" y="395596"/>
                </a:lnTo>
                <a:cubicBezTo>
                  <a:pt x="536523" y="387976"/>
                  <a:pt x="547953" y="381118"/>
                  <a:pt x="559256" y="374387"/>
                </a:cubicBezTo>
                <a:lnTo>
                  <a:pt x="562177" y="372355"/>
                </a:lnTo>
                <a:cubicBezTo>
                  <a:pt x="576147" y="350003"/>
                  <a:pt x="587069" y="328032"/>
                  <a:pt x="594308" y="304156"/>
                </a:cubicBezTo>
                <a:moveTo>
                  <a:pt x="385774" y="620259"/>
                </a:moveTo>
                <a:cubicBezTo>
                  <a:pt x="338784" y="635118"/>
                  <a:pt x="293826" y="676901"/>
                  <a:pt x="284682" y="713477"/>
                </a:cubicBezTo>
                <a:cubicBezTo>
                  <a:pt x="324560" y="689474"/>
                  <a:pt x="357834" y="659121"/>
                  <a:pt x="385774" y="620259"/>
                </a:cubicBezTo>
                <a:moveTo>
                  <a:pt x="626312" y="347209"/>
                </a:moveTo>
                <a:cubicBezTo>
                  <a:pt x="636218" y="344034"/>
                  <a:pt x="646632" y="342891"/>
                  <a:pt x="655522" y="335017"/>
                </a:cubicBezTo>
                <a:cubicBezTo>
                  <a:pt x="675715" y="317110"/>
                  <a:pt x="694257" y="297806"/>
                  <a:pt x="709243" y="275454"/>
                </a:cubicBezTo>
                <a:lnTo>
                  <a:pt x="730452" y="240910"/>
                </a:lnTo>
                <a:cubicBezTo>
                  <a:pt x="729690" y="239894"/>
                  <a:pt x="728928" y="238878"/>
                  <a:pt x="728166" y="237862"/>
                </a:cubicBezTo>
                <a:lnTo>
                  <a:pt x="664031" y="260341"/>
                </a:lnTo>
                <a:cubicBezTo>
                  <a:pt x="654379" y="263643"/>
                  <a:pt x="649934" y="269485"/>
                  <a:pt x="647394" y="279518"/>
                </a:cubicBezTo>
                <a:lnTo>
                  <a:pt x="626312" y="347209"/>
                </a:lnTo>
                <a:moveTo>
                  <a:pt x="325322" y="574666"/>
                </a:moveTo>
                <a:lnTo>
                  <a:pt x="243661" y="575428"/>
                </a:lnTo>
                <a:cubicBezTo>
                  <a:pt x="176605" y="571745"/>
                  <a:pt x="155142" y="570094"/>
                  <a:pt x="98627" y="534026"/>
                </a:cubicBezTo>
                <a:cubicBezTo>
                  <a:pt x="87451" y="526914"/>
                  <a:pt x="84530" y="514341"/>
                  <a:pt x="91007" y="503927"/>
                </a:cubicBezTo>
                <a:cubicBezTo>
                  <a:pt x="97611" y="493386"/>
                  <a:pt x="110311" y="490465"/>
                  <a:pt x="121995" y="497831"/>
                </a:cubicBezTo>
                <a:cubicBezTo>
                  <a:pt x="161238" y="522469"/>
                  <a:pt x="163397" y="519929"/>
                  <a:pt x="209117" y="528057"/>
                </a:cubicBezTo>
                <a:cubicBezTo>
                  <a:pt x="251916" y="535677"/>
                  <a:pt x="294715" y="535042"/>
                  <a:pt x="337387" y="526787"/>
                </a:cubicBezTo>
                <a:lnTo>
                  <a:pt x="340562" y="525771"/>
                </a:lnTo>
                <a:lnTo>
                  <a:pt x="340308" y="518786"/>
                </a:lnTo>
                <a:cubicBezTo>
                  <a:pt x="285444" y="459985"/>
                  <a:pt x="221055" y="423790"/>
                  <a:pt x="144855" y="409820"/>
                </a:cubicBezTo>
                <a:cubicBezTo>
                  <a:pt x="122249" y="405756"/>
                  <a:pt x="45668" y="401819"/>
                  <a:pt x="22681" y="400168"/>
                </a:cubicBezTo>
                <a:lnTo>
                  <a:pt x="5790" y="396485"/>
                </a:lnTo>
                <a:cubicBezTo>
                  <a:pt x="-1957" y="379975"/>
                  <a:pt x="-1195" y="372482"/>
                  <a:pt x="3758" y="365624"/>
                </a:cubicBezTo>
                <a:lnTo>
                  <a:pt x="15569" y="356988"/>
                </a:lnTo>
                <a:cubicBezTo>
                  <a:pt x="86943" y="356353"/>
                  <a:pt x="200354" y="373879"/>
                  <a:pt x="257123" y="402200"/>
                </a:cubicBezTo>
                <a:cubicBezTo>
                  <a:pt x="286968" y="417059"/>
                  <a:pt x="314400" y="435474"/>
                  <a:pt x="339546" y="457445"/>
                </a:cubicBezTo>
                <a:lnTo>
                  <a:pt x="343483" y="460493"/>
                </a:lnTo>
                <a:lnTo>
                  <a:pt x="353135" y="448936"/>
                </a:lnTo>
                <a:cubicBezTo>
                  <a:pt x="331037" y="426203"/>
                  <a:pt x="318083" y="415408"/>
                  <a:pt x="302335" y="407153"/>
                </a:cubicBezTo>
                <a:lnTo>
                  <a:pt x="253440" y="376165"/>
                </a:lnTo>
                <a:cubicBezTo>
                  <a:pt x="234263" y="366513"/>
                  <a:pt x="214070" y="357750"/>
                  <a:pt x="193369" y="353051"/>
                </a:cubicBezTo>
                <a:lnTo>
                  <a:pt x="115518" y="343399"/>
                </a:lnTo>
                <a:cubicBezTo>
                  <a:pt x="101421" y="342002"/>
                  <a:pt x="92150" y="335525"/>
                  <a:pt x="91134" y="323714"/>
                </a:cubicBezTo>
                <a:cubicBezTo>
                  <a:pt x="89864" y="310633"/>
                  <a:pt x="99008" y="299584"/>
                  <a:pt x="112724" y="300219"/>
                </a:cubicBezTo>
                <a:lnTo>
                  <a:pt x="176478" y="304791"/>
                </a:lnTo>
                <a:cubicBezTo>
                  <a:pt x="179018" y="304918"/>
                  <a:pt x="181558" y="305426"/>
                  <a:pt x="185495" y="305807"/>
                </a:cubicBezTo>
                <a:lnTo>
                  <a:pt x="183082" y="301235"/>
                </a:lnTo>
                <a:cubicBezTo>
                  <a:pt x="171144" y="279264"/>
                  <a:pt x="136219" y="207890"/>
                  <a:pt x="125932" y="187316"/>
                </a:cubicBezTo>
                <a:cubicBezTo>
                  <a:pt x="118566" y="172457"/>
                  <a:pt x="123011" y="159630"/>
                  <a:pt x="135584" y="154550"/>
                </a:cubicBezTo>
                <a:cubicBezTo>
                  <a:pt x="147903" y="149597"/>
                  <a:pt x="159079" y="155312"/>
                  <a:pt x="165429" y="170171"/>
                </a:cubicBezTo>
                <a:cubicBezTo>
                  <a:pt x="178383" y="200397"/>
                  <a:pt x="218769" y="279391"/>
                  <a:pt x="240613" y="304029"/>
                </a:cubicBezTo>
                <a:cubicBezTo>
                  <a:pt x="254837" y="320031"/>
                  <a:pt x="269950" y="334509"/>
                  <a:pt x="289762" y="344161"/>
                </a:cubicBezTo>
                <a:lnTo>
                  <a:pt x="331164" y="370704"/>
                </a:lnTo>
                <a:cubicBezTo>
                  <a:pt x="350468" y="385436"/>
                  <a:pt x="373074" y="390897"/>
                  <a:pt x="395680" y="396358"/>
                </a:cubicBezTo>
                <a:lnTo>
                  <a:pt x="406983" y="391786"/>
                </a:lnTo>
                <a:cubicBezTo>
                  <a:pt x="420445" y="388230"/>
                  <a:pt x="421715" y="383277"/>
                  <a:pt x="422985" y="376546"/>
                </a:cubicBezTo>
                <a:cubicBezTo>
                  <a:pt x="425271" y="364608"/>
                  <a:pt x="423620" y="353813"/>
                  <a:pt x="420064" y="342129"/>
                </a:cubicBezTo>
                <a:lnTo>
                  <a:pt x="401522" y="266818"/>
                </a:lnTo>
                <a:cubicBezTo>
                  <a:pt x="400633" y="263008"/>
                  <a:pt x="399490" y="258944"/>
                  <a:pt x="397458" y="255642"/>
                </a:cubicBezTo>
                <a:cubicBezTo>
                  <a:pt x="373709" y="217034"/>
                  <a:pt x="343229" y="184649"/>
                  <a:pt x="306526" y="158233"/>
                </a:cubicBezTo>
                <a:lnTo>
                  <a:pt x="297509" y="150740"/>
                </a:lnTo>
                <a:cubicBezTo>
                  <a:pt x="290143" y="137659"/>
                  <a:pt x="293064" y="127118"/>
                  <a:pt x="300430" y="120895"/>
                </a:cubicBezTo>
                <a:cubicBezTo>
                  <a:pt x="307796" y="114672"/>
                  <a:pt x="318591" y="113402"/>
                  <a:pt x="326846" y="120006"/>
                </a:cubicBezTo>
                <a:lnTo>
                  <a:pt x="387298" y="171568"/>
                </a:lnTo>
                <a:cubicBezTo>
                  <a:pt x="391997" y="175632"/>
                  <a:pt x="395934" y="180712"/>
                  <a:pt x="400887" y="186173"/>
                </a:cubicBezTo>
                <a:lnTo>
                  <a:pt x="408380" y="148200"/>
                </a:lnTo>
                <a:cubicBezTo>
                  <a:pt x="412317" y="133214"/>
                  <a:pt x="446099" y="30217"/>
                  <a:pt x="451306" y="15612"/>
                </a:cubicBezTo>
                <a:cubicBezTo>
                  <a:pt x="455751" y="2658"/>
                  <a:pt x="467562" y="-2803"/>
                  <a:pt x="479373" y="1388"/>
                </a:cubicBezTo>
                <a:cubicBezTo>
                  <a:pt x="490930" y="5579"/>
                  <a:pt x="496264" y="17644"/>
                  <a:pt x="491438" y="30725"/>
                </a:cubicBezTo>
                <a:cubicBezTo>
                  <a:pt x="478484" y="66285"/>
                  <a:pt x="442543" y="190872"/>
                  <a:pt x="442416" y="228845"/>
                </a:cubicBezTo>
                <a:cubicBezTo>
                  <a:pt x="442289" y="243069"/>
                  <a:pt x="445337" y="255515"/>
                  <a:pt x="454354" y="267580"/>
                </a:cubicBezTo>
                <a:lnTo>
                  <a:pt x="457148" y="262119"/>
                </a:lnTo>
                <a:cubicBezTo>
                  <a:pt x="486104" y="203064"/>
                  <a:pt x="491565" y="184903"/>
                  <a:pt x="541730" y="147057"/>
                </a:cubicBezTo>
                <a:lnTo>
                  <a:pt x="557224" y="139437"/>
                </a:lnTo>
                <a:cubicBezTo>
                  <a:pt x="573480" y="147057"/>
                  <a:pt x="577544" y="153153"/>
                  <a:pt x="578179" y="161154"/>
                </a:cubicBezTo>
                <a:lnTo>
                  <a:pt x="574242" y="176902"/>
                </a:lnTo>
                <a:cubicBezTo>
                  <a:pt x="534364" y="206747"/>
                  <a:pt x="540587" y="207255"/>
                  <a:pt x="518362" y="241418"/>
                </a:cubicBezTo>
                <a:cubicBezTo>
                  <a:pt x="502741" y="265421"/>
                  <a:pt x="490422" y="291075"/>
                  <a:pt x="480770" y="318126"/>
                </a:cubicBezTo>
                <a:lnTo>
                  <a:pt x="477214" y="334128"/>
                </a:lnTo>
                <a:cubicBezTo>
                  <a:pt x="481786" y="348352"/>
                  <a:pt x="482802" y="354448"/>
                  <a:pt x="484326" y="361052"/>
                </a:cubicBezTo>
                <a:lnTo>
                  <a:pt x="514679" y="321047"/>
                </a:lnTo>
                <a:cubicBezTo>
                  <a:pt x="540333" y="289805"/>
                  <a:pt x="570686" y="263643"/>
                  <a:pt x="605357" y="242815"/>
                </a:cubicBezTo>
                <a:lnTo>
                  <a:pt x="613104" y="236719"/>
                </a:lnTo>
                <a:cubicBezTo>
                  <a:pt x="613485" y="207128"/>
                  <a:pt x="614247" y="139564"/>
                  <a:pt x="614882" y="116069"/>
                </a:cubicBezTo>
                <a:lnTo>
                  <a:pt x="614501" y="111497"/>
                </a:lnTo>
                <a:cubicBezTo>
                  <a:pt x="614120" y="95622"/>
                  <a:pt x="622756" y="85716"/>
                  <a:pt x="635075" y="85208"/>
                </a:cubicBezTo>
                <a:cubicBezTo>
                  <a:pt x="647013" y="84700"/>
                  <a:pt x="656919" y="93590"/>
                  <a:pt x="657554" y="106671"/>
                </a:cubicBezTo>
                <a:cubicBezTo>
                  <a:pt x="658316" y="126483"/>
                  <a:pt x="658316" y="190237"/>
                  <a:pt x="658570" y="210176"/>
                </a:cubicBezTo>
                <a:lnTo>
                  <a:pt x="658570" y="212970"/>
                </a:lnTo>
                <a:lnTo>
                  <a:pt x="666952" y="212462"/>
                </a:lnTo>
                <a:cubicBezTo>
                  <a:pt x="687780" y="206366"/>
                  <a:pt x="704544" y="201159"/>
                  <a:pt x="721689" y="196968"/>
                </a:cubicBezTo>
                <a:cubicBezTo>
                  <a:pt x="743406" y="191761"/>
                  <a:pt x="755725" y="204842"/>
                  <a:pt x="750391" y="227194"/>
                </a:cubicBezTo>
                <a:lnTo>
                  <a:pt x="754201" y="228210"/>
                </a:lnTo>
                <a:cubicBezTo>
                  <a:pt x="770330" y="233544"/>
                  <a:pt x="776553" y="247133"/>
                  <a:pt x="768679" y="260595"/>
                </a:cubicBezTo>
                <a:lnTo>
                  <a:pt x="730452" y="320158"/>
                </a:lnTo>
                <a:cubicBezTo>
                  <a:pt x="728166" y="323714"/>
                  <a:pt x="725118" y="326889"/>
                  <a:pt x="721308" y="331461"/>
                </a:cubicBezTo>
                <a:lnTo>
                  <a:pt x="727912" y="331842"/>
                </a:lnTo>
                <a:cubicBezTo>
                  <a:pt x="760043" y="331969"/>
                  <a:pt x="757757" y="329810"/>
                  <a:pt x="786586" y="336668"/>
                </a:cubicBezTo>
                <a:cubicBezTo>
                  <a:pt x="800683" y="339970"/>
                  <a:pt x="808049" y="350511"/>
                  <a:pt x="805255" y="362957"/>
                </a:cubicBezTo>
                <a:cubicBezTo>
                  <a:pt x="802461" y="375403"/>
                  <a:pt x="791412" y="382007"/>
                  <a:pt x="777188" y="378832"/>
                </a:cubicBezTo>
                <a:cubicBezTo>
                  <a:pt x="731595" y="368672"/>
                  <a:pt x="717244" y="372101"/>
                  <a:pt x="671270" y="381245"/>
                </a:cubicBezTo>
                <a:lnTo>
                  <a:pt x="663142" y="384039"/>
                </a:lnTo>
                <a:cubicBezTo>
                  <a:pt x="635329" y="403089"/>
                  <a:pt x="609421" y="416678"/>
                  <a:pt x="581735" y="427092"/>
                </a:cubicBezTo>
                <a:lnTo>
                  <a:pt x="572591" y="432807"/>
                </a:lnTo>
                <a:lnTo>
                  <a:pt x="567257" y="442840"/>
                </a:lnTo>
                <a:cubicBezTo>
                  <a:pt x="570051" y="451857"/>
                  <a:pt x="574242" y="457572"/>
                  <a:pt x="575131" y="463922"/>
                </a:cubicBezTo>
                <a:cubicBezTo>
                  <a:pt x="576782" y="474463"/>
                  <a:pt x="583513" y="479416"/>
                  <a:pt x="591895" y="483988"/>
                </a:cubicBezTo>
                <a:cubicBezTo>
                  <a:pt x="670254" y="527549"/>
                  <a:pt x="815161" y="520691"/>
                  <a:pt x="900378" y="493132"/>
                </a:cubicBezTo>
                <a:lnTo>
                  <a:pt x="904696" y="491608"/>
                </a:lnTo>
                <a:cubicBezTo>
                  <a:pt x="919428" y="487290"/>
                  <a:pt x="930985" y="492878"/>
                  <a:pt x="934795" y="504435"/>
                </a:cubicBezTo>
                <a:cubicBezTo>
                  <a:pt x="938478" y="515611"/>
                  <a:pt x="933144" y="527549"/>
                  <a:pt x="921079" y="531359"/>
                </a:cubicBezTo>
                <a:lnTo>
                  <a:pt x="865326" y="546599"/>
                </a:lnTo>
                <a:cubicBezTo>
                  <a:pt x="855293" y="549012"/>
                  <a:pt x="782014" y="564633"/>
                  <a:pt x="770203" y="566411"/>
                </a:cubicBezTo>
                <a:lnTo>
                  <a:pt x="775410" y="570602"/>
                </a:lnTo>
                <a:cubicBezTo>
                  <a:pt x="794206" y="587747"/>
                  <a:pt x="811351" y="602733"/>
                  <a:pt x="827607" y="618735"/>
                </a:cubicBezTo>
                <a:cubicBezTo>
                  <a:pt x="839037" y="630038"/>
                  <a:pt x="838910" y="643246"/>
                  <a:pt x="829131" y="652263"/>
                </a:cubicBezTo>
                <a:cubicBezTo>
                  <a:pt x="819352" y="661280"/>
                  <a:pt x="806525" y="659756"/>
                  <a:pt x="795730" y="647818"/>
                </a:cubicBezTo>
                <a:cubicBezTo>
                  <a:pt x="747470" y="594859"/>
                  <a:pt x="688161" y="561712"/>
                  <a:pt x="617676" y="548631"/>
                </a:cubicBezTo>
                <a:lnTo>
                  <a:pt x="580846" y="544186"/>
                </a:lnTo>
                <a:cubicBezTo>
                  <a:pt x="573988" y="543297"/>
                  <a:pt x="570559" y="545710"/>
                  <a:pt x="569924" y="552949"/>
                </a:cubicBezTo>
                <a:lnTo>
                  <a:pt x="616787" y="563109"/>
                </a:lnTo>
                <a:cubicBezTo>
                  <a:pt x="694003" y="583175"/>
                  <a:pt x="813383" y="677663"/>
                  <a:pt x="866596" y="736972"/>
                </a:cubicBezTo>
                <a:cubicBezTo>
                  <a:pt x="876121" y="747513"/>
                  <a:pt x="875994" y="760848"/>
                  <a:pt x="866596" y="769357"/>
                </a:cubicBezTo>
                <a:cubicBezTo>
                  <a:pt x="857071" y="777993"/>
                  <a:pt x="844371" y="776977"/>
                  <a:pt x="834465" y="765928"/>
                </a:cubicBezTo>
                <a:cubicBezTo>
                  <a:pt x="795984" y="723002"/>
                  <a:pt x="695781" y="637023"/>
                  <a:pt x="641933" y="616449"/>
                </a:cubicBezTo>
                <a:cubicBezTo>
                  <a:pt x="611580" y="604892"/>
                  <a:pt x="580084" y="598034"/>
                  <a:pt x="547826" y="594732"/>
                </a:cubicBezTo>
                <a:lnTo>
                  <a:pt x="533856" y="594732"/>
                </a:lnTo>
                <a:cubicBezTo>
                  <a:pt x="523442" y="603622"/>
                  <a:pt x="518108" y="606035"/>
                  <a:pt x="512901" y="609210"/>
                </a:cubicBezTo>
                <a:cubicBezTo>
                  <a:pt x="533348" y="642865"/>
                  <a:pt x="558494" y="671948"/>
                  <a:pt x="588593" y="696713"/>
                </a:cubicBezTo>
                <a:cubicBezTo>
                  <a:pt x="626820" y="728082"/>
                  <a:pt x="654633" y="741163"/>
                  <a:pt x="702131" y="754752"/>
                </a:cubicBezTo>
                <a:cubicBezTo>
                  <a:pt x="716736" y="758943"/>
                  <a:pt x="723594" y="770246"/>
                  <a:pt x="719657" y="782565"/>
                </a:cubicBezTo>
                <a:cubicBezTo>
                  <a:pt x="715720" y="794884"/>
                  <a:pt x="704417" y="800218"/>
                  <a:pt x="690320" y="796281"/>
                </a:cubicBezTo>
                <a:cubicBezTo>
                  <a:pt x="654887" y="786375"/>
                  <a:pt x="636599" y="780914"/>
                  <a:pt x="605103" y="761610"/>
                </a:cubicBezTo>
                <a:cubicBezTo>
                  <a:pt x="562304" y="735321"/>
                  <a:pt x="525982" y="701920"/>
                  <a:pt x="496010" y="661661"/>
                </a:cubicBezTo>
                <a:lnTo>
                  <a:pt x="493851" y="658994"/>
                </a:lnTo>
                <a:lnTo>
                  <a:pt x="496518" y="672837"/>
                </a:lnTo>
                <a:cubicBezTo>
                  <a:pt x="528141" y="745227"/>
                  <a:pt x="623264" y="846065"/>
                  <a:pt x="684732" y="882006"/>
                </a:cubicBezTo>
                <a:lnTo>
                  <a:pt x="686764" y="883149"/>
                </a:lnTo>
                <a:cubicBezTo>
                  <a:pt x="700353" y="891277"/>
                  <a:pt x="704290" y="903215"/>
                  <a:pt x="697940" y="914391"/>
                </a:cubicBezTo>
                <a:cubicBezTo>
                  <a:pt x="691590" y="925567"/>
                  <a:pt x="678763" y="929123"/>
                  <a:pt x="666444" y="921249"/>
                </a:cubicBezTo>
                <a:lnTo>
                  <a:pt x="611707" y="883403"/>
                </a:lnTo>
                <a:cubicBezTo>
                  <a:pt x="577544" y="856098"/>
                  <a:pt x="500201" y="772405"/>
                  <a:pt x="478357" y="734559"/>
                </a:cubicBezTo>
                <a:lnTo>
                  <a:pt x="476325" y="731384"/>
                </a:lnTo>
                <a:cubicBezTo>
                  <a:pt x="474166" y="742306"/>
                  <a:pt x="474420" y="754498"/>
                  <a:pt x="474039" y="766817"/>
                </a:cubicBezTo>
                <a:cubicBezTo>
                  <a:pt x="472769" y="811394"/>
                  <a:pt x="463752" y="854320"/>
                  <a:pt x="447623" y="895849"/>
                </a:cubicBezTo>
                <a:cubicBezTo>
                  <a:pt x="442670" y="908549"/>
                  <a:pt x="430478" y="913883"/>
                  <a:pt x="418921" y="909311"/>
                </a:cubicBezTo>
                <a:cubicBezTo>
                  <a:pt x="407872" y="904866"/>
                  <a:pt x="403046" y="893055"/>
                  <a:pt x="407237" y="880482"/>
                </a:cubicBezTo>
                <a:lnTo>
                  <a:pt x="410031" y="872862"/>
                </a:lnTo>
                <a:cubicBezTo>
                  <a:pt x="412571" y="865242"/>
                  <a:pt x="413714" y="861432"/>
                  <a:pt x="415746" y="855209"/>
                </a:cubicBezTo>
                <a:cubicBezTo>
                  <a:pt x="404697" y="869179"/>
                  <a:pt x="359485" y="916804"/>
                  <a:pt x="349833" y="928742"/>
                </a:cubicBezTo>
                <a:lnTo>
                  <a:pt x="337514" y="939283"/>
                </a:lnTo>
                <a:cubicBezTo>
                  <a:pt x="311479" y="934965"/>
                  <a:pt x="305256" y="916423"/>
                  <a:pt x="315797" y="901818"/>
                </a:cubicBezTo>
                <a:cubicBezTo>
                  <a:pt x="329894" y="882514"/>
                  <a:pt x="380186" y="827777"/>
                  <a:pt x="392505" y="807457"/>
                </a:cubicBezTo>
                <a:cubicBezTo>
                  <a:pt x="410158" y="777993"/>
                  <a:pt x="421842" y="745735"/>
                  <a:pt x="425906" y="711699"/>
                </a:cubicBezTo>
                <a:cubicBezTo>
                  <a:pt x="427684" y="696586"/>
                  <a:pt x="422096" y="680584"/>
                  <a:pt x="419556" y="664963"/>
                </a:cubicBezTo>
                <a:lnTo>
                  <a:pt x="417397" y="657851"/>
                </a:lnTo>
                <a:lnTo>
                  <a:pt x="412190" y="657343"/>
                </a:lnTo>
                <a:cubicBezTo>
                  <a:pt x="371931" y="708397"/>
                  <a:pt x="323925" y="745989"/>
                  <a:pt x="266648" y="771389"/>
                </a:cubicBezTo>
                <a:lnTo>
                  <a:pt x="257758" y="776596"/>
                </a:lnTo>
                <a:cubicBezTo>
                  <a:pt x="254583" y="797424"/>
                  <a:pt x="251789" y="811902"/>
                  <a:pt x="248868" y="826253"/>
                </a:cubicBezTo>
                <a:cubicBezTo>
                  <a:pt x="246328" y="838699"/>
                  <a:pt x="234898" y="846192"/>
                  <a:pt x="223214" y="843525"/>
                </a:cubicBezTo>
                <a:cubicBezTo>
                  <a:pt x="212546" y="841112"/>
                  <a:pt x="205688" y="831968"/>
                  <a:pt x="206577" y="820411"/>
                </a:cubicBezTo>
                <a:lnTo>
                  <a:pt x="210260" y="791201"/>
                </a:lnTo>
                <a:cubicBezTo>
                  <a:pt x="204926" y="793106"/>
                  <a:pt x="200100" y="794249"/>
                  <a:pt x="195782" y="796535"/>
                </a:cubicBezTo>
                <a:cubicBezTo>
                  <a:pt x="184225" y="802377"/>
                  <a:pt x="172668" y="799583"/>
                  <a:pt x="164667" y="788407"/>
                </a:cubicBezTo>
                <a:cubicBezTo>
                  <a:pt x="157936" y="779136"/>
                  <a:pt x="159206" y="767960"/>
                  <a:pt x="167715" y="759451"/>
                </a:cubicBezTo>
                <a:lnTo>
                  <a:pt x="172160" y="754879"/>
                </a:lnTo>
                <a:cubicBezTo>
                  <a:pt x="196163" y="712334"/>
                  <a:pt x="224357" y="677282"/>
                  <a:pt x="259028" y="647310"/>
                </a:cubicBezTo>
                <a:lnTo>
                  <a:pt x="261695" y="646167"/>
                </a:lnTo>
                <a:lnTo>
                  <a:pt x="261314" y="643373"/>
                </a:lnTo>
                <a:lnTo>
                  <a:pt x="219023" y="648961"/>
                </a:lnTo>
                <a:cubicBezTo>
                  <a:pt x="167207" y="653914"/>
                  <a:pt x="85292" y="648326"/>
                  <a:pt x="35889" y="631435"/>
                </a:cubicBezTo>
                <a:cubicBezTo>
                  <a:pt x="23189" y="627117"/>
                  <a:pt x="17093" y="615941"/>
                  <a:pt x="20649" y="604511"/>
                </a:cubicBezTo>
                <a:cubicBezTo>
                  <a:pt x="24459" y="592192"/>
                  <a:pt x="36270" y="586350"/>
                  <a:pt x="49859" y="590795"/>
                </a:cubicBezTo>
                <a:cubicBezTo>
                  <a:pt x="90118" y="604130"/>
                  <a:pt x="162508" y="609464"/>
                  <a:pt x="204799" y="606924"/>
                </a:cubicBezTo>
                <a:cubicBezTo>
                  <a:pt x="246201" y="604384"/>
                  <a:pt x="285444" y="593970"/>
                  <a:pt x="322909" y="576190"/>
                </a:cubicBezTo>
                <a:lnTo>
                  <a:pt x="325703" y="574412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00" name="Google Shape;2700;p34"/>
          <p:cNvGrpSpPr/>
          <p:nvPr/>
        </p:nvGrpSpPr>
        <p:grpSpPr>
          <a:xfrm>
            <a:off x="178004" y="7762777"/>
            <a:ext cx="720087" cy="727028"/>
            <a:chOff x="63500" y="63500"/>
            <a:chExt cx="1106805" cy="1117473"/>
          </a:xfrm>
        </p:grpSpPr>
        <p:sp>
          <p:nvSpPr>
            <p:cNvPr id="2701" name="Google Shape;2701;p34"/>
            <p:cNvSpPr/>
            <p:nvPr/>
          </p:nvSpPr>
          <p:spPr>
            <a:xfrm>
              <a:off x="452417" y="519747"/>
              <a:ext cx="530803" cy="322500"/>
            </a:xfrm>
            <a:custGeom>
              <a:rect b="b" l="l" r="r" t="t"/>
              <a:pathLst>
                <a:path extrusionOk="0" h="322500" w="530803">
                  <a:moveTo>
                    <a:pt x="300693" y="277051"/>
                  </a:moveTo>
                  <a:cubicBezTo>
                    <a:pt x="338031" y="274765"/>
                    <a:pt x="374099" y="269558"/>
                    <a:pt x="406738" y="250635"/>
                  </a:cubicBezTo>
                  <a:cubicBezTo>
                    <a:pt x="451950" y="224473"/>
                    <a:pt x="478747" y="185357"/>
                    <a:pt x="487637" y="133922"/>
                  </a:cubicBezTo>
                  <a:lnTo>
                    <a:pt x="488653" y="127064"/>
                  </a:lnTo>
                  <a:cubicBezTo>
                    <a:pt x="491828" y="110046"/>
                    <a:pt x="500845" y="103061"/>
                    <a:pt x="513418" y="104839"/>
                  </a:cubicBezTo>
                  <a:cubicBezTo>
                    <a:pt x="526372" y="106617"/>
                    <a:pt x="532087" y="114999"/>
                    <a:pt x="530563" y="129731"/>
                  </a:cubicBezTo>
                  <a:cubicBezTo>
                    <a:pt x="520657" y="223330"/>
                    <a:pt x="456014" y="297117"/>
                    <a:pt x="363304" y="316167"/>
                  </a:cubicBezTo>
                  <a:cubicBezTo>
                    <a:pt x="285961" y="332169"/>
                    <a:pt x="212555" y="317183"/>
                    <a:pt x="144229" y="278702"/>
                  </a:cubicBezTo>
                  <a:cubicBezTo>
                    <a:pt x="94191" y="250508"/>
                    <a:pt x="51138" y="214186"/>
                    <a:pt x="22817" y="162878"/>
                  </a:cubicBezTo>
                  <a:cubicBezTo>
                    <a:pt x="11768" y="142812"/>
                    <a:pt x="1608" y="121984"/>
                    <a:pt x="211" y="98489"/>
                  </a:cubicBezTo>
                  <a:cubicBezTo>
                    <a:pt x="-1948" y="59881"/>
                    <a:pt x="12403" y="29020"/>
                    <a:pt x="47455" y="10732"/>
                  </a:cubicBezTo>
                  <a:cubicBezTo>
                    <a:pt x="82634" y="-7683"/>
                    <a:pt x="115781" y="-1587"/>
                    <a:pt x="146134" y="22797"/>
                  </a:cubicBezTo>
                  <a:lnTo>
                    <a:pt x="170391" y="44260"/>
                  </a:lnTo>
                  <a:cubicBezTo>
                    <a:pt x="180932" y="55055"/>
                    <a:pt x="179789" y="65469"/>
                    <a:pt x="167978" y="76518"/>
                  </a:cubicBezTo>
                  <a:cubicBezTo>
                    <a:pt x="158072" y="85789"/>
                    <a:pt x="149817" y="85281"/>
                    <a:pt x="139149" y="74359"/>
                  </a:cubicBezTo>
                  <a:lnTo>
                    <a:pt x="120734" y="55055"/>
                  </a:lnTo>
                  <a:cubicBezTo>
                    <a:pt x="104097" y="40577"/>
                    <a:pt x="85301" y="37783"/>
                    <a:pt x="69807" y="46673"/>
                  </a:cubicBezTo>
                  <a:cubicBezTo>
                    <a:pt x="50503" y="57722"/>
                    <a:pt x="41232" y="77407"/>
                    <a:pt x="45042" y="99124"/>
                  </a:cubicBezTo>
                  <a:cubicBezTo>
                    <a:pt x="49487" y="123635"/>
                    <a:pt x="61044" y="144717"/>
                    <a:pt x="77046" y="163132"/>
                  </a:cubicBezTo>
                  <a:cubicBezTo>
                    <a:pt x="119972" y="212789"/>
                    <a:pt x="170391" y="251651"/>
                    <a:pt x="235542" y="267145"/>
                  </a:cubicBezTo>
                  <a:lnTo>
                    <a:pt x="300439" y="27705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2" name="Google Shape;2702;p34"/>
            <p:cNvSpPr/>
            <p:nvPr/>
          </p:nvSpPr>
          <p:spPr>
            <a:xfrm>
              <a:off x="277098" y="401210"/>
              <a:ext cx="478944" cy="315717"/>
            </a:xfrm>
            <a:custGeom>
              <a:rect b="b" l="l" r="r" t="t"/>
              <a:pathLst>
                <a:path extrusionOk="0" h="315717" w="478944">
                  <a:moveTo>
                    <a:pt x="178959" y="42020"/>
                  </a:moveTo>
                  <a:cubicBezTo>
                    <a:pt x="134890" y="42147"/>
                    <a:pt x="93996" y="51418"/>
                    <a:pt x="58817" y="79104"/>
                  </a:cubicBezTo>
                  <a:lnTo>
                    <a:pt x="38370" y="97773"/>
                  </a:lnTo>
                  <a:cubicBezTo>
                    <a:pt x="26813" y="108314"/>
                    <a:pt x="16780" y="108695"/>
                    <a:pt x="7382" y="99297"/>
                  </a:cubicBezTo>
                  <a:cubicBezTo>
                    <a:pt x="-2397" y="89518"/>
                    <a:pt x="-2651" y="79485"/>
                    <a:pt x="7763" y="68182"/>
                  </a:cubicBezTo>
                  <a:cubicBezTo>
                    <a:pt x="43196" y="30082"/>
                    <a:pt x="86757" y="6333"/>
                    <a:pt x="138446" y="1634"/>
                  </a:cubicBezTo>
                  <a:cubicBezTo>
                    <a:pt x="257191" y="-9161"/>
                    <a:pt x="354600" y="33765"/>
                    <a:pt x="431816" y="123554"/>
                  </a:cubicBezTo>
                  <a:cubicBezTo>
                    <a:pt x="452009" y="147049"/>
                    <a:pt x="469281" y="172322"/>
                    <a:pt x="476520" y="203564"/>
                  </a:cubicBezTo>
                  <a:cubicBezTo>
                    <a:pt x="485283" y="241410"/>
                    <a:pt x="469662" y="285352"/>
                    <a:pt x="439690" y="303894"/>
                  </a:cubicBezTo>
                  <a:cubicBezTo>
                    <a:pt x="408702" y="323071"/>
                    <a:pt x="361204" y="318499"/>
                    <a:pt x="331486" y="293226"/>
                  </a:cubicBezTo>
                  <a:lnTo>
                    <a:pt x="310404" y="272652"/>
                  </a:lnTo>
                  <a:cubicBezTo>
                    <a:pt x="299355" y="259444"/>
                    <a:pt x="304308" y="242680"/>
                    <a:pt x="320564" y="236330"/>
                  </a:cubicBezTo>
                  <a:lnTo>
                    <a:pt x="334788" y="236711"/>
                  </a:lnTo>
                  <a:cubicBezTo>
                    <a:pt x="348250" y="249411"/>
                    <a:pt x="355489" y="257539"/>
                    <a:pt x="363998" y="264016"/>
                  </a:cubicBezTo>
                  <a:cubicBezTo>
                    <a:pt x="378349" y="274938"/>
                    <a:pt x="394224" y="278494"/>
                    <a:pt x="411369" y="269985"/>
                  </a:cubicBezTo>
                  <a:cubicBezTo>
                    <a:pt x="428768" y="261349"/>
                    <a:pt x="435245" y="246871"/>
                    <a:pt x="436134" y="228075"/>
                  </a:cubicBezTo>
                  <a:cubicBezTo>
                    <a:pt x="436896" y="212073"/>
                    <a:pt x="433086" y="197595"/>
                    <a:pt x="424577" y="184514"/>
                  </a:cubicBezTo>
                  <a:cubicBezTo>
                    <a:pt x="366538" y="95995"/>
                    <a:pt x="286528" y="45068"/>
                    <a:pt x="179086" y="417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3" name="Google Shape;2703;p34"/>
            <p:cNvSpPr/>
            <p:nvPr/>
          </p:nvSpPr>
          <p:spPr>
            <a:xfrm>
              <a:off x="325981" y="253551"/>
              <a:ext cx="447026" cy="241876"/>
            </a:xfrm>
            <a:custGeom>
              <a:rect b="b" l="l" r="r" t="t"/>
              <a:pathLst>
                <a:path extrusionOk="0" h="241876" w="447026">
                  <a:moveTo>
                    <a:pt x="98072" y="40962"/>
                  </a:moveTo>
                  <a:lnTo>
                    <a:pt x="39652" y="52138"/>
                  </a:lnTo>
                  <a:cubicBezTo>
                    <a:pt x="34953" y="53027"/>
                    <a:pt x="30508" y="54932"/>
                    <a:pt x="25936" y="55948"/>
                  </a:cubicBezTo>
                  <a:cubicBezTo>
                    <a:pt x="13236" y="58615"/>
                    <a:pt x="5743" y="54551"/>
                    <a:pt x="1806" y="43375"/>
                  </a:cubicBezTo>
                  <a:cubicBezTo>
                    <a:pt x="-2385" y="31564"/>
                    <a:pt x="536" y="21277"/>
                    <a:pt x="12474" y="17594"/>
                  </a:cubicBezTo>
                  <a:lnTo>
                    <a:pt x="77117" y="2227"/>
                  </a:lnTo>
                  <a:cubicBezTo>
                    <a:pt x="140236" y="-6663"/>
                    <a:pt x="198021" y="12133"/>
                    <a:pt x="253647" y="39692"/>
                  </a:cubicBezTo>
                  <a:cubicBezTo>
                    <a:pt x="327053" y="76014"/>
                    <a:pt x="390045" y="125036"/>
                    <a:pt x="436019" y="193870"/>
                  </a:cubicBezTo>
                  <a:lnTo>
                    <a:pt x="443766" y="206316"/>
                  </a:lnTo>
                  <a:cubicBezTo>
                    <a:pt x="449735" y="221683"/>
                    <a:pt x="447068" y="229303"/>
                    <a:pt x="439321" y="234764"/>
                  </a:cubicBezTo>
                  <a:lnTo>
                    <a:pt x="423192" y="241876"/>
                  </a:lnTo>
                  <a:cubicBezTo>
                    <a:pt x="410111" y="230954"/>
                    <a:pt x="405412" y="225112"/>
                    <a:pt x="401348" y="219143"/>
                  </a:cubicBezTo>
                  <a:cubicBezTo>
                    <a:pt x="340769" y="129862"/>
                    <a:pt x="256187" y="75379"/>
                    <a:pt x="152809" y="48963"/>
                  </a:cubicBezTo>
                  <a:lnTo>
                    <a:pt x="98072" y="4096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4" name="Google Shape;2704;p34"/>
            <p:cNvSpPr/>
            <p:nvPr/>
          </p:nvSpPr>
          <p:spPr>
            <a:xfrm>
              <a:off x="432969" y="743106"/>
              <a:ext cx="446193" cy="239366"/>
            </a:xfrm>
            <a:custGeom>
              <a:rect b="b" l="l" r="r" t="t"/>
              <a:pathLst>
                <a:path extrusionOk="0" h="239366" w="446193">
                  <a:moveTo>
                    <a:pt x="348081" y="239366"/>
                  </a:moveTo>
                  <a:cubicBezTo>
                    <a:pt x="272389" y="237842"/>
                    <a:pt x="205206" y="214601"/>
                    <a:pt x="143738" y="174342"/>
                  </a:cubicBezTo>
                  <a:cubicBezTo>
                    <a:pt x="90525" y="139544"/>
                    <a:pt x="43281" y="98269"/>
                    <a:pt x="9118" y="43659"/>
                  </a:cubicBezTo>
                  <a:lnTo>
                    <a:pt x="3530" y="34261"/>
                  </a:lnTo>
                  <a:cubicBezTo>
                    <a:pt x="-3074" y="17497"/>
                    <a:pt x="-153" y="8988"/>
                    <a:pt x="10134" y="3400"/>
                  </a:cubicBezTo>
                  <a:cubicBezTo>
                    <a:pt x="20675" y="-2442"/>
                    <a:pt x="29057" y="-918"/>
                    <a:pt x="36804" y="9242"/>
                  </a:cubicBezTo>
                  <a:lnTo>
                    <a:pt x="79349" y="65503"/>
                  </a:lnTo>
                  <a:cubicBezTo>
                    <a:pt x="139928" y="131289"/>
                    <a:pt x="213080" y="176755"/>
                    <a:pt x="301472" y="195170"/>
                  </a:cubicBezTo>
                  <a:cubicBezTo>
                    <a:pt x="330301" y="201139"/>
                    <a:pt x="359003" y="198853"/>
                    <a:pt x="387705" y="193392"/>
                  </a:cubicBezTo>
                  <a:lnTo>
                    <a:pt x="422630" y="188820"/>
                  </a:lnTo>
                  <a:cubicBezTo>
                    <a:pt x="436473" y="188312"/>
                    <a:pt x="444474" y="194281"/>
                    <a:pt x="445871" y="203806"/>
                  </a:cubicBezTo>
                  <a:cubicBezTo>
                    <a:pt x="447649" y="214601"/>
                    <a:pt x="442061" y="224888"/>
                    <a:pt x="429107" y="228190"/>
                  </a:cubicBezTo>
                  <a:lnTo>
                    <a:pt x="374751" y="237588"/>
                  </a:lnTo>
                  <a:cubicBezTo>
                    <a:pt x="365353" y="238985"/>
                    <a:pt x="355701" y="238731"/>
                    <a:pt x="347700" y="23923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5" name="Google Shape;2705;p34"/>
            <p:cNvSpPr/>
            <p:nvPr/>
          </p:nvSpPr>
          <p:spPr>
            <a:xfrm>
              <a:off x="323596" y="590075"/>
              <a:ext cx="131850" cy="329767"/>
            </a:xfrm>
            <a:custGeom>
              <a:rect b="b" l="l" r="r" t="t"/>
              <a:pathLst>
                <a:path extrusionOk="0" h="329767" w="131850">
                  <a:moveTo>
                    <a:pt x="127" y="115156"/>
                  </a:moveTo>
                  <a:cubicBezTo>
                    <a:pt x="4318" y="74643"/>
                    <a:pt x="11938" y="39210"/>
                    <a:pt x="36830" y="10000"/>
                  </a:cubicBezTo>
                  <a:cubicBezTo>
                    <a:pt x="47117" y="-2065"/>
                    <a:pt x="57277" y="-2954"/>
                    <a:pt x="68326" y="5936"/>
                  </a:cubicBezTo>
                  <a:lnTo>
                    <a:pt x="77724" y="19271"/>
                  </a:lnTo>
                  <a:cubicBezTo>
                    <a:pt x="73152" y="30701"/>
                    <a:pt x="71882" y="33368"/>
                    <a:pt x="70104" y="35527"/>
                  </a:cubicBezTo>
                  <a:cubicBezTo>
                    <a:pt x="44958" y="67023"/>
                    <a:pt x="42545" y="102837"/>
                    <a:pt x="50038" y="140556"/>
                  </a:cubicBezTo>
                  <a:cubicBezTo>
                    <a:pt x="60325" y="191737"/>
                    <a:pt x="83820" y="236822"/>
                    <a:pt x="114427" y="278605"/>
                  </a:cubicBezTo>
                  <a:lnTo>
                    <a:pt x="122936" y="288892"/>
                  </a:lnTo>
                  <a:cubicBezTo>
                    <a:pt x="135509" y="306164"/>
                    <a:pt x="134112" y="316451"/>
                    <a:pt x="122936" y="325087"/>
                  </a:cubicBezTo>
                  <a:cubicBezTo>
                    <a:pt x="112776" y="332834"/>
                    <a:pt x="103632" y="330929"/>
                    <a:pt x="94234" y="319626"/>
                  </a:cubicBezTo>
                  <a:cubicBezTo>
                    <a:pt x="56134" y="273906"/>
                    <a:pt x="26289" y="223487"/>
                    <a:pt x="9906" y="166083"/>
                  </a:cubicBezTo>
                  <a:lnTo>
                    <a:pt x="0" y="11515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6" name="Google Shape;2706;p34"/>
            <p:cNvSpPr/>
            <p:nvPr/>
          </p:nvSpPr>
          <p:spPr>
            <a:xfrm>
              <a:off x="747631" y="315829"/>
              <a:ext cx="131971" cy="331109"/>
            </a:xfrm>
            <a:custGeom>
              <a:rect b="b" l="l" r="r" t="t"/>
              <a:pathLst>
                <a:path extrusionOk="0" h="331109" w="131971">
                  <a:moveTo>
                    <a:pt x="131844" y="224556"/>
                  </a:moveTo>
                  <a:cubicBezTo>
                    <a:pt x="133114" y="259862"/>
                    <a:pt x="121557" y="290596"/>
                    <a:pt x="101745" y="318663"/>
                  </a:cubicBezTo>
                  <a:lnTo>
                    <a:pt x="88918" y="331109"/>
                  </a:lnTo>
                  <a:cubicBezTo>
                    <a:pt x="61867" y="324251"/>
                    <a:pt x="56152" y="310281"/>
                    <a:pt x="65931" y="295930"/>
                  </a:cubicBezTo>
                  <a:cubicBezTo>
                    <a:pt x="87648" y="263926"/>
                    <a:pt x="94252" y="228747"/>
                    <a:pt x="86759" y="191155"/>
                  </a:cubicBezTo>
                  <a:cubicBezTo>
                    <a:pt x="79647" y="155595"/>
                    <a:pt x="66566" y="122067"/>
                    <a:pt x="47135" y="91460"/>
                  </a:cubicBezTo>
                  <a:lnTo>
                    <a:pt x="6749" y="37104"/>
                  </a:lnTo>
                  <a:cubicBezTo>
                    <a:pt x="-2014" y="25547"/>
                    <a:pt x="-2395" y="16276"/>
                    <a:pt x="6495" y="7259"/>
                  </a:cubicBezTo>
                  <a:cubicBezTo>
                    <a:pt x="15766" y="-2012"/>
                    <a:pt x="27069" y="-2774"/>
                    <a:pt x="35832" y="7132"/>
                  </a:cubicBezTo>
                  <a:cubicBezTo>
                    <a:pt x="90823" y="69616"/>
                    <a:pt x="129939" y="139212"/>
                    <a:pt x="131971" y="22455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7" name="Google Shape;2707;p34"/>
            <p:cNvSpPr/>
            <p:nvPr/>
          </p:nvSpPr>
          <p:spPr>
            <a:xfrm>
              <a:off x="63500" y="289687"/>
              <a:ext cx="167132" cy="166624"/>
            </a:xfrm>
            <a:custGeom>
              <a:rect b="b" l="l" r="r" t="t"/>
              <a:pathLst>
                <a:path extrusionOk="0" h="166624" w="167132">
                  <a:moveTo>
                    <a:pt x="167132" y="98171"/>
                  </a:moveTo>
                  <a:lnTo>
                    <a:pt x="117856" y="115062"/>
                  </a:lnTo>
                  <a:cubicBezTo>
                    <a:pt x="111760" y="117475"/>
                    <a:pt x="105791" y="121793"/>
                    <a:pt x="101346" y="126746"/>
                  </a:cubicBezTo>
                  <a:lnTo>
                    <a:pt x="68961" y="166624"/>
                  </a:lnTo>
                  <a:cubicBezTo>
                    <a:pt x="64135" y="152908"/>
                    <a:pt x="58928" y="140843"/>
                    <a:pt x="55880" y="128270"/>
                  </a:cubicBezTo>
                  <a:cubicBezTo>
                    <a:pt x="52324" y="113538"/>
                    <a:pt x="44577" y="102743"/>
                    <a:pt x="32258" y="94107"/>
                  </a:cubicBezTo>
                  <a:lnTo>
                    <a:pt x="0" y="68707"/>
                  </a:lnTo>
                  <a:cubicBezTo>
                    <a:pt x="16637" y="63119"/>
                    <a:pt x="31369" y="57658"/>
                    <a:pt x="46355" y="53213"/>
                  </a:cubicBezTo>
                  <a:cubicBezTo>
                    <a:pt x="55372" y="50546"/>
                    <a:pt x="62103" y="45974"/>
                    <a:pt x="67564" y="38481"/>
                  </a:cubicBezTo>
                  <a:lnTo>
                    <a:pt x="98171" y="0"/>
                  </a:lnTo>
                  <a:cubicBezTo>
                    <a:pt x="103759" y="16383"/>
                    <a:pt x="109474" y="31242"/>
                    <a:pt x="113792" y="46355"/>
                  </a:cubicBezTo>
                  <a:cubicBezTo>
                    <a:pt x="116459" y="55753"/>
                    <a:pt x="121666" y="62484"/>
                    <a:pt x="129413" y="68199"/>
                  </a:cubicBezTo>
                  <a:lnTo>
                    <a:pt x="167132" y="9817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8" name="Google Shape;2708;p34"/>
            <p:cNvSpPr/>
            <p:nvPr/>
          </p:nvSpPr>
          <p:spPr>
            <a:xfrm>
              <a:off x="551434" y="1033653"/>
              <a:ext cx="146939" cy="147320"/>
            </a:xfrm>
            <a:custGeom>
              <a:rect b="b" l="l" r="r" t="t"/>
              <a:pathLst>
                <a:path extrusionOk="0" h="147320" w="146939">
                  <a:moveTo>
                    <a:pt x="60452" y="147320"/>
                  </a:moveTo>
                  <a:lnTo>
                    <a:pt x="46990" y="107188"/>
                  </a:lnTo>
                  <a:cubicBezTo>
                    <a:pt x="44450" y="98933"/>
                    <a:pt x="40386" y="92583"/>
                    <a:pt x="33401" y="87376"/>
                  </a:cubicBezTo>
                  <a:lnTo>
                    <a:pt x="0" y="60706"/>
                  </a:lnTo>
                  <a:cubicBezTo>
                    <a:pt x="15875" y="55245"/>
                    <a:pt x="30226" y="50673"/>
                    <a:pt x="44323" y="45212"/>
                  </a:cubicBezTo>
                  <a:lnTo>
                    <a:pt x="53721" y="40132"/>
                  </a:lnTo>
                  <a:cubicBezTo>
                    <a:pt x="66802" y="25019"/>
                    <a:pt x="75819" y="13208"/>
                    <a:pt x="86360" y="0"/>
                  </a:cubicBezTo>
                  <a:lnTo>
                    <a:pt x="101346" y="43180"/>
                  </a:lnTo>
                  <a:cubicBezTo>
                    <a:pt x="103378" y="48514"/>
                    <a:pt x="106934" y="53721"/>
                    <a:pt x="111252" y="57531"/>
                  </a:cubicBezTo>
                  <a:lnTo>
                    <a:pt x="146939" y="86487"/>
                  </a:lnTo>
                  <a:cubicBezTo>
                    <a:pt x="130683" y="92075"/>
                    <a:pt x="115951" y="96901"/>
                    <a:pt x="101346" y="102235"/>
                  </a:cubicBezTo>
                  <a:lnTo>
                    <a:pt x="93472" y="106426"/>
                  </a:lnTo>
                  <a:cubicBezTo>
                    <a:pt x="80772" y="121412"/>
                    <a:pt x="71247" y="133604"/>
                    <a:pt x="60325" y="1470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9" name="Google Shape;2709;p34"/>
            <p:cNvSpPr/>
            <p:nvPr/>
          </p:nvSpPr>
          <p:spPr>
            <a:xfrm>
              <a:off x="922147" y="305181"/>
              <a:ext cx="122174" cy="121793"/>
            </a:xfrm>
            <a:custGeom>
              <a:rect b="b" l="l" r="r" t="t"/>
              <a:pathLst>
                <a:path extrusionOk="0" h="121793" w="122174">
                  <a:moveTo>
                    <a:pt x="71882" y="0"/>
                  </a:moveTo>
                  <a:cubicBezTo>
                    <a:pt x="77343" y="32258"/>
                    <a:pt x="94361" y="55118"/>
                    <a:pt x="122174" y="71628"/>
                  </a:cubicBezTo>
                  <a:cubicBezTo>
                    <a:pt x="89916" y="77216"/>
                    <a:pt x="66548" y="93345"/>
                    <a:pt x="50546" y="121793"/>
                  </a:cubicBezTo>
                  <a:cubicBezTo>
                    <a:pt x="44704" y="89408"/>
                    <a:pt x="28448" y="66167"/>
                    <a:pt x="0" y="50038"/>
                  </a:cubicBezTo>
                  <a:cubicBezTo>
                    <a:pt x="31877" y="44069"/>
                    <a:pt x="55499" y="28448"/>
                    <a:pt x="7200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0" name="Google Shape;2710;p34"/>
            <p:cNvSpPr/>
            <p:nvPr/>
          </p:nvSpPr>
          <p:spPr>
            <a:xfrm>
              <a:off x="1059053" y="717042"/>
              <a:ext cx="111252" cy="108712"/>
            </a:xfrm>
            <a:custGeom>
              <a:rect b="b" l="l" r="r" t="t"/>
              <a:pathLst>
                <a:path extrusionOk="0" h="108712" w="111252">
                  <a:moveTo>
                    <a:pt x="111125" y="46482"/>
                  </a:moveTo>
                  <a:lnTo>
                    <a:pt x="85598" y="66802"/>
                  </a:lnTo>
                  <a:cubicBezTo>
                    <a:pt x="83185" y="68961"/>
                    <a:pt x="81280" y="73025"/>
                    <a:pt x="81280" y="76200"/>
                  </a:cubicBezTo>
                  <a:lnTo>
                    <a:pt x="82550" y="108712"/>
                  </a:lnTo>
                  <a:cubicBezTo>
                    <a:pt x="75184" y="103886"/>
                    <a:pt x="68326" y="100457"/>
                    <a:pt x="62992" y="95631"/>
                  </a:cubicBezTo>
                  <a:cubicBezTo>
                    <a:pt x="54483" y="88011"/>
                    <a:pt x="46101" y="87503"/>
                    <a:pt x="36195" y="92710"/>
                  </a:cubicBezTo>
                  <a:lnTo>
                    <a:pt x="22987" y="98044"/>
                  </a:lnTo>
                  <a:cubicBezTo>
                    <a:pt x="17653" y="89789"/>
                    <a:pt x="20955" y="80645"/>
                    <a:pt x="22733" y="71120"/>
                  </a:cubicBezTo>
                  <a:lnTo>
                    <a:pt x="22352" y="61849"/>
                  </a:lnTo>
                  <a:cubicBezTo>
                    <a:pt x="14732" y="50419"/>
                    <a:pt x="8128" y="43180"/>
                    <a:pt x="0" y="33020"/>
                  </a:cubicBezTo>
                  <a:lnTo>
                    <a:pt x="31877" y="32766"/>
                  </a:lnTo>
                  <a:cubicBezTo>
                    <a:pt x="35814" y="32385"/>
                    <a:pt x="40640" y="29591"/>
                    <a:pt x="43180" y="26416"/>
                  </a:cubicBezTo>
                  <a:lnTo>
                    <a:pt x="60579" y="0"/>
                  </a:lnTo>
                  <a:cubicBezTo>
                    <a:pt x="64643" y="11176"/>
                    <a:pt x="68326" y="20066"/>
                    <a:pt x="71120" y="29337"/>
                  </a:cubicBezTo>
                  <a:lnTo>
                    <a:pt x="76073" y="37465"/>
                  </a:lnTo>
                  <a:cubicBezTo>
                    <a:pt x="90805" y="40767"/>
                    <a:pt x="99949" y="43561"/>
                    <a:pt x="111252" y="4660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1" name="Google Shape;2711;p34"/>
            <p:cNvSpPr/>
            <p:nvPr/>
          </p:nvSpPr>
          <p:spPr>
            <a:xfrm>
              <a:off x="174625" y="738378"/>
              <a:ext cx="111125" cy="109093"/>
            </a:xfrm>
            <a:custGeom>
              <a:rect b="b" l="l" r="r" t="t"/>
              <a:pathLst>
                <a:path extrusionOk="0" h="109093" w="111125">
                  <a:moveTo>
                    <a:pt x="60452" y="0"/>
                  </a:moveTo>
                  <a:lnTo>
                    <a:pt x="70358" y="27686"/>
                  </a:lnTo>
                  <a:cubicBezTo>
                    <a:pt x="72263" y="34163"/>
                    <a:pt x="75565" y="37719"/>
                    <a:pt x="82550" y="38989"/>
                  </a:cubicBezTo>
                  <a:lnTo>
                    <a:pt x="111125" y="46609"/>
                  </a:lnTo>
                  <a:cubicBezTo>
                    <a:pt x="101854" y="53848"/>
                    <a:pt x="93726" y="59309"/>
                    <a:pt x="86741" y="65913"/>
                  </a:cubicBezTo>
                  <a:lnTo>
                    <a:pt x="81534" y="73660"/>
                  </a:lnTo>
                  <a:cubicBezTo>
                    <a:pt x="80899" y="87376"/>
                    <a:pt x="81915" y="97155"/>
                    <a:pt x="82550" y="109093"/>
                  </a:cubicBezTo>
                  <a:lnTo>
                    <a:pt x="56134" y="91567"/>
                  </a:lnTo>
                  <a:cubicBezTo>
                    <a:pt x="52832" y="89662"/>
                    <a:pt x="47752" y="89154"/>
                    <a:pt x="44196" y="90297"/>
                  </a:cubicBezTo>
                  <a:lnTo>
                    <a:pt x="14605" y="101346"/>
                  </a:lnTo>
                  <a:cubicBezTo>
                    <a:pt x="17653" y="90170"/>
                    <a:pt x="20955" y="80772"/>
                    <a:pt x="22733" y="71120"/>
                  </a:cubicBezTo>
                  <a:lnTo>
                    <a:pt x="22479" y="61849"/>
                  </a:lnTo>
                  <a:cubicBezTo>
                    <a:pt x="14859" y="50419"/>
                    <a:pt x="8255" y="43180"/>
                    <a:pt x="0" y="33020"/>
                  </a:cubicBezTo>
                  <a:lnTo>
                    <a:pt x="32004" y="32766"/>
                  </a:lnTo>
                  <a:cubicBezTo>
                    <a:pt x="35941" y="32385"/>
                    <a:pt x="40767" y="29718"/>
                    <a:pt x="43180" y="26543"/>
                  </a:cubicBezTo>
                  <a:lnTo>
                    <a:pt x="60452" y="25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34"/>
            <p:cNvSpPr/>
            <p:nvPr/>
          </p:nvSpPr>
          <p:spPr>
            <a:xfrm>
              <a:off x="456438" y="63500"/>
              <a:ext cx="108331" cy="109093"/>
            </a:xfrm>
            <a:custGeom>
              <a:rect b="b" l="l" r="r" t="t"/>
              <a:pathLst>
                <a:path extrusionOk="0" h="109093" w="108331">
                  <a:moveTo>
                    <a:pt x="11557" y="101092"/>
                  </a:moveTo>
                  <a:lnTo>
                    <a:pt x="20320" y="70358"/>
                  </a:lnTo>
                  <a:cubicBezTo>
                    <a:pt x="21082" y="66675"/>
                    <a:pt x="19939" y="61595"/>
                    <a:pt x="17780" y="58547"/>
                  </a:cubicBezTo>
                  <a:lnTo>
                    <a:pt x="0" y="32893"/>
                  </a:lnTo>
                  <a:cubicBezTo>
                    <a:pt x="9652" y="32893"/>
                    <a:pt x="19304" y="33528"/>
                    <a:pt x="28702" y="32639"/>
                  </a:cubicBezTo>
                  <a:lnTo>
                    <a:pt x="37973" y="29337"/>
                  </a:lnTo>
                  <a:cubicBezTo>
                    <a:pt x="46736" y="18288"/>
                    <a:pt x="51562" y="9779"/>
                    <a:pt x="57912" y="0"/>
                  </a:cubicBezTo>
                  <a:lnTo>
                    <a:pt x="68834" y="29210"/>
                  </a:lnTo>
                  <a:cubicBezTo>
                    <a:pt x="70612" y="32893"/>
                    <a:pt x="74549" y="36576"/>
                    <a:pt x="78232" y="37973"/>
                  </a:cubicBezTo>
                  <a:lnTo>
                    <a:pt x="108331" y="46355"/>
                  </a:lnTo>
                  <a:cubicBezTo>
                    <a:pt x="99314" y="53467"/>
                    <a:pt x="91948" y="59817"/>
                    <a:pt x="84074" y="65405"/>
                  </a:cubicBezTo>
                  <a:lnTo>
                    <a:pt x="77724" y="72517"/>
                  </a:lnTo>
                  <a:cubicBezTo>
                    <a:pt x="79121" y="87630"/>
                    <a:pt x="79375" y="97155"/>
                    <a:pt x="80010" y="109093"/>
                  </a:cubicBezTo>
                  <a:lnTo>
                    <a:pt x="53848" y="91567"/>
                  </a:lnTo>
                  <a:cubicBezTo>
                    <a:pt x="50292" y="89662"/>
                    <a:pt x="44958" y="89027"/>
                    <a:pt x="41021" y="90170"/>
                  </a:cubicBezTo>
                  <a:lnTo>
                    <a:pt x="11684" y="10109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3" name="Google Shape;2713;p34"/>
            <p:cNvSpPr/>
            <p:nvPr/>
          </p:nvSpPr>
          <p:spPr>
            <a:xfrm>
              <a:off x="901227" y="881375"/>
              <a:ext cx="94960" cy="67696"/>
            </a:xfrm>
            <a:custGeom>
              <a:rect b="b" l="l" r="r" t="t"/>
              <a:pathLst>
                <a:path extrusionOk="0" h="67696" w="94960">
                  <a:moveTo>
                    <a:pt x="23587" y="67696"/>
                  </a:moveTo>
                  <a:cubicBezTo>
                    <a:pt x="11268" y="67442"/>
                    <a:pt x="3267" y="61346"/>
                    <a:pt x="854" y="52456"/>
                  </a:cubicBezTo>
                  <a:cubicBezTo>
                    <a:pt x="-1813" y="43058"/>
                    <a:pt x="1870" y="33279"/>
                    <a:pt x="10506" y="28707"/>
                  </a:cubicBezTo>
                  <a:lnTo>
                    <a:pt x="63338" y="2418"/>
                  </a:lnTo>
                  <a:cubicBezTo>
                    <a:pt x="72863" y="-2154"/>
                    <a:pt x="80356" y="-122"/>
                    <a:pt x="86325" y="7498"/>
                  </a:cubicBezTo>
                  <a:lnTo>
                    <a:pt x="94961" y="25532"/>
                  </a:lnTo>
                  <a:cubicBezTo>
                    <a:pt x="70450" y="51694"/>
                    <a:pt x="45558" y="59949"/>
                    <a:pt x="23587" y="675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4" name="Google Shape;2714;p34"/>
            <p:cNvSpPr/>
            <p:nvPr/>
          </p:nvSpPr>
          <p:spPr>
            <a:xfrm>
              <a:off x="641537" y="236171"/>
              <a:ext cx="88654" cy="73780"/>
            </a:xfrm>
            <a:custGeom>
              <a:rect b="b" l="l" r="r" t="t"/>
              <a:pathLst>
                <a:path extrusionOk="0" h="73780" w="88654">
                  <a:moveTo>
                    <a:pt x="23943" y="49"/>
                  </a:moveTo>
                  <a:lnTo>
                    <a:pt x="30547" y="1446"/>
                  </a:lnTo>
                  <a:cubicBezTo>
                    <a:pt x="50105" y="14781"/>
                    <a:pt x="66234" y="25449"/>
                    <a:pt x="81347" y="37514"/>
                  </a:cubicBezTo>
                  <a:cubicBezTo>
                    <a:pt x="90745" y="44880"/>
                    <a:pt x="90745" y="58088"/>
                    <a:pt x="83252" y="66597"/>
                  </a:cubicBezTo>
                  <a:cubicBezTo>
                    <a:pt x="75886" y="74979"/>
                    <a:pt x="64329" y="76122"/>
                    <a:pt x="54804" y="69518"/>
                  </a:cubicBezTo>
                  <a:lnTo>
                    <a:pt x="9592" y="37768"/>
                  </a:lnTo>
                  <a:cubicBezTo>
                    <a:pt x="1972" y="32307"/>
                    <a:pt x="-2219" y="25322"/>
                    <a:pt x="1210" y="15543"/>
                  </a:cubicBezTo>
                  <a:cubicBezTo>
                    <a:pt x="4893" y="5002"/>
                    <a:pt x="12005" y="-586"/>
                    <a:pt x="23943" y="4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5" name="Google Shape;2715;p34"/>
            <p:cNvSpPr/>
            <p:nvPr/>
          </p:nvSpPr>
          <p:spPr>
            <a:xfrm>
              <a:off x="464561" y="919978"/>
              <a:ext cx="45217" cy="45095"/>
            </a:xfrm>
            <a:custGeom>
              <a:rect b="b" l="l" r="r" t="t"/>
              <a:pathLst>
                <a:path extrusionOk="0" h="45095" w="45217">
                  <a:moveTo>
                    <a:pt x="5" y="22870"/>
                  </a:moveTo>
                  <a:cubicBezTo>
                    <a:pt x="-249" y="10551"/>
                    <a:pt x="9657" y="264"/>
                    <a:pt x="21976" y="10"/>
                  </a:cubicBezTo>
                  <a:cubicBezTo>
                    <a:pt x="34803" y="-371"/>
                    <a:pt x="45217" y="9789"/>
                    <a:pt x="45217" y="22616"/>
                  </a:cubicBezTo>
                  <a:cubicBezTo>
                    <a:pt x="45217" y="34808"/>
                    <a:pt x="34930" y="45095"/>
                    <a:pt x="22738" y="45095"/>
                  </a:cubicBezTo>
                  <a:cubicBezTo>
                    <a:pt x="10546" y="45095"/>
                    <a:pt x="259" y="35189"/>
                    <a:pt x="5" y="228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6" name="Google Shape;2716;p34"/>
            <p:cNvSpPr/>
            <p:nvPr/>
          </p:nvSpPr>
          <p:spPr>
            <a:xfrm>
              <a:off x="231892" y="520055"/>
              <a:ext cx="45224" cy="45097"/>
            </a:xfrm>
            <a:custGeom>
              <a:rect b="b" l="l" r="r" t="t"/>
              <a:pathLst>
                <a:path extrusionOk="0" h="45097" w="45224">
                  <a:moveTo>
                    <a:pt x="45222" y="22997"/>
                  </a:moveTo>
                  <a:cubicBezTo>
                    <a:pt x="44968" y="35570"/>
                    <a:pt x="35189" y="45222"/>
                    <a:pt x="22616" y="45095"/>
                  </a:cubicBezTo>
                  <a:cubicBezTo>
                    <a:pt x="9789" y="44968"/>
                    <a:pt x="-371" y="34554"/>
                    <a:pt x="10" y="21727"/>
                  </a:cubicBezTo>
                  <a:cubicBezTo>
                    <a:pt x="391" y="9662"/>
                    <a:pt x="11059" y="-371"/>
                    <a:pt x="23251" y="10"/>
                  </a:cubicBezTo>
                  <a:cubicBezTo>
                    <a:pt x="35697" y="391"/>
                    <a:pt x="45349" y="10551"/>
                    <a:pt x="45222" y="229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7" name="Google Shape;2717;p34"/>
            <p:cNvSpPr/>
            <p:nvPr/>
          </p:nvSpPr>
          <p:spPr>
            <a:xfrm>
              <a:off x="943355" y="559180"/>
              <a:ext cx="44959" cy="45224"/>
            </a:xfrm>
            <a:custGeom>
              <a:rect b="b" l="l" r="r" t="t"/>
              <a:pathLst>
                <a:path extrusionOk="0" h="45224" w="44959">
                  <a:moveTo>
                    <a:pt x="1" y="22099"/>
                  </a:moveTo>
                  <a:cubicBezTo>
                    <a:pt x="128" y="9653"/>
                    <a:pt x="10161" y="-126"/>
                    <a:pt x="22607" y="1"/>
                  </a:cubicBezTo>
                  <a:cubicBezTo>
                    <a:pt x="35053" y="128"/>
                    <a:pt x="44959" y="10034"/>
                    <a:pt x="44959" y="22480"/>
                  </a:cubicBezTo>
                  <a:cubicBezTo>
                    <a:pt x="44959" y="35434"/>
                    <a:pt x="34545" y="45594"/>
                    <a:pt x="21845" y="45213"/>
                  </a:cubicBezTo>
                  <a:cubicBezTo>
                    <a:pt x="9526" y="44832"/>
                    <a:pt x="-126" y="34672"/>
                    <a:pt x="1" y="222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8" name="Google Shape;2718;p34"/>
            <p:cNvSpPr/>
            <p:nvPr/>
          </p:nvSpPr>
          <p:spPr>
            <a:xfrm>
              <a:off x="773684" y="687705"/>
              <a:ext cx="60071" cy="58801"/>
            </a:xfrm>
            <a:custGeom>
              <a:rect b="b" l="l" r="r" t="t"/>
              <a:pathLst>
                <a:path extrusionOk="0" h="58801" w="60071">
                  <a:moveTo>
                    <a:pt x="7366" y="54737"/>
                  </a:moveTo>
                  <a:cubicBezTo>
                    <a:pt x="13589" y="40132"/>
                    <a:pt x="12065" y="28702"/>
                    <a:pt x="0" y="18796"/>
                  </a:cubicBezTo>
                  <a:cubicBezTo>
                    <a:pt x="14224" y="18796"/>
                    <a:pt x="26416" y="16891"/>
                    <a:pt x="30861" y="0"/>
                  </a:cubicBezTo>
                  <a:cubicBezTo>
                    <a:pt x="35052" y="14859"/>
                    <a:pt x="42164" y="24511"/>
                    <a:pt x="60071" y="23622"/>
                  </a:cubicBezTo>
                  <a:lnTo>
                    <a:pt x="46482" y="32893"/>
                  </a:lnTo>
                  <a:cubicBezTo>
                    <a:pt x="41783" y="43180"/>
                    <a:pt x="43688" y="50292"/>
                    <a:pt x="43688" y="58801"/>
                  </a:cubicBezTo>
                  <a:cubicBezTo>
                    <a:pt x="32258" y="49149"/>
                    <a:pt x="20955" y="43815"/>
                    <a:pt x="7366" y="547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9" name="Google Shape;2719;p34"/>
            <p:cNvSpPr/>
            <p:nvPr/>
          </p:nvSpPr>
          <p:spPr>
            <a:xfrm>
              <a:off x="622681" y="843280"/>
              <a:ext cx="37719" cy="37338"/>
            </a:xfrm>
            <a:custGeom>
              <a:rect b="b" l="l" r="r" t="t"/>
              <a:pathLst>
                <a:path extrusionOk="0" h="37338" w="37719">
                  <a:moveTo>
                    <a:pt x="37719" y="18669"/>
                  </a:moveTo>
                  <a:cubicBezTo>
                    <a:pt x="37719" y="28956"/>
                    <a:pt x="29210" y="37338"/>
                    <a:pt x="18796" y="37338"/>
                  </a:cubicBezTo>
                  <a:cubicBezTo>
                    <a:pt x="8255" y="37338"/>
                    <a:pt x="0" y="29083"/>
                    <a:pt x="0" y="18669"/>
                  </a:cubicBezTo>
                  <a:cubicBezTo>
                    <a:pt x="0" y="8255"/>
                    <a:pt x="8255" y="0"/>
                    <a:pt x="18796" y="0"/>
                  </a:cubicBezTo>
                  <a:cubicBezTo>
                    <a:pt x="29337" y="0"/>
                    <a:pt x="37719" y="8509"/>
                    <a:pt x="37719" y="186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0" name="Google Shape;2720;p34"/>
            <p:cNvSpPr/>
            <p:nvPr/>
          </p:nvSpPr>
          <p:spPr>
            <a:xfrm>
              <a:off x="449453" y="334264"/>
              <a:ext cx="42291" cy="42164"/>
            </a:xfrm>
            <a:custGeom>
              <a:rect b="b" l="l" r="r" t="t"/>
              <a:pathLst>
                <a:path extrusionOk="0" h="42164" w="42291">
                  <a:moveTo>
                    <a:pt x="24765" y="127"/>
                  </a:moveTo>
                  <a:lnTo>
                    <a:pt x="42291" y="24638"/>
                  </a:lnTo>
                  <a:cubicBezTo>
                    <a:pt x="34290" y="30226"/>
                    <a:pt x="25273" y="36576"/>
                    <a:pt x="17399" y="42164"/>
                  </a:cubicBezTo>
                  <a:lnTo>
                    <a:pt x="0" y="17145"/>
                  </a:lnTo>
                  <a:cubicBezTo>
                    <a:pt x="7620" y="11938"/>
                    <a:pt x="16510" y="5715"/>
                    <a:pt x="2476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21" name="Google Shape;2721;p34"/>
          <p:cNvSpPr/>
          <p:nvPr/>
        </p:nvSpPr>
        <p:spPr>
          <a:xfrm>
            <a:off x="235748" y="1856293"/>
            <a:ext cx="605965" cy="614645"/>
          </a:xfrm>
          <a:custGeom>
            <a:rect b="b" l="l" r="r" t="t"/>
            <a:pathLst>
              <a:path extrusionOk="0" h="945607" w="932254">
                <a:moveTo>
                  <a:pt x="514905" y="852495"/>
                </a:moveTo>
                <a:cubicBezTo>
                  <a:pt x="497125" y="852622"/>
                  <a:pt x="483028" y="866592"/>
                  <a:pt x="483282" y="883991"/>
                </a:cubicBezTo>
                <a:cubicBezTo>
                  <a:pt x="483536" y="901390"/>
                  <a:pt x="498268" y="915614"/>
                  <a:pt x="515540" y="915360"/>
                </a:cubicBezTo>
                <a:cubicBezTo>
                  <a:pt x="532177" y="914979"/>
                  <a:pt x="546528" y="900120"/>
                  <a:pt x="546274" y="883483"/>
                </a:cubicBezTo>
                <a:cubicBezTo>
                  <a:pt x="546020" y="866211"/>
                  <a:pt x="532050" y="852495"/>
                  <a:pt x="514905" y="852622"/>
                </a:cubicBezTo>
                <a:moveTo>
                  <a:pt x="129714" y="852622"/>
                </a:moveTo>
                <a:cubicBezTo>
                  <a:pt x="111934" y="852622"/>
                  <a:pt x="97583" y="866465"/>
                  <a:pt x="97456" y="883737"/>
                </a:cubicBezTo>
                <a:cubicBezTo>
                  <a:pt x="97456" y="900501"/>
                  <a:pt x="112696" y="915614"/>
                  <a:pt x="129587" y="915487"/>
                </a:cubicBezTo>
                <a:cubicBezTo>
                  <a:pt x="146732" y="915360"/>
                  <a:pt x="160321" y="901390"/>
                  <a:pt x="160321" y="883864"/>
                </a:cubicBezTo>
                <a:cubicBezTo>
                  <a:pt x="160321" y="866084"/>
                  <a:pt x="147113" y="852622"/>
                  <a:pt x="129714" y="852622"/>
                </a:cubicBezTo>
                <a:moveTo>
                  <a:pt x="112188" y="562173"/>
                </a:moveTo>
                <a:cubicBezTo>
                  <a:pt x="112315" y="544901"/>
                  <a:pt x="98599" y="530931"/>
                  <a:pt x="81327" y="530677"/>
                </a:cubicBezTo>
                <a:cubicBezTo>
                  <a:pt x="64436" y="530423"/>
                  <a:pt x="49450" y="545282"/>
                  <a:pt x="49323" y="562427"/>
                </a:cubicBezTo>
                <a:cubicBezTo>
                  <a:pt x="49196" y="579191"/>
                  <a:pt x="63547" y="593288"/>
                  <a:pt x="80692" y="593415"/>
                </a:cubicBezTo>
                <a:cubicBezTo>
                  <a:pt x="98853" y="593542"/>
                  <a:pt x="112061" y="580334"/>
                  <a:pt x="112188" y="562046"/>
                </a:cubicBezTo>
                <a:moveTo>
                  <a:pt x="787066" y="95448"/>
                </a:moveTo>
                <a:cubicBezTo>
                  <a:pt x="805354" y="95448"/>
                  <a:pt x="818943" y="82367"/>
                  <a:pt x="819070" y="64460"/>
                </a:cubicBezTo>
                <a:cubicBezTo>
                  <a:pt x="819070" y="47315"/>
                  <a:pt x="805354" y="32837"/>
                  <a:pt x="788463" y="32583"/>
                </a:cubicBezTo>
                <a:cubicBezTo>
                  <a:pt x="771318" y="32329"/>
                  <a:pt x="756332" y="46934"/>
                  <a:pt x="756205" y="64079"/>
                </a:cubicBezTo>
                <a:cubicBezTo>
                  <a:pt x="756078" y="81224"/>
                  <a:pt x="770048" y="95448"/>
                  <a:pt x="787066" y="95448"/>
                </a:cubicBezTo>
                <a:moveTo>
                  <a:pt x="386254" y="95448"/>
                </a:moveTo>
                <a:cubicBezTo>
                  <a:pt x="403653" y="95448"/>
                  <a:pt x="417369" y="81986"/>
                  <a:pt x="417496" y="64714"/>
                </a:cubicBezTo>
                <a:cubicBezTo>
                  <a:pt x="417623" y="47061"/>
                  <a:pt x="403526" y="32710"/>
                  <a:pt x="386254" y="32710"/>
                </a:cubicBezTo>
                <a:cubicBezTo>
                  <a:pt x="369490" y="32710"/>
                  <a:pt x="355012" y="47061"/>
                  <a:pt x="354758" y="63825"/>
                </a:cubicBezTo>
                <a:cubicBezTo>
                  <a:pt x="354504" y="81351"/>
                  <a:pt x="368474" y="95448"/>
                  <a:pt x="386254" y="95448"/>
                </a:cubicBezTo>
                <a:moveTo>
                  <a:pt x="321865" y="691586"/>
                </a:moveTo>
                <a:cubicBezTo>
                  <a:pt x="304593" y="691713"/>
                  <a:pt x="289734" y="706699"/>
                  <a:pt x="290242" y="723590"/>
                </a:cubicBezTo>
                <a:cubicBezTo>
                  <a:pt x="290750" y="740481"/>
                  <a:pt x="305228" y="754578"/>
                  <a:pt x="321992" y="754451"/>
                </a:cubicBezTo>
                <a:cubicBezTo>
                  <a:pt x="339772" y="754324"/>
                  <a:pt x="353361" y="740354"/>
                  <a:pt x="353107" y="722574"/>
                </a:cubicBezTo>
                <a:cubicBezTo>
                  <a:pt x="352853" y="705302"/>
                  <a:pt x="338883" y="691459"/>
                  <a:pt x="321865" y="691713"/>
                </a:cubicBezTo>
                <a:moveTo>
                  <a:pt x="594026" y="545282"/>
                </a:moveTo>
                <a:cubicBezTo>
                  <a:pt x="612314" y="545409"/>
                  <a:pt x="626284" y="532201"/>
                  <a:pt x="626538" y="514675"/>
                </a:cubicBezTo>
                <a:cubicBezTo>
                  <a:pt x="626792" y="497530"/>
                  <a:pt x="612314" y="482671"/>
                  <a:pt x="595169" y="482544"/>
                </a:cubicBezTo>
                <a:cubicBezTo>
                  <a:pt x="578278" y="482290"/>
                  <a:pt x="563927" y="496514"/>
                  <a:pt x="563800" y="513532"/>
                </a:cubicBezTo>
                <a:cubicBezTo>
                  <a:pt x="563546" y="531185"/>
                  <a:pt x="576881" y="545155"/>
                  <a:pt x="594026" y="545282"/>
                </a:cubicBezTo>
                <a:moveTo>
                  <a:pt x="321992" y="402661"/>
                </a:moveTo>
                <a:cubicBezTo>
                  <a:pt x="295068" y="402407"/>
                  <a:pt x="275129" y="421965"/>
                  <a:pt x="274748" y="448635"/>
                </a:cubicBezTo>
                <a:cubicBezTo>
                  <a:pt x="274494" y="476829"/>
                  <a:pt x="293671" y="496768"/>
                  <a:pt x="321484" y="497022"/>
                </a:cubicBezTo>
                <a:cubicBezTo>
                  <a:pt x="348281" y="497276"/>
                  <a:pt x="369109" y="477464"/>
                  <a:pt x="369363" y="451429"/>
                </a:cubicBezTo>
                <a:cubicBezTo>
                  <a:pt x="369617" y="422854"/>
                  <a:pt x="350186" y="402788"/>
                  <a:pt x="321992" y="402534"/>
                </a:cubicBezTo>
                <a:moveTo>
                  <a:pt x="804465" y="674822"/>
                </a:moveTo>
                <a:cubicBezTo>
                  <a:pt x="804338" y="701238"/>
                  <a:pt x="825293" y="722320"/>
                  <a:pt x="851836" y="722574"/>
                </a:cubicBezTo>
                <a:cubicBezTo>
                  <a:pt x="878379" y="722828"/>
                  <a:pt x="899080" y="702254"/>
                  <a:pt x="899588" y="675203"/>
                </a:cubicBezTo>
                <a:cubicBezTo>
                  <a:pt x="900096" y="648914"/>
                  <a:pt x="879141" y="627324"/>
                  <a:pt x="852725" y="626943"/>
                </a:cubicBezTo>
                <a:cubicBezTo>
                  <a:pt x="825928" y="626562"/>
                  <a:pt x="804592" y="647771"/>
                  <a:pt x="804592" y="674822"/>
                </a:cubicBezTo>
                <a:moveTo>
                  <a:pt x="80819" y="240101"/>
                </a:moveTo>
                <a:cubicBezTo>
                  <a:pt x="108251" y="240101"/>
                  <a:pt x="128571" y="219781"/>
                  <a:pt x="128571" y="192222"/>
                </a:cubicBezTo>
                <a:cubicBezTo>
                  <a:pt x="128571" y="166060"/>
                  <a:pt x="107997" y="145486"/>
                  <a:pt x="81581" y="145486"/>
                </a:cubicBezTo>
                <a:cubicBezTo>
                  <a:pt x="53895" y="145359"/>
                  <a:pt x="33702" y="165171"/>
                  <a:pt x="33448" y="192857"/>
                </a:cubicBezTo>
                <a:cubicBezTo>
                  <a:pt x="33194" y="219527"/>
                  <a:pt x="53768" y="240101"/>
                  <a:pt x="80819" y="240101"/>
                </a:cubicBezTo>
                <a:moveTo>
                  <a:pt x="547290" y="224734"/>
                </a:moveTo>
                <a:cubicBezTo>
                  <a:pt x="547163" y="251150"/>
                  <a:pt x="568245" y="272613"/>
                  <a:pt x="594534" y="272613"/>
                </a:cubicBezTo>
                <a:cubicBezTo>
                  <a:pt x="621204" y="272740"/>
                  <a:pt x="643048" y="251023"/>
                  <a:pt x="642794" y="224480"/>
                </a:cubicBezTo>
                <a:cubicBezTo>
                  <a:pt x="642540" y="198572"/>
                  <a:pt x="621585" y="177363"/>
                  <a:pt x="595804" y="176982"/>
                </a:cubicBezTo>
                <a:cubicBezTo>
                  <a:pt x="569134" y="176601"/>
                  <a:pt x="547417" y="197937"/>
                  <a:pt x="547290" y="224607"/>
                </a:cubicBezTo>
                <a:moveTo>
                  <a:pt x="279574" y="772231"/>
                </a:moveTo>
                <a:lnTo>
                  <a:pt x="189785" y="849701"/>
                </a:lnTo>
                <a:cubicBezTo>
                  <a:pt x="188134" y="851098"/>
                  <a:pt x="188261" y="856178"/>
                  <a:pt x="189277" y="858972"/>
                </a:cubicBezTo>
                <a:cubicBezTo>
                  <a:pt x="201469" y="890468"/>
                  <a:pt x="189150" y="924631"/>
                  <a:pt x="160194" y="941014"/>
                </a:cubicBezTo>
                <a:cubicBezTo>
                  <a:pt x="148510" y="947618"/>
                  <a:pt x="136191" y="945078"/>
                  <a:pt x="124126" y="945332"/>
                </a:cubicBezTo>
                <a:cubicBezTo>
                  <a:pt x="95678" y="945713"/>
                  <a:pt x="71802" y="926536"/>
                  <a:pt x="66087" y="898850"/>
                </a:cubicBezTo>
                <a:cubicBezTo>
                  <a:pt x="60753" y="873196"/>
                  <a:pt x="67738" y="850971"/>
                  <a:pt x="88058" y="834207"/>
                </a:cubicBezTo>
                <a:cubicBezTo>
                  <a:pt x="109013" y="816935"/>
                  <a:pt x="132508" y="814776"/>
                  <a:pt x="157273" y="825444"/>
                </a:cubicBezTo>
                <a:lnTo>
                  <a:pt x="160575" y="827095"/>
                </a:lnTo>
                <a:cubicBezTo>
                  <a:pt x="179117" y="814522"/>
                  <a:pt x="195500" y="800679"/>
                  <a:pt x="211756" y="786709"/>
                </a:cubicBezTo>
                <a:lnTo>
                  <a:pt x="255317" y="749371"/>
                </a:lnTo>
                <a:cubicBezTo>
                  <a:pt x="259381" y="745942"/>
                  <a:pt x="260016" y="743021"/>
                  <a:pt x="258873" y="737687"/>
                </a:cubicBezTo>
                <a:cubicBezTo>
                  <a:pt x="252015" y="705556"/>
                  <a:pt x="268144" y="675838"/>
                  <a:pt x="298497" y="662630"/>
                </a:cubicBezTo>
                <a:lnTo>
                  <a:pt x="304847" y="657931"/>
                </a:lnTo>
                <a:cubicBezTo>
                  <a:pt x="305228" y="613862"/>
                  <a:pt x="305101" y="572206"/>
                  <a:pt x="305101" y="531439"/>
                </a:cubicBezTo>
                <a:lnTo>
                  <a:pt x="273732" y="515056"/>
                </a:lnTo>
                <a:cubicBezTo>
                  <a:pt x="264588" y="508198"/>
                  <a:pt x="257476" y="498673"/>
                  <a:pt x="248713" y="489529"/>
                </a:cubicBezTo>
                <a:lnTo>
                  <a:pt x="157146" y="535376"/>
                </a:lnTo>
                <a:cubicBezTo>
                  <a:pt x="154352" y="536773"/>
                  <a:pt x="151812" y="538551"/>
                  <a:pt x="148891" y="539440"/>
                </a:cubicBezTo>
                <a:lnTo>
                  <a:pt x="143176" y="543631"/>
                </a:lnTo>
                <a:cubicBezTo>
                  <a:pt x="151558" y="584398"/>
                  <a:pt x="130857" y="617037"/>
                  <a:pt x="95424" y="625673"/>
                </a:cubicBezTo>
                <a:cubicBezTo>
                  <a:pt x="61769" y="633928"/>
                  <a:pt x="26082" y="612084"/>
                  <a:pt x="17954" y="578175"/>
                </a:cubicBezTo>
                <a:cubicBezTo>
                  <a:pt x="9572" y="542742"/>
                  <a:pt x="32051" y="506547"/>
                  <a:pt x="66976" y="499181"/>
                </a:cubicBezTo>
                <a:cubicBezTo>
                  <a:pt x="86280" y="495117"/>
                  <a:pt x="103425" y="499435"/>
                  <a:pt x="119554" y="510230"/>
                </a:cubicBezTo>
                <a:lnTo>
                  <a:pt x="127047" y="512516"/>
                </a:lnTo>
                <a:cubicBezTo>
                  <a:pt x="165020" y="493974"/>
                  <a:pt x="200072" y="476067"/>
                  <a:pt x="235378" y="458668"/>
                </a:cubicBezTo>
                <a:lnTo>
                  <a:pt x="241601" y="454985"/>
                </a:lnTo>
                <a:cubicBezTo>
                  <a:pt x="240585" y="434157"/>
                  <a:pt x="245538" y="419679"/>
                  <a:pt x="254047" y="405201"/>
                </a:cubicBezTo>
                <a:lnTo>
                  <a:pt x="229282" y="377134"/>
                </a:lnTo>
                <a:cubicBezTo>
                  <a:pt x="196516" y="340685"/>
                  <a:pt x="163623" y="304236"/>
                  <a:pt x="131111" y="267660"/>
                </a:cubicBezTo>
                <a:lnTo>
                  <a:pt x="123364" y="262453"/>
                </a:lnTo>
                <a:cubicBezTo>
                  <a:pt x="87423" y="278836"/>
                  <a:pt x="58467" y="277058"/>
                  <a:pt x="31797" y="257246"/>
                </a:cubicBezTo>
                <a:cubicBezTo>
                  <a:pt x="5127" y="237434"/>
                  <a:pt x="-4017" y="209494"/>
                  <a:pt x="1571" y="177871"/>
                </a:cubicBezTo>
                <a:cubicBezTo>
                  <a:pt x="7286" y="145486"/>
                  <a:pt x="27352" y="124023"/>
                  <a:pt x="59356" y="114752"/>
                </a:cubicBezTo>
                <a:cubicBezTo>
                  <a:pt x="90217" y="105862"/>
                  <a:pt x="124761" y="117038"/>
                  <a:pt x="144192" y="141676"/>
                </a:cubicBezTo>
                <a:cubicBezTo>
                  <a:pt x="164639" y="167584"/>
                  <a:pt x="167814" y="203398"/>
                  <a:pt x="152193" y="231973"/>
                </a:cubicBezTo>
                <a:lnTo>
                  <a:pt x="150034" y="235656"/>
                </a:lnTo>
                <a:cubicBezTo>
                  <a:pt x="191817" y="285694"/>
                  <a:pt x="234743" y="333319"/>
                  <a:pt x="275256" y="378404"/>
                </a:cubicBezTo>
                <a:cubicBezTo>
                  <a:pt x="292782" y="375102"/>
                  <a:pt x="307895" y="370022"/>
                  <a:pt x="323135" y="369641"/>
                </a:cubicBezTo>
                <a:cubicBezTo>
                  <a:pt x="360854" y="368752"/>
                  <a:pt x="391969" y="394152"/>
                  <a:pt x="400605" y="430982"/>
                </a:cubicBezTo>
                <a:lnTo>
                  <a:pt x="403653" y="437459"/>
                </a:lnTo>
                <a:cubicBezTo>
                  <a:pt x="451278" y="450286"/>
                  <a:pt x="494458" y="462351"/>
                  <a:pt x="537765" y="473908"/>
                </a:cubicBezTo>
                <a:lnTo>
                  <a:pt x="543861" y="472892"/>
                </a:lnTo>
                <a:cubicBezTo>
                  <a:pt x="555291" y="465526"/>
                  <a:pt x="564054" y="459557"/>
                  <a:pt x="572690" y="453207"/>
                </a:cubicBezTo>
                <a:lnTo>
                  <a:pt x="578151" y="448127"/>
                </a:lnTo>
                <a:cubicBezTo>
                  <a:pt x="578532" y="400502"/>
                  <a:pt x="578532" y="355417"/>
                  <a:pt x="578151" y="310332"/>
                </a:cubicBezTo>
                <a:lnTo>
                  <a:pt x="574849" y="303728"/>
                </a:lnTo>
                <a:cubicBezTo>
                  <a:pt x="535606" y="293187"/>
                  <a:pt x="507031" y="253944"/>
                  <a:pt x="515540" y="210637"/>
                </a:cubicBezTo>
                <a:lnTo>
                  <a:pt x="515286" y="201112"/>
                </a:lnTo>
                <a:cubicBezTo>
                  <a:pt x="495474" y="184729"/>
                  <a:pt x="480615" y="171902"/>
                  <a:pt x="465629" y="158948"/>
                </a:cubicBezTo>
                <a:lnTo>
                  <a:pt x="420163" y="119959"/>
                </a:lnTo>
                <a:cubicBezTo>
                  <a:pt x="402383" y="129484"/>
                  <a:pt x="383841" y="132151"/>
                  <a:pt x="364410" y="125293"/>
                </a:cubicBezTo>
                <a:cubicBezTo>
                  <a:pt x="349932" y="120086"/>
                  <a:pt x="338756" y="110815"/>
                  <a:pt x="330755" y="97861"/>
                </a:cubicBezTo>
                <a:cubicBezTo>
                  <a:pt x="315134" y="72842"/>
                  <a:pt x="319452" y="40965"/>
                  <a:pt x="339899" y="18740"/>
                </a:cubicBezTo>
                <a:cubicBezTo>
                  <a:pt x="359457" y="-2469"/>
                  <a:pt x="399208" y="-3993"/>
                  <a:pt x="419401" y="8580"/>
                </a:cubicBezTo>
                <a:cubicBezTo>
                  <a:pt x="448865" y="26868"/>
                  <a:pt x="457247" y="55697"/>
                  <a:pt x="443785" y="96210"/>
                </a:cubicBezTo>
                <a:lnTo>
                  <a:pt x="532812" y="172537"/>
                </a:lnTo>
                <a:cubicBezTo>
                  <a:pt x="548179" y="155265"/>
                  <a:pt x="567229" y="145486"/>
                  <a:pt x="589835" y="144216"/>
                </a:cubicBezTo>
                <a:cubicBezTo>
                  <a:pt x="612187" y="142946"/>
                  <a:pt x="632380" y="149677"/>
                  <a:pt x="649906" y="165044"/>
                </a:cubicBezTo>
                <a:lnTo>
                  <a:pt x="715311" y="109545"/>
                </a:lnTo>
                <a:cubicBezTo>
                  <a:pt x="725852" y="101163"/>
                  <a:pt x="729916" y="94686"/>
                  <a:pt x="725344" y="79700"/>
                </a:cubicBezTo>
                <a:cubicBezTo>
                  <a:pt x="715692" y="48077"/>
                  <a:pt x="733218" y="15184"/>
                  <a:pt x="764079" y="4389"/>
                </a:cubicBezTo>
                <a:cubicBezTo>
                  <a:pt x="788336" y="-4120"/>
                  <a:pt x="814752" y="-691"/>
                  <a:pt x="833421" y="18486"/>
                </a:cubicBezTo>
                <a:cubicBezTo>
                  <a:pt x="852090" y="37663"/>
                  <a:pt x="857678" y="64968"/>
                  <a:pt x="847391" y="89225"/>
                </a:cubicBezTo>
                <a:cubicBezTo>
                  <a:pt x="837104" y="113482"/>
                  <a:pt x="813863" y="129738"/>
                  <a:pt x="788209" y="128722"/>
                </a:cubicBezTo>
                <a:lnTo>
                  <a:pt x="758745" y="122626"/>
                </a:lnTo>
                <a:cubicBezTo>
                  <a:pt x="755951" y="122118"/>
                  <a:pt x="751887" y="121991"/>
                  <a:pt x="749982" y="123515"/>
                </a:cubicBezTo>
                <a:lnTo>
                  <a:pt x="669337" y="192222"/>
                </a:lnTo>
                <a:cubicBezTo>
                  <a:pt x="677973" y="215717"/>
                  <a:pt x="678481" y="239212"/>
                  <a:pt x="667051" y="261818"/>
                </a:cubicBezTo>
                <a:cubicBezTo>
                  <a:pt x="655621" y="284678"/>
                  <a:pt x="636444" y="298267"/>
                  <a:pt x="611552" y="304617"/>
                </a:cubicBezTo>
                <a:lnTo>
                  <a:pt x="611298" y="426156"/>
                </a:lnTo>
                <a:cubicBezTo>
                  <a:pt x="611044" y="441396"/>
                  <a:pt x="611806" y="452318"/>
                  <a:pt x="629078" y="460319"/>
                </a:cubicBezTo>
                <a:cubicBezTo>
                  <a:pt x="649906" y="469844"/>
                  <a:pt x="658669" y="490545"/>
                  <a:pt x="659685" y="513659"/>
                </a:cubicBezTo>
                <a:lnTo>
                  <a:pt x="661082" y="521406"/>
                </a:lnTo>
                <a:cubicBezTo>
                  <a:pt x="710485" y="551378"/>
                  <a:pt x="757729" y="579699"/>
                  <a:pt x="804719" y="607893"/>
                </a:cubicBezTo>
                <a:cubicBezTo>
                  <a:pt x="845613" y="582239"/>
                  <a:pt x="891206" y="593796"/>
                  <a:pt x="915463" y="624657"/>
                </a:cubicBezTo>
                <a:cubicBezTo>
                  <a:pt x="939085" y="654629"/>
                  <a:pt x="937561" y="700984"/>
                  <a:pt x="912288" y="728670"/>
                </a:cubicBezTo>
                <a:cubicBezTo>
                  <a:pt x="884348" y="759277"/>
                  <a:pt x="840152" y="764865"/>
                  <a:pt x="805735" y="741878"/>
                </a:cubicBezTo>
                <a:cubicBezTo>
                  <a:pt x="775890" y="721939"/>
                  <a:pt x="757729" y="678251"/>
                  <a:pt x="781478" y="632912"/>
                </a:cubicBezTo>
                <a:lnTo>
                  <a:pt x="648001" y="552648"/>
                </a:lnTo>
                <a:cubicBezTo>
                  <a:pt x="626665" y="576905"/>
                  <a:pt x="600757" y="586430"/>
                  <a:pt x="570277" y="573857"/>
                </a:cubicBezTo>
                <a:cubicBezTo>
                  <a:pt x="541448" y="561919"/>
                  <a:pt x="529256" y="538297"/>
                  <a:pt x="530018" y="506674"/>
                </a:cubicBezTo>
                <a:lnTo>
                  <a:pt x="403399" y="472003"/>
                </a:lnTo>
                <a:cubicBezTo>
                  <a:pt x="394382" y="484957"/>
                  <a:pt x="387524" y="498800"/>
                  <a:pt x="376983" y="508833"/>
                </a:cubicBezTo>
                <a:cubicBezTo>
                  <a:pt x="366696" y="518612"/>
                  <a:pt x="352599" y="524454"/>
                  <a:pt x="338248" y="533217"/>
                </a:cubicBezTo>
                <a:lnTo>
                  <a:pt x="338248" y="619577"/>
                </a:lnTo>
                <a:cubicBezTo>
                  <a:pt x="338248" y="630372"/>
                  <a:pt x="338502" y="641167"/>
                  <a:pt x="338121" y="651962"/>
                </a:cubicBezTo>
                <a:lnTo>
                  <a:pt x="339264" y="660344"/>
                </a:lnTo>
                <a:cubicBezTo>
                  <a:pt x="376602" y="675330"/>
                  <a:pt x="391842" y="705683"/>
                  <a:pt x="384730" y="739084"/>
                </a:cubicBezTo>
                <a:lnTo>
                  <a:pt x="385746" y="746323"/>
                </a:lnTo>
                <a:cubicBezTo>
                  <a:pt x="416480" y="773120"/>
                  <a:pt x="445309" y="797758"/>
                  <a:pt x="474011" y="822523"/>
                </a:cubicBezTo>
                <a:lnTo>
                  <a:pt x="482266" y="827476"/>
                </a:lnTo>
                <a:cubicBezTo>
                  <a:pt x="520874" y="809823"/>
                  <a:pt x="558974" y="824555"/>
                  <a:pt x="573706" y="857067"/>
                </a:cubicBezTo>
                <a:cubicBezTo>
                  <a:pt x="588311" y="889198"/>
                  <a:pt x="574468" y="927298"/>
                  <a:pt x="542083" y="941903"/>
                </a:cubicBezTo>
                <a:lnTo>
                  <a:pt x="525954" y="944443"/>
                </a:lnTo>
                <a:cubicBezTo>
                  <a:pt x="499284" y="946983"/>
                  <a:pt x="482647" y="944189"/>
                  <a:pt x="468804" y="929838"/>
                </a:cubicBezTo>
                <a:cubicBezTo>
                  <a:pt x="452802" y="913201"/>
                  <a:pt x="442261" y="885388"/>
                  <a:pt x="457374" y="852114"/>
                </a:cubicBezTo>
                <a:lnTo>
                  <a:pt x="364537" y="772485"/>
                </a:lnTo>
                <a:cubicBezTo>
                  <a:pt x="351837" y="781375"/>
                  <a:pt x="338248" y="788106"/>
                  <a:pt x="322246" y="787979"/>
                </a:cubicBezTo>
                <a:cubicBezTo>
                  <a:pt x="306244" y="787852"/>
                  <a:pt x="292147" y="782518"/>
                  <a:pt x="279447" y="772231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22" name="Google Shape;2722;p34"/>
          <p:cNvGrpSpPr/>
          <p:nvPr/>
        </p:nvGrpSpPr>
        <p:grpSpPr>
          <a:xfrm>
            <a:off x="138506" y="9307774"/>
            <a:ext cx="801318" cy="443295"/>
            <a:chOff x="63500" y="63500"/>
            <a:chExt cx="1508506" cy="834517"/>
          </a:xfrm>
        </p:grpSpPr>
        <p:sp>
          <p:nvSpPr>
            <p:cNvPr id="2723" name="Google Shape;2723;p34"/>
            <p:cNvSpPr/>
            <p:nvPr/>
          </p:nvSpPr>
          <p:spPr>
            <a:xfrm>
              <a:off x="63500" y="63500"/>
              <a:ext cx="1508506" cy="834517"/>
            </a:xfrm>
            <a:custGeom>
              <a:rect b="b" l="l" r="r" t="t"/>
              <a:pathLst>
                <a:path extrusionOk="0" h="834517" w="1508506">
                  <a:moveTo>
                    <a:pt x="754253" y="30988"/>
                  </a:moveTo>
                  <a:cubicBezTo>
                    <a:pt x="355473" y="30988"/>
                    <a:pt x="30988" y="204216"/>
                    <a:pt x="30988" y="417195"/>
                  </a:cubicBezTo>
                  <a:cubicBezTo>
                    <a:pt x="30988" y="630174"/>
                    <a:pt x="355473" y="803402"/>
                    <a:pt x="754253" y="803402"/>
                  </a:cubicBezTo>
                  <a:cubicBezTo>
                    <a:pt x="1153033" y="803402"/>
                    <a:pt x="1477518" y="630174"/>
                    <a:pt x="1477518" y="417195"/>
                  </a:cubicBezTo>
                  <a:cubicBezTo>
                    <a:pt x="1477518" y="204216"/>
                    <a:pt x="1153033" y="30988"/>
                    <a:pt x="754253" y="30988"/>
                  </a:cubicBezTo>
                  <a:moveTo>
                    <a:pt x="754253" y="834390"/>
                  </a:moveTo>
                  <a:cubicBezTo>
                    <a:pt x="338328" y="834517"/>
                    <a:pt x="0" y="647319"/>
                    <a:pt x="0" y="417195"/>
                  </a:cubicBezTo>
                  <a:cubicBezTo>
                    <a:pt x="0" y="187071"/>
                    <a:pt x="338328" y="0"/>
                    <a:pt x="754253" y="0"/>
                  </a:cubicBezTo>
                  <a:cubicBezTo>
                    <a:pt x="1170178" y="0"/>
                    <a:pt x="1508506" y="187198"/>
                    <a:pt x="1508506" y="417195"/>
                  </a:cubicBezTo>
                  <a:cubicBezTo>
                    <a:pt x="1508506" y="647192"/>
                    <a:pt x="1170178" y="834517"/>
                    <a:pt x="754253" y="8345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4" name="Google Shape;2724;p34"/>
            <p:cNvSpPr/>
            <p:nvPr/>
          </p:nvSpPr>
          <p:spPr>
            <a:xfrm>
              <a:off x="309372" y="287274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5" name="Google Shape;2725;p34"/>
            <p:cNvSpPr/>
            <p:nvPr/>
          </p:nvSpPr>
          <p:spPr>
            <a:xfrm>
              <a:off x="515239" y="642112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6" name="Google Shape;2726;p34"/>
            <p:cNvSpPr/>
            <p:nvPr/>
          </p:nvSpPr>
          <p:spPr>
            <a:xfrm>
              <a:off x="372745" y="561467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7" name="Google Shape;2727;p34"/>
            <p:cNvSpPr/>
            <p:nvPr/>
          </p:nvSpPr>
          <p:spPr>
            <a:xfrm>
              <a:off x="453390" y="39331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8" name="Google Shape;2728;p34"/>
            <p:cNvSpPr/>
            <p:nvPr/>
          </p:nvSpPr>
          <p:spPr>
            <a:xfrm>
              <a:off x="957580" y="325755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9" name="Google Shape;2729;p34"/>
            <p:cNvSpPr/>
            <p:nvPr/>
          </p:nvSpPr>
          <p:spPr>
            <a:xfrm>
              <a:off x="850392" y="727202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0" name="Google Shape;2730;p34"/>
            <p:cNvSpPr/>
            <p:nvPr/>
          </p:nvSpPr>
          <p:spPr>
            <a:xfrm>
              <a:off x="217170" y="451358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1" name="Google Shape;2731;p34"/>
            <p:cNvSpPr/>
            <p:nvPr/>
          </p:nvSpPr>
          <p:spPr>
            <a:xfrm>
              <a:off x="618490" y="302006"/>
              <a:ext cx="35052" cy="34798"/>
            </a:xfrm>
            <a:custGeom>
              <a:rect b="b" l="l" r="r" t="t"/>
              <a:pathLst>
                <a:path extrusionOk="0" h="34798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747"/>
                  </a:lnTo>
                  <a:cubicBezTo>
                    <a:pt x="0" y="27051"/>
                    <a:pt x="7874" y="34798"/>
                    <a:pt x="17526" y="34798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2" name="Google Shape;2732;p34"/>
            <p:cNvSpPr/>
            <p:nvPr/>
          </p:nvSpPr>
          <p:spPr>
            <a:xfrm>
              <a:off x="1103122" y="708914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3" name="Google Shape;2733;p34"/>
            <p:cNvSpPr/>
            <p:nvPr/>
          </p:nvSpPr>
          <p:spPr>
            <a:xfrm>
              <a:off x="845947" y="435483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127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4" name="Google Shape;2734;p34"/>
            <p:cNvSpPr/>
            <p:nvPr/>
          </p:nvSpPr>
          <p:spPr>
            <a:xfrm>
              <a:off x="1069594" y="284734"/>
              <a:ext cx="35052" cy="34798"/>
            </a:xfrm>
            <a:custGeom>
              <a:rect b="b" l="l" r="r" t="t"/>
              <a:pathLst>
                <a:path extrusionOk="0" h="34798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747"/>
                  </a:lnTo>
                  <a:cubicBezTo>
                    <a:pt x="0" y="27051"/>
                    <a:pt x="7874" y="34798"/>
                    <a:pt x="17526" y="34798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5" name="Google Shape;2735;p34"/>
            <p:cNvSpPr/>
            <p:nvPr/>
          </p:nvSpPr>
          <p:spPr>
            <a:xfrm>
              <a:off x="615950" y="758190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6" name="Google Shape;2736;p34"/>
            <p:cNvSpPr/>
            <p:nvPr/>
          </p:nvSpPr>
          <p:spPr>
            <a:xfrm>
              <a:off x="930148" y="19392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7" name="Google Shape;2737;p34"/>
            <p:cNvSpPr/>
            <p:nvPr/>
          </p:nvSpPr>
          <p:spPr>
            <a:xfrm>
              <a:off x="1380236" y="346964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8" name="Google Shape;2738;p34"/>
            <p:cNvSpPr/>
            <p:nvPr/>
          </p:nvSpPr>
          <p:spPr>
            <a:xfrm>
              <a:off x="1293622" y="603377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9" name="Google Shape;2739;p34"/>
            <p:cNvSpPr/>
            <p:nvPr/>
          </p:nvSpPr>
          <p:spPr>
            <a:xfrm>
              <a:off x="691261" y="174498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0" name="Google Shape;2740;p34"/>
            <p:cNvSpPr/>
            <p:nvPr/>
          </p:nvSpPr>
          <p:spPr>
            <a:xfrm>
              <a:off x="1224153" y="416433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1" name="Google Shape;2741;p34"/>
            <p:cNvSpPr/>
            <p:nvPr/>
          </p:nvSpPr>
          <p:spPr>
            <a:xfrm>
              <a:off x="276733" y="615696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2" name="Google Shape;2742;p34"/>
            <p:cNvSpPr/>
            <p:nvPr/>
          </p:nvSpPr>
          <p:spPr>
            <a:xfrm>
              <a:off x="995299" y="455295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3" name="Google Shape;2743;p34"/>
            <p:cNvSpPr/>
            <p:nvPr/>
          </p:nvSpPr>
          <p:spPr>
            <a:xfrm>
              <a:off x="701421" y="568579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4" name="Google Shape;2744;p34"/>
            <p:cNvSpPr/>
            <p:nvPr/>
          </p:nvSpPr>
          <p:spPr>
            <a:xfrm>
              <a:off x="740029" y="366141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5" name="Google Shape;2745;p34"/>
            <p:cNvSpPr/>
            <p:nvPr/>
          </p:nvSpPr>
          <p:spPr>
            <a:xfrm>
              <a:off x="517525" y="16979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6" name="Google Shape;2746;p34"/>
            <p:cNvSpPr/>
            <p:nvPr/>
          </p:nvSpPr>
          <p:spPr>
            <a:xfrm>
              <a:off x="600075" y="435991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7" name="Google Shape;2747;p34"/>
            <p:cNvSpPr/>
            <p:nvPr/>
          </p:nvSpPr>
          <p:spPr>
            <a:xfrm>
              <a:off x="884809" y="609981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8" name="Google Shape;2748;p34"/>
            <p:cNvSpPr/>
            <p:nvPr/>
          </p:nvSpPr>
          <p:spPr>
            <a:xfrm>
              <a:off x="1108710" y="605028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9" name="Google Shape;2749;p34"/>
            <p:cNvSpPr/>
            <p:nvPr/>
          </p:nvSpPr>
          <p:spPr>
            <a:xfrm>
              <a:off x="1383157" y="511048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0" name="Google Shape;2750;p34"/>
            <p:cNvSpPr/>
            <p:nvPr/>
          </p:nvSpPr>
          <p:spPr>
            <a:xfrm>
              <a:off x="1134237" y="508381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1" name="Google Shape;2751;p34"/>
            <p:cNvSpPr/>
            <p:nvPr/>
          </p:nvSpPr>
          <p:spPr>
            <a:xfrm>
              <a:off x="1224407" y="237744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52" name="Google Shape;2752;p34"/>
          <p:cNvGrpSpPr/>
          <p:nvPr/>
        </p:nvGrpSpPr>
        <p:grpSpPr>
          <a:xfrm>
            <a:off x="198554" y="3255792"/>
            <a:ext cx="678939" cy="675634"/>
            <a:chOff x="63500" y="63500"/>
            <a:chExt cx="1043559" cy="1038479"/>
          </a:xfrm>
        </p:grpSpPr>
        <p:sp>
          <p:nvSpPr>
            <p:cNvPr id="2753" name="Google Shape;2753;p34"/>
            <p:cNvSpPr/>
            <p:nvPr/>
          </p:nvSpPr>
          <p:spPr>
            <a:xfrm>
              <a:off x="66929" y="144399"/>
              <a:ext cx="242316" cy="611378"/>
            </a:xfrm>
            <a:custGeom>
              <a:rect b="b" l="l" r="r" t="t"/>
              <a:pathLst>
                <a:path extrusionOk="0" h="611378" w="242316">
                  <a:moveTo>
                    <a:pt x="225044" y="611378"/>
                  </a:moveTo>
                  <a:lnTo>
                    <a:pt x="178308" y="611378"/>
                  </a:lnTo>
                  <a:cubicBezTo>
                    <a:pt x="78359" y="611378"/>
                    <a:pt x="0" y="535305"/>
                    <a:pt x="0" y="438277"/>
                  </a:cubicBezTo>
                  <a:cubicBezTo>
                    <a:pt x="0" y="350520"/>
                    <a:pt x="63246" y="276733"/>
                    <a:pt x="148717" y="262509"/>
                  </a:cubicBezTo>
                  <a:cubicBezTo>
                    <a:pt x="138049" y="234061"/>
                    <a:pt x="132588" y="203962"/>
                    <a:pt x="132588" y="173101"/>
                  </a:cubicBezTo>
                  <a:cubicBezTo>
                    <a:pt x="132588" y="112649"/>
                    <a:pt x="154305" y="53975"/>
                    <a:pt x="193675" y="8001"/>
                  </a:cubicBezTo>
                  <a:lnTo>
                    <a:pt x="210820" y="0"/>
                  </a:lnTo>
                  <a:cubicBezTo>
                    <a:pt x="225298" y="12446"/>
                    <a:pt x="226187" y="23241"/>
                    <a:pt x="219964" y="30607"/>
                  </a:cubicBezTo>
                  <a:cubicBezTo>
                    <a:pt x="185928" y="70358"/>
                    <a:pt x="167259" y="121031"/>
                    <a:pt x="167259" y="173228"/>
                  </a:cubicBezTo>
                  <a:cubicBezTo>
                    <a:pt x="167259" y="202819"/>
                    <a:pt x="172974" y="231521"/>
                    <a:pt x="184404" y="258572"/>
                  </a:cubicBezTo>
                  <a:lnTo>
                    <a:pt x="189357" y="270256"/>
                  </a:lnTo>
                  <a:cubicBezTo>
                    <a:pt x="191516" y="275336"/>
                    <a:pt x="191135" y="281051"/>
                    <a:pt x="188341" y="285750"/>
                  </a:cubicBezTo>
                  <a:lnTo>
                    <a:pt x="180721" y="293624"/>
                  </a:lnTo>
                  <a:lnTo>
                    <a:pt x="162687" y="295656"/>
                  </a:lnTo>
                  <a:cubicBezTo>
                    <a:pt x="89662" y="303403"/>
                    <a:pt x="34671" y="364871"/>
                    <a:pt x="34671" y="438277"/>
                  </a:cubicBezTo>
                  <a:cubicBezTo>
                    <a:pt x="34671" y="515874"/>
                    <a:pt x="97790" y="576707"/>
                    <a:pt x="178308" y="576707"/>
                  </a:cubicBezTo>
                  <a:lnTo>
                    <a:pt x="225044" y="576707"/>
                  </a:lnTo>
                  <a:cubicBezTo>
                    <a:pt x="234569" y="576707"/>
                    <a:pt x="242316" y="584454"/>
                    <a:pt x="242316" y="593979"/>
                  </a:cubicBezTo>
                  <a:lnTo>
                    <a:pt x="234569" y="611251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4" name="Google Shape;2754;p34"/>
            <p:cNvSpPr/>
            <p:nvPr/>
          </p:nvSpPr>
          <p:spPr>
            <a:xfrm>
              <a:off x="370797" y="63500"/>
              <a:ext cx="734484" cy="692277"/>
            </a:xfrm>
            <a:custGeom>
              <a:rect b="b" l="l" r="r" t="t"/>
              <a:pathLst>
                <a:path extrusionOk="0" h="692277" w="734484">
                  <a:moveTo>
                    <a:pt x="594149" y="692277"/>
                  </a:moveTo>
                  <a:lnTo>
                    <a:pt x="509567" y="692277"/>
                  </a:lnTo>
                  <a:cubicBezTo>
                    <a:pt x="500042" y="692277"/>
                    <a:pt x="492295" y="684530"/>
                    <a:pt x="492295" y="675005"/>
                  </a:cubicBezTo>
                  <a:lnTo>
                    <a:pt x="500042" y="657733"/>
                  </a:lnTo>
                  <a:lnTo>
                    <a:pt x="594149" y="657733"/>
                  </a:lnTo>
                  <a:cubicBezTo>
                    <a:pt x="654474" y="657733"/>
                    <a:pt x="699940" y="614426"/>
                    <a:pt x="699940" y="557149"/>
                  </a:cubicBezTo>
                  <a:cubicBezTo>
                    <a:pt x="699940" y="499872"/>
                    <a:pt x="654982" y="453517"/>
                    <a:pt x="597705" y="451612"/>
                  </a:cubicBezTo>
                  <a:lnTo>
                    <a:pt x="584370" y="451231"/>
                  </a:lnTo>
                  <a:cubicBezTo>
                    <a:pt x="578782" y="451104"/>
                    <a:pt x="573575" y="448183"/>
                    <a:pt x="570527" y="443484"/>
                  </a:cubicBezTo>
                  <a:lnTo>
                    <a:pt x="566844" y="432816"/>
                  </a:lnTo>
                  <a:lnTo>
                    <a:pt x="573829" y="415036"/>
                  </a:lnTo>
                  <a:cubicBezTo>
                    <a:pt x="582211" y="393700"/>
                    <a:pt x="586402" y="371348"/>
                    <a:pt x="586402" y="348869"/>
                  </a:cubicBezTo>
                  <a:cubicBezTo>
                    <a:pt x="586402" y="248793"/>
                    <a:pt x="504868" y="167259"/>
                    <a:pt x="404792" y="167259"/>
                  </a:cubicBezTo>
                  <a:cubicBezTo>
                    <a:pt x="376471" y="167259"/>
                    <a:pt x="349039" y="173736"/>
                    <a:pt x="323385" y="186690"/>
                  </a:cubicBezTo>
                  <a:lnTo>
                    <a:pt x="314368" y="191262"/>
                  </a:lnTo>
                  <a:lnTo>
                    <a:pt x="304970" y="193675"/>
                  </a:lnTo>
                  <a:cubicBezTo>
                    <a:pt x="295953" y="190246"/>
                    <a:pt x="292270" y="186690"/>
                    <a:pt x="290492" y="182245"/>
                  </a:cubicBezTo>
                  <a:lnTo>
                    <a:pt x="286682" y="172593"/>
                  </a:lnTo>
                  <a:cubicBezTo>
                    <a:pt x="252900" y="88773"/>
                    <a:pt x="172890" y="34671"/>
                    <a:pt x="82720" y="34671"/>
                  </a:cubicBezTo>
                  <a:cubicBezTo>
                    <a:pt x="61638" y="34671"/>
                    <a:pt x="40937" y="37592"/>
                    <a:pt x="20998" y="43434"/>
                  </a:cubicBezTo>
                  <a:lnTo>
                    <a:pt x="2202" y="40894"/>
                  </a:lnTo>
                  <a:cubicBezTo>
                    <a:pt x="-3259" y="22606"/>
                    <a:pt x="2075" y="12954"/>
                    <a:pt x="11219" y="10287"/>
                  </a:cubicBezTo>
                  <a:cubicBezTo>
                    <a:pt x="34333" y="3429"/>
                    <a:pt x="58336" y="0"/>
                    <a:pt x="82720" y="0"/>
                  </a:cubicBezTo>
                  <a:cubicBezTo>
                    <a:pt x="184320" y="0"/>
                    <a:pt x="274744" y="59436"/>
                    <a:pt x="315257" y="152019"/>
                  </a:cubicBezTo>
                  <a:cubicBezTo>
                    <a:pt x="343705" y="139065"/>
                    <a:pt x="373677" y="132461"/>
                    <a:pt x="404665" y="132461"/>
                  </a:cubicBezTo>
                  <a:cubicBezTo>
                    <a:pt x="523918" y="132461"/>
                    <a:pt x="620819" y="229489"/>
                    <a:pt x="620819" y="348615"/>
                  </a:cubicBezTo>
                  <a:cubicBezTo>
                    <a:pt x="620819" y="371983"/>
                    <a:pt x="617009" y="395097"/>
                    <a:pt x="609389" y="417449"/>
                  </a:cubicBezTo>
                  <a:cubicBezTo>
                    <a:pt x="680382" y="425069"/>
                    <a:pt x="734484" y="484378"/>
                    <a:pt x="734484" y="556895"/>
                  </a:cubicBezTo>
                  <a:cubicBezTo>
                    <a:pt x="734484" y="632714"/>
                    <a:pt x="672762" y="692150"/>
                    <a:pt x="594022" y="692150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5" name="Google Shape;2755;p34"/>
            <p:cNvSpPr/>
            <p:nvPr/>
          </p:nvSpPr>
          <p:spPr>
            <a:xfrm>
              <a:off x="414528" y="998093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6" name="Google Shape;2756;p34"/>
            <p:cNvSpPr/>
            <p:nvPr/>
          </p:nvSpPr>
          <p:spPr>
            <a:xfrm>
              <a:off x="414528" y="790448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7" name="Google Shape;2757;p34"/>
            <p:cNvSpPr/>
            <p:nvPr/>
          </p:nvSpPr>
          <p:spPr>
            <a:xfrm>
              <a:off x="414528" y="582803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8" name="Google Shape;2758;p34"/>
            <p:cNvSpPr/>
            <p:nvPr/>
          </p:nvSpPr>
          <p:spPr>
            <a:xfrm>
              <a:off x="343916" y="928878"/>
              <a:ext cx="484505" cy="173101"/>
            </a:xfrm>
            <a:custGeom>
              <a:rect b="b" l="l" r="r" t="t"/>
              <a:pathLst>
                <a:path extrusionOk="0" h="173101" w="484505">
                  <a:moveTo>
                    <a:pt x="34544" y="138430"/>
                  </a:moveTo>
                  <a:lnTo>
                    <a:pt x="449834" y="138430"/>
                  </a:lnTo>
                  <a:lnTo>
                    <a:pt x="449834" y="34544"/>
                  </a:lnTo>
                  <a:lnTo>
                    <a:pt x="34544" y="34544"/>
                  </a:lnTo>
                  <a:close/>
                  <a:moveTo>
                    <a:pt x="467233" y="173101"/>
                  </a:moveTo>
                  <a:lnTo>
                    <a:pt x="17272" y="173101"/>
                  </a:lnTo>
                  <a:cubicBezTo>
                    <a:pt x="7747" y="173101"/>
                    <a:pt x="0" y="165354"/>
                    <a:pt x="0" y="155829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9" name="Google Shape;2759;p34"/>
            <p:cNvSpPr/>
            <p:nvPr/>
          </p:nvSpPr>
          <p:spPr>
            <a:xfrm>
              <a:off x="343916" y="721233"/>
              <a:ext cx="484505" cy="172974"/>
            </a:xfrm>
            <a:custGeom>
              <a:rect b="b" l="l" r="r" t="t"/>
              <a:pathLst>
                <a:path extrusionOk="0" h="172974" w="484505">
                  <a:moveTo>
                    <a:pt x="34544" y="138303"/>
                  </a:moveTo>
                  <a:lnTo>
                    <a:pt x="449834" y="138303"/>
                  </a:lnTo>
                  <a:lnTo>
                    <a:pt x="449834" y="34544"/>
                  </a:lnTo>
                  <a:lnTo>
                    <a:pt x="34544" y="34544"/>
                  </a:lnTo>
                  <a:close/>
                  <a:moveTo>
                    <a:pt x="467233" y="172974"/>
                  </a:moveTo>
                  <a:lnTo>
                    <a:pt x="17272" y="172974"/>
                  </a:lnTo>
                  <a:cubicBezTo>
                    <a:pt x="7747" y="172974"/>
                    <a:pt x="0" y="165227"/>
                    <a:pt x="0" y="155702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0" name="Google Shape;2760;p34"/>
            <p:cNvSpPr/>
            <p:nvPr/>
          </p:nvSpPr>
          <p:spPr>
            <a:xfrm>
              <a:off x="343916" y="513461"/>
              <a:ext cx="484505" cy="173101"/>
            </a:xfrm>
            <a:custGeom>
              <a:rect b="b" l="l" r="r" t="t"/>
              <a:pathLst>
                <a:path extrusionOk="0" h="173101" w="484505">
                  <a:moveTo>
                    <a:pt x="34544" y="138430"/>
                  </a:moveTo>
                  <a:lnTo>
                    <a:pt x="449834" y="138430"/>
                  </a:lnTo>
                  <a:lnTo>
                    <a:pt x="449834" y="34671"/>
                  </a:lnTo>
                  <a:lnTo>
                    <a:pt x="34544" y="34671"/>
                  </a:lnTo>
                  <a:close/>
                  <a:moveTo>
                    <a:pt x="467233" y="173101"/>
                  </a:moveTo>
                  <a:lnTo>
                    <a:pt x="17272" y="173101"/>
                  </a:lnTo>
                  <a:cubicBezTo>
                    <a:pt x="7747" y="173101"/>
                    <a:pt x="0" y="165354"/>
                    <a:pt x="0" y="155829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1" name="Google Shape;2761;p34"/>
            <p:cNvSpPr/>
            <p:nvPr/>
          </p:nvSpPr>
          <p:spPr>
            <a:xfrm>
              <a:off x="170815" y="824992"/>
              <a:ext cx="138430" cy="207645"/>
            </a:xfrm>
            <a:custGeom>
              <a:rect b="b" l="l" r="r" t="t"/>
              <a:pathLst>
                <a:path extrusionOk="0" h="207645" w="138430">
                  <a:moveTo>
                    <a:pt x="51943" y="207645"/>
                  </a:moveTo>
                  <a:lnTo>
                    <a:pt x="17272" y="207645"/>
                  </a:lnTo>
                  <a:cubicBezTo>
                    <a:pt x="7747" y="207645"/>
                    <a:pt x="0" y="199898"/>
                    <a:pt x="0" y="190373"/>
                  </a:cubicBezTo>
                  <a:lnTo>
                    <a:pt x="7747" y="173101"/>
                  </a:lnTo>
                  <a:lnTo>
                    <a:pt x="51943" y="173101"/>
                  </a:lnTo>
                  <a:cubicBezTo>
                    <a:pt x="80518" y="173101"/>
                    <a:pt x="103886" y="149860"/>
                    <a:pt x="103886" y="121158"/>
                  </a:cubicBezTo>
                  <a:lnTo>
                    <a:pt x="103886" y="17272"/>
                  </a:lnTo>
                  <a:cubicBezTo>
                    <a:pt x="103886" y="7747"/>
                    <a:pt x="111633" y="0"/>
                    <a:pt x="121158" y="0"/>
                  </a:cubicBezTo>
                  <a:lnTo>
                    <a:pt x="138430" y="7747"/>
                  </a:lnTo>
                  <a:lnTo>
                    <a:pt x="138430" y="121158"/>
                  </a:lnTo>
                  <a:cubicBezTo>
                    <a:pt x="138430" y="168910"/>
                    <a:pt x="99568" y="207645"/>
                    <a:pt x="51943" y="207645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2" name="Google Shape;2762;p34"/>
            <p:cNvSpPr/>
            <p:nvPr/>
          </p:nvSpPr>
          <p:spPr>
            <a:xfrm>
              <a:off x="136271" y="790448"/>
              <a:ext cx="103759" cy="138430"/>
            </a:xfrm>
            <a:custGeom>
              <a:rect b="b" l="l" r="r" t="t"/>
              <a:pathLst>
                <a:path extrusionOk="0" h="138430" w="103759">
                  <a:moveTo>
                    <a:pt x="51816" y="138430"/>
                  </a:moveTo>
                  <a:lnTo>
                    <a:pt x="17272" y="138430"/>
                  </a:lnTo>
                  <a:cubicBezTo>
                    <a:pt x="7747" y="138430"/>
                    <a:pt x="0" y="130683"/>
                    <a:pt x="0" y="121158"/>
                  </a:cubicBezTo>
                  <a:lnTo>
                    <a:pt x="7747" y="103886"/>
                  </a:lnTo>
                  <a:lnTo>
                    <a:pt x="51943" y="103886"/>
                  </a:lnTo>
                  <a:cubicBezTo>
                    <a:pt x="61468" y="103886"/>
                    <a:pt x="69215" y="96139"/>
                    <a:pt x="69215" y="86614"/>
                  </a:cubicBezTo>
                  <a:lnTo>
                    <a:pt x="69215" y="17272"/>
                  </a:lnTo>
                  <a:cubicBezTo>
                    <a:pt x="69215" y="7747"/>
                    <a:pt x="76962" y="0"/>
                    <a:pt x="86487" y="0"/>
                  </a:cubicBezTo>
                  <a:lnTo>
                    <a:pt x="103759" y="7747"/>
                  </a:lnTo>
                  <a:lnTo>
                    <a:pt x="103759" y="86487"/>
                  </a:lnTo>
                  <a:cubicBezTo>
                    <a:pt x="103759" y="115062"/>
                    <a:pt x="80518" y="138430"/>
                    <a:pt x="51816" y="138430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3" name="Google Shape;2763;p34"/>
            <p:cNvSpPr/>
            <p:nvPr/>
          </p:nvSpPr>
          <p:spPr>
            <a:xfrm>
              <a:off x="863092" y="824992"/>
              <a:ext cx="138430" cy="207645"/>
            </a:xfrm>
            <a:custGeom>
              <a:rect b="b" l="l" r="r" t="t"/>
              <a:pathLst>
                <a:path extrusionOk="0" h="207645" w="138430">
                  <a:moveTo>
                    <a:pt x="121031" y="207645"/>
                  </a:moveTo>
                  <a:lnTo>
                    <a:pt x="86487" y="207645"/>
                  </a:lnTo>
                  <a:cubicBezTo>
                    <a:pt x="38735" y="207645"/>
                    <a:pt x="0" y="168783"/>
                    <a:pt x="0" y="121158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34544" y="7747"/>
                  </a:lnTo>
                  <a:lnTo>
                    <a:pt x="34544" y="121158"/>
                  </a:lnTo>
                  <a:cubicBezTo>
                    <a:pt x="34544" y="149860"/>
                    <a:pt x="57785" y="173101"/>
                    <a:pt x="86487" y="173101"/>
                  </a:cubicBezTo>
                  <a:lnTo>
                    <a:pt x="121158" y="173101"/>
                  </a:lnTo>
                  <a:cubicBezTo>
                    <a:pt x="130683" y="173101"/>
                    <a:pt x="138430" y="180848"/>
                    <a:pt x="138430" y="190373"/>
                  </a:cubicBezTo>
                  <a:lnTo>
                    <a:pt x="130683" y="207645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4" name="Google Shape;2764;p34"/>
            <p:cNvSpPr/>
            <p:nvPr/>
          </p:nvSpPr>
          <p:spPr>
            <a:xfrm>
              <a:off x="932307" y="790448"/>
              <a:ext cx="103759" cy="138430"/>
            </a:xfrm>
            <a:custGeom>
              <a:rect b="b" l="l" r="r" t="t"/>
              <a:pathLst>
                <a:path extrusionOk="0" h="138430" w="103759">
                  <a:moveTo>
                    <a:pt x="86487" y="138430"/>
                  </a:moveTo>
                  <a:lnTo>
                    <a:pt x="51943" y="138430"/>
                  </a:lnTo>
                  <a:cubicBezTo>
                    <a:pt x="23241" y="138430"/>
                    <a:pt x="0" y="115189"/>
                    <a:pt x="0" y="86487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34544" y="7747"/>
                  </a:lnTo>
                  <a:lnTo>
                    <a:pt x="34544" y="86487"/>
                  </a:lnTo>
                  <a:cubicBezTo>
                    <a:pt x="34544" y="96012"/>
                    <a:pt x="42291" y="103759"/>
                    <a:pt x="51816" y="103759"/>
                  </a:cubicBezTo>
                  <a:lnTo>
                    <a:pt x="86487" y="103759"/>
                  </a:lnTo>
                  <a:cubicBezTo>
                    <a:pt x="96012" y="103759"/>
                    <a:pt x="103759" y="111506"/>
                    <a:pt x="103759" y="121031"/>
                  </a:cubicBezTo>
                  <a:lnTo>
                    <a:pt x="96012" y="138303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5" name="Google Shape;2765;p34"/>
            <p:cNvSpPr/>
            <p:nvPr/>
          </p:nvSpPr>
          <p:spPr>
            <a:xfrm>
              <a:off x="1070737" y="894334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6" name="Google Shape;2766;p34"/>
            <p:cNvSpPr/>
            <p:nvPr/>
          </p:nvSpPr>
          <p:spPr>
            <a:xfrm>
              <a:off x="1036193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7" name="Google Shape;2767;p34"/>
            <p:cNvSpPr/>
            <p:nvPr/>
          </p:nvSpPr>
          <p:spPr>
            <a:xfrm>
              <a:off x="63500" y="894334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8" name="Google Shape;2768;p34"/>
            <p:cNvSpPr/>
            <p:nvPr/>
          </p:nvSpPr>
          <p:spPr>
            <a:xfrm>
              <a:off x="98171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9" name="Google Shape;2769;p34"/>
            <p:cNvSpPr/>
            <p:nvPr/>
          </p:nvSpPr>
          <p:spPr>
            <a:xfrm>
              <a:off x="652018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0" name="Google Shape;2770;p34"/>
            <p:cNvSpPr/>
            <p:nvPr/>
          </p:nvSpPr>
          <p:spPr>
            <a:xfrm>
              <a:off x="721233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1" name="Google Shape;2771;p34"/>
            <p:cNvSpPr/>
            <p:nvPr/>
          </p:nvSpPr>
          <p:spPr>
            <a:xfrm>
              <a:off x="652018" y="790448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2" name="Google Shape;2772;p34"/>
            <p:cNvSpPr/>
            <p:nvPr/>
          </p:nvSpPr>
          <p:spPr>
            <a:xfrm>
              <a:off x="721233" y="790448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3" name="Google Shape;2773;p34"/>
            <p:cNvSpPr/>
            <p:nvPr/>
          </p:nvSpPr>
          <p:spPr>
            <a:xfrm>
              <a:off x="652018" y="58280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4" name="Google Shape;2774;p34"/>
            <p:cNvSpPr/>
            <p:nvPr/>
          </p:nvSpPr>
          <p:spPr>
            <a:xfrm>
              <a:off x="721233" y="58280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5" name="Google Shape;2775;p34"/>
            <p:cNvSpPr/>
            <p:nvPr/>
          </p:nvSpPr>
          <p:spPr>
            <a:xfrm>
              <a:off x="306395" y="98065"/>
              <a:ext cx="37902" cy="37063"/>
            </a:xfrm>
            <a:custGeom>
              <a:rect b="b" l="l" r="r" t="t"/>
              <a:pathLst>
                <a:path extrusionOk="0" h="37063" w="37902">
                  <a:moveTo>
                    <a:pt x="16693" y="37063"/>
                  </a:moveTo>
                  <a:lnTo>
                    <a:pt x="5898" y="34523"/>
                  </a:lnTo>
                  <a:cubicBezTo>
                    <a:pt x="-2992" y="21950"/>
                    <a:pt x="-1087" y="11155"/>
                    <a:pt x="6660" y="5567"/>
                  </a:cubicBezTo>
                  <a:lnTo>
                    <a:pt x="10089" y="3154"/>
                  </a:lnTo>
                  <a:cubicBezTo>
                    <a:pt x="17963" y="-2307"/>
                    <a:pt x="28758" y="-529"/>
                    <a:pt x="34219" y="7345"/>
                  </a:cubicBezTo>
                  <a:lnTo>
                    <a:pt x="37902" y="25887"/>
                  </a:lnTo>
                  <a:lnTo>
                    <a:pt x="26599" y="33888"/>
                  </a:lnTo>
                  <a:lnTo>
                    <a:pt x="20122" y="37063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76" name="Google Shape;2776;p34"/>
          <p:cNvSpPr/>
          <p:nvPr/>
        </p:nvSpPr>
        <p:spPr>
          <a:xfrm>
            <a:off x="209864" y="4715635"/>
            <a:ext cx="743213" cy="804997"/>
          </a:xfrm>
          <a:custGeom>
            <a:rect b="b" l="l" r="r" t="t"/>
            <a:pathLst>
              <a:path extrusionOk="0" h="804997" w="743213">
                <a:moveTo>
                  <a:pt x="0" y="0"/>
                </a:moveTo>
                <a:lnTo>
                  <a:pt x="743213" y="0"/>
                </a:lnTo>
                <a:lnTo>
                  <a:pt x="743213" y="804997"/>
                </a:lnTo>
                <a:lnTo>
                  <a:pt x="0" y="804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291" l="-16090" r="-16830" t="-11419"/>
            </a:stretch>
          </a:blipFill>
          <a:ln>
            <a:noFill/>
          </a:ln>
        </p:spPr>
      </p:sp>
      <p:sp>
        <p:nvSpPr>
          <p:cNvPr id="2777" name="Google Shape;2777;p34"/>
          <p:cNvSpPr/>
          <p:nvPr/>
        </p:nvSpPr>
        <p:spPr>
          <a:xfrm>
            <a:off x="6873721" y="9529940"/>
            <a:ext cx="1354895" cy="466995"/>
          </a:xfrm>
          <a:custGeom>
            <a:rect b="b" l="l" r="r" t="t"/>
            <a:pathLst>
              <a:path extrusionOk="0" h="466995" w="1354895">
                <a:moveTo>
                  <a:pt x="0" y="0"/>
                </a:moveTo>
                <a:lnTo>
                  <a:pt x="1354895" y="0"/>
                </a:lnTo>
                <a:lnTo>
                  <a:pt x="1354895" y="466994"/>
                </a:lnTo>
                <a:lnTo>
                  <a:pt x="0" y="4669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78" name="Google Shape;2778;p34"/>
          <p:cNvSpPr/>
          <p:nvPr/>
        </p:nvSpPr>
        <p:spPr>
          <a:xfrm>
            <a:off x="8462186" y="9587767"/>
            <a:ext cx="1694380" cy="415653"/>
          </a:xfrm>
          <a:custGeom>
            <a:rect b="b" l="l" r="r" t="t"/>
            <a:pathLst>
              <a:path extrusionOk="0" h="415653" w="1694380">
                <a:moveTo>
                  <a:pt x="0" y="0"/>
                </a:moveTo>
                <a:lnTo>
                  <a:pt x="1694380" y="0"/>
                </a:lnTo>
                <a:lnTo>
                  <a:pt x="1694380" y="415652"/>
                </a:lnTo>
                <a:lnTo>
                  <a:pt x="0" y="4156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79" name="Google Shape;2779;p34"/>
          <p:cNvSpPr/>
          <p:nvPr/>
        </p:nvSpPr>
        <p:spPr>
          <a:xfrm>
            <a:off x="10317519" y="9477357"/>
            <a:ext cx="2368914" cy="614916"/>
          </a:xfrm>
          <a:custGeom>
            <a:rect b="b" l="l" r="r" t="t"/>
            <a:pathLst>
              <a:path extrusionOk="0" h="614916" w="2368914">
                <a:moveTo>
                  <a:pt x="0" y="0"/>
                </a:moveTo>
                <a:lnTo>
                  <a:pt x="2368913" y="0"/>
                </a:lnTo>
                <a:lnTo>
                  <a:pt x="2368913" y="614917"/>
                </a:lnTo>
                <a:lnTo>
                  <a:pt x="0" y="6149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80" name="Google Shape;2780;p34"/>
          <p:cNvSpPr/>
          <p:nvPr/>
        </p:nvSpPr>
        <p:spPr>
          <a:xfrm>
            <a:off x="5601568" y="9500406"/>
            <a:ext cx="1034028" cy="526062"/>
          </a:xfrm>
          <a:custGeom>
            <a:rect b="b" l="l" r="r" t="t"/>
            <a:pathLst>
              <a:path extrusionOk="0" h="526062" w="1034028">
                <a:moveTo>
                  <a:pt x="0" y="0"/>
                </a:moveTo>
                <a:lnTo>
                  <a:pt x="1034028" y="0"/>
                </a:lnTo>
                <a:lnTo>
                  <a:pt x="1034028" y="526062"/>
                </a:lnTo>
                <a:lnTo>
                  <a:pt x="0" y="526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81" name="Google Shape;2781;p34"/>
          <p:cNvSpPr txBox="1"/>
          <p:nvPr/>
        </p:nvSpPr>
        <p:spPr>
          <a:xfrm>
            <a:off x="4668025" y="2226775"/>
            <a:ext cx="122067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457200" lvl="0" marL="45720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2782" name="Google Shape;2782;p34"/>
          <p:cNvSpPr txBox="1"/>
          <p:nvPr/>
        </p:nvSpPr>
        <p:spPr>
          <a:xfrm>
            <a:off x="1401000" y="2031976"/>
            <a:ext cx="14602200" cy="6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44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Our approach in this course:</a:t>
            </a:r>
            <a:r>
              <a:rPr b="1" i="1" lang="en-US" sz="44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b="1" i="1" lang="en-US" sz="39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Command-line (CLI) over Graphical Interfaces (GUI)</a:t>
            </a:r>
            <a:endParaRPr i="1" sz="5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2783" name="Google Shape;2783;p34"/>
          <p:cNvSpPr txBox="1"/>
          <p:nvPr/>
        </p:nvSpPr>
        <p:spPr>
          <a:xfrm>
            <a:off x="1554175" y="2919750"/>
            <a:ext cx="15393900" cy="68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1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GUI limitations</a:t>
            </a:r>
            <a:r>
              <a:rPr b="1" i="1" lang="en-US" sz="31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 </a:t>
            </a:r>
            <a:endParaRPr b="1" i="1" sz="3199">
              <a:solidFill>
                <a:schemeClr val="dk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336" lvl="0" marL="9144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9"/>
              <a:buFont typeface="Barlow Condensed"/>
              <a:buAutoNum type="arabicPeriod"/>
            </a:pPr>
            <a:r>
              <a:rPr b="1" i="1" lang="en-US" sz="27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GUIs implement only a subset of Git features</a:t>
            </a:r>
            <a:r>
              <a:rPr i="1" lang="en-US" sz="27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(e.g. GitHub Desktop)</a:t>
            </a:r>
            <a:r>
              <a:rPr i="1" lang="en-US" sz="27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.</a:t>
            </a:r>
            <a:endParaRPr i="1" sz="27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336" lvl="0" marL="9144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9"/>
              <a:buFont typeface="Barlow Condensed"/>
              <a:buAutoNum type="arabicPeriod"/>
            </a:pPr>
            <a:r>
              <a:rPr i="1" lang="en-US" sz="27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With GUIs you </a:t>
            </a:r>
            <a:r>
              <a:rPr b="1" i="1" lang="en-US" sz="27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won’t understand the real Git workflow</a:t>
            </a:r>
            <a:r>
              <a:rPr i="1" lang="en-US" sz="27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.</a:t>
            </a:r>
            <a:endParaRPr i="1" sz="27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336" lvl="0" marL="9144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9"/>
              <a:buFont typeface="Barlow Condensed"/>
              <a:buAutoNum type="arabicPeriod"/>
            </a:pPr>
            <a:r>
              <a:rPr i="1" lang="en-US" sz="27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GUISs </a:t>
            </a:r>
            <a:r>
              <a:rPr b="1" i="1" lang="en-US" sz="27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tend to hinder logs and useful debug/troubleshooting</a:t>
            </a:r>
            <a:r>
              <a:rPr i="1" lang="en-US" sz="27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information</a:t>
            </a:r>
            <a:r>
              <a:rPr i="1" lang="en-US" sz="27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.</a:t>
            </a:r>
            <a:endParaRPr i="1" sz="27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336" lvl="0" marL="9144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9"/>
              <a:buFont typeface="Barlow Condensed"/>
              <a:buAutoNum type="arabicPeriod"/>
            </a:pPr>
            <a:r>
              <a:rPr i="1" lang="en-US" sz="27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CLIs enable automated workflows.</a:t>
            </a:r>
            <a:endParaRPr i="1" sz="27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3199">
              <a:solidFill>
                <a:schemeClr val="dk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1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 rule of thumb:</a:t>
            </a:r>
            <a:r>
              <a:rPr b="1" i="1" lang="en-US" sz="28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i="1" lang="en-US" sz="27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If you </a:t>
            </a:r>
            <a:r>
              <a:rPr b="1" i="1" lang="en-US" sz="27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master the CLI, GUIs hold no secrets</a:t>
            </a:r>
            <a:r>
              <a:rPr i="1" lang="en-US" sz="27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. The opposite is not true.</a:t>
            </a:r>
            <a:endParaRPr i="1" sz="27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1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Where to Access the Git CLI:</a:t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336" lvl="0" marL="9144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9"/>
              <a:buFont typeface="Barlow Condensed"/>
              <a:buAutoNum type="arabicPeriod"/>
            </a:pPr>
            <a:r>
              <a:rPr b="1" i="1" lang="en-US" sz="27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Local Option (</a:t>
            </a:r>
            <a:r>
              <a:rPr i="1" lang="en-US" sz="27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</a:t>
            </a:r>
            <a:r>
              <a:rPr b="1" i="1" lang="en-US" sz="27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Preferred)</a:t>
            </a:r>
            <a:r>
              <a:rPr i="1" lang="en-US" sz="27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 Install Git client directly on your machine: </a:t>
            </a:r>
            <a:r>
              <a:rPr b="1" i="1" lang="en-US" sz="27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System terminal </a:t>
            </a:r>
            <a:r>
              <a:rPr i="1" lang="en-US" sz="27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or IDEs such as </a:t>
            </a:r>
            <a:r>
              <a:rPr b="1" i="1" lang="en-US" sz="27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VSCode</a:t>
            </a:r>
            <a:r>
              <a:rPr i="1" lang="en-US" sz="27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.</a:t>
            </a:r>
            <a:endParaRPr i="1" sz="27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336" lvl="0" marL="9144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9"/>
              <a:buFont typeface="Barlow Condensed"/>
              <a:buAutoNum type="arabicPeriod"/>
            </a:pPr>
            <a:r>
              <a:rPr b="1" i="1" lang="en-US" sz="27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Master’s Data Science Hub (</a:t>
            </a:r>
            <a:r>
              <a:rPr i="1" lang="en-US" sz="27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the</a:t>
            </a:r>
            <a:r>
              <a:rPr b="1" i="1" lang="en-US" sz="27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b="1" i="1" lang="en-US" sz="27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Fastest</a:t>
            </a:r>
            <a:r>
              <a:rPr b="1" i="1" lang="en-US" sz="27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for today’s course)</a:t>
            </a:r>
            <a:r>
              <a:rPr i="1" lang="en-US" sz="27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 Web-based Git CLI</a:t>
            </a:r>
            <a:endParaRPr i="1" sz="27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336" lvl="0" marL="9144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99"/>
              <a:buFont typeface="Barlow Condensed"/>
              <a:buAutoNum type="arabicPeriod"/>
            </a:pPr>
            <a:r>
              <a:rPr i="1" lang="en-US" sz="27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Cloud options: </a:t>
            </a:r>
            <a:r>
              <a:rPr b="1" i="1" lang="en-US" sz="27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GitHub CodeSpaces</a:t>
            </a:r>
            <a:r>
              <a:rPr i="1" lang="en-US" sz="27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provides a VSCode-like environment (with terminal included).</a:t>
            </a:r>
            <a:endParaRPr i="1" sz="27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31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Prerequisites</a:t>
            </a:r>
            <a:r>
              <a:rPr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:</a:t>
            </a:r>
            <a:r>
              <a:rPr b="1" i="1" lang="en-US" sz="31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i="1" lang="en-US" sz="27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 </a:t>
            </a:r>
            <a:r>
              <a:rPr b="1" i="1" lang="en-US" sz="27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GitHub Account is required</a:t>
            </a:r>
            <a:r>
              <a:rPr i="1" lang="en-US" sz="27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. Create one at </a:t>
            </a:r>
            <a:r>
              <a:rPr i="1" lang="en-US" sz="2799" u="sng">
                <a:solidFill>
                  <a:schemeClr val="hlink"/>
                </a:solidFill>
                <a:latin typeface="Barlow Condensed"/>
                <a:ea typeface="Barlow Condensed"/>
                <a:cs typeface="Barlow Condensed"/>
                <a:sym typeface="Barlow Condensed"/>
                <a:hlinkClick r:id="rId8"/>
              </a:rPr>
              <a:t>https://github.com/</a:t>
            </a:r>
            <a:r>
              <a:rPr i="1" lang="en-US" sz="2799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if you haven’t already.</a:t>
            </a:r>
            <a:endParaRPr i="1" sz="2799">
              <a:solidFill>
                <a:schemeClr val="dk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7B9CE"/>
        </a:solidFill>
      </p:bgPr>
    </p:bg>
    <p:spTree>
      <p:nvGrpSpPr>
        <p:cNvPr id="2787" name="Shape 2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88" name="Google Shape;2788;p35"/>
          <p:cNvCxnSpPr/>
          <p:nvPr/>
        </p:nvCxnSpPr>
        <p:spPr>
          <a:xfrm>
            <a:off x="1051792" y="1798524"/>
            <a:ext cx="172593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89" name="Google Shape;2789;p35"/>
          <p:cNvCxnSpPr/>
          <p:nvPr/>
        </p:nvCxnSpPr>
        <p:spPr>
          <a:xfrm rot="-5400000">
            <a:off x="-4105275" y="5119688"/>
            <a:ext cx="102870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0" name="Google Shape;2790;p35"/>
          <p:cNvSpPr txBox="1"/>
          <p:nvPr/>
        </p:nvSpPr>
        <p:spPr>
          <a:xfrm>
            <a:off x="1592775" y="373150"/>
            <a:ext cx="16254600" cy="12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18">
                <a:solidFill>
                  <a:srgbClr val="191D0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GETTING STARTED WITH GIT</a:t>
            </a:r>
            <a:endParaRPr/>
          </a:p>
        </p:txBody>
      </p:sp>
      <p:grpSp>
        <p:nvGrpSpPr>
          <p:cNvPr id="2791" name="Google Shape;2791;p35"/>
          <p:cNvGrpSpPr/>
          <p:nvPr/>
        </p:nvGrpSpPr>
        <p:grpSpPr>
          <a:xfrm>
            <a:off x="216606" y="6304895"/>
            <a:ext cx="642914" cy="632256"/>
            <a:chOff x="63500" y="63500"/>
            <a:chExt cx="988187" cy="971804"/>
          </a:xfrm>
        </p:grpSpPr>
        <p:sp>
          <p:nvSpPr>
            <p:cNvPr id="2792" name="Google Shape;2792;p35"/>
            <p:cNvSpPr/>
            <p:nvPr/>
          </p:nvSpPr>
          <p:spPr>
            <a:xfrm>
              <a:off x="857250" y="840994"/>
              <a:ext cx="129540" cy="129540"/>
            </a:xfrm>
            <a:custGeom>
              <a:rect b="b" l="l" r="r" t="t"/>
              <a:pathLst>
                <a:path extrusionOk="0" h="129540" w="129540">
                  <a:moveTo>
                    <a:pt x="64770" y="32385"/>
                  </a:moveTo>
                  <a:cubicBezTo>
                    <a:pt x="46863" y="32385"/>
                    <a:pt x="32385" y="46990"/>
                    <a:pt x="32385" y="64770"/>
                  </a:cubicBezTo>
                  <a:cubicBezTo>
                    <a:pt x="32385" y="82550"/>
                    <a:pt x="46990" y="97155"/>
                    <a:pt x="64770" y="97155"/>
                  </a:cubicBezTo>
                  <a:cubicBezTo>
                    <a:pt x="82550" y="97155"/>
                    <a:pt x="97155" y="82550"/>
                    <a:pt x="97155" y="64770"/>
                  </a:cubicBezTo>
                  <a:cubicBezTo>
                    <a:pt x="97155" y="46990"/>
                    <a:pt x="82550" y="32385"/>
                    <a:pt x="64770" y="32385"/>
                  </a:cubicBezTo>
                  <a:moveTo>
                    <a:pt x="64770" y="129540"/>
                  </a:moveTo>
                  <a:cubicBezTo>
                    <a:pt x="29083" y="129540"/>
                    <a:pt x="0" y="100457"/>
                    <a:pt x="0" y="64770"/>
                  </a:cubicBezTo>
                  <a:cubicBezTo>
                    <a:pt x="0" y="29083"/>
                    <a:pt x="29083" y="0"/>
                    <a:pt x="64770" y="0"/>
                  </a:cubicBezTo>
                  <a:cubicBezTo>
                    <a:pt x="100457" y="0"/>
                    <a:pt x="129540" y="29083"/>
                    <a:pt x="129540" y="64770"/>
                  </a:cubicBezTo>
                  <a:cubicBezTo>
                    <a:pt x="129540" y="100457"/>
                    <a:pt x="100457" y="129540"/>
                    <a:pt x="64770" y="12954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3" name="Google Shape;2793;p35"/>
            <p:cNvSpPr/>
            <p:nvPr/>
          </p:nvSpPr>
          <p:spPr>
            <a:xfrm>
              <a:off x="905764" y="225552"/>
              <a:ext cx="32512" cy="647827"/>
            </a:xfrm>
            <a:custGeom>
              <a:rect b="b" l="l" r="r" t="t"/>
              <a:pathLst>
                <a:path extrusionOk="0" h="647827" w="32512">
                  <a:moveTo>
                    <a:pt x="16256" y="647827"/>
                  </a:moveTo>
                  <a:lnTo>
                    <a:pt x="0" y="640588"/>
                  </a:lnTo>
                  <a:lnTo>
                    <a:pt x="0" y="16129"/>
                  </a:lnTo>
                  <a:cubicBezTo>
                    <a:pt x="0" y="7112"/>
                    <a:pt x="7239" y="0"/>
                    <a:pt x="16256" y="0"/>
                  </a:cubicBezTo>
                  <a:lnTo>
                    <a:pt x="32512" y="7239"/>
                  </a:lnTo>
                  <a:lnTo>
                    <a:pt x="32512" y="631698"/>
                  </a:lnTo>
                  <a:cubicBezTo>
                    <a:pt x="32512" y="640588"/>
                    <a:pt x="25273" y="647827"/>
                    <a:pt x="16256" y="64782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4" name="Google Shape;2794;p35"/>
            <p:cNvSpPr/>
            <p:nvPr/>
          </p:nvSpPr>
          <p:spPr>
            <a:xfrm>
              <a:off x="121679" y="510286"/>
              <a:ext cx="44042" cy="38989"/>
            </a:xfrm>
            <a:custGeom>
              <a:rect b="b" l="l" r="r" t="t"/>
              <a:pathLst>
                <a:path extrusionOk="0" h="38989" w="44042">
                  <a:moveTo>
                    <a:pt x="27927" y="38989"/>
                  </a:moveTo>
                  <a:lnTo>
                    <a:pt x="23990" y="38608"/>
                  </a:lnTo>
                  <a:lnTo>
                    <a:pt x="10401" y="33401"/>
                  </a:lnTo>
                  <a:cubicBezTo>
                    <a:pt x="2019" y="30226"/>
                    <a:pt x="-2172" y="20828"/>
                    <a:pt x="1130" y="12446"/>
                  </a:cubicBezTo>
                  <a:lnTo>
                    <a:pt x="13703" y="0"/>
                  </a:lnTo>
                  <a:lnTo>
                    <a:pt x="33642" y="7620"/>
                  </a:lnTo>
                  <a:cubicBezTo>
                    <a:pt x="42024" y="10795"/>
                    <a:pt x="46215" y="20193"/>
                    <a:pt x="42913" y="28575"/>
                  </a:cubicBezTo>
                  <a:lnTo>
                    <a:pt x="34277" y="3898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5" name="Google Shape;2795;p35"/>
            <p:cNvSpPr/>
            <p:nvPr/>
          </p:nvSpPr>
          <p:spPr>
            <a:xfrm>
              <a:off x="180213" y="535721"/>
              <a:ext cx="620903" cy="90770"/>
            </a:xfrm>
            <a:custGeom>
              <a:rect b="b" l="l" r="r" t="t"/>
              <a:pathLst>
                <a:path extrusionOk="0" h="90770" w="620903">
                  <a:moveTo>
                    <a:pt x="476758" y="90770"/>
                  </a:moveTo>
                  <a:lnTo>
                    <a:pt x="300863" y="90770"/>
                  </a:lnTo>
                  <a:cubicBezTo>
                    <a:pt x="291211" y="90770"/>
                    <a:pt x="281813" y="88230"/>
                    <a:pt x="273431" y="83531"/>
                  </a:cubicBezTo>
                  <a:lnTo>
                    <a:pt x="193675" y="37938"/>
                  </a:lnTo>
                  <a:cubicBezTo>
                    <a:pt x="190246" y="36033"/>
                    <a:pt x="186309" y="34890"/>
                    <a:pt x="182245" y="34890"/>
                  </a:cubicBezTo>
                  <a:lnTo>
                    <a:pt x="32385" y="34890"/>
                  </a:lnTo>
                  <a:cubicBezTo>
                    <a:pt x="25527" y="34890"/>
                    <a:pt x="18923" y="33620"/>
                    <a:pt x="12446" y="31207"/>
                  </a:cubicBezTo>
                  <a:lnTo>
                    <a:pt x="0" y="18634"/>
                  </a:lnTo>
                  <a:cubicBezTo>
                    <a:pt x="6477" y="1997"/>
                    <a:pt x="15875" y="-2194"/>
                    <a:pt x="24130" y="981"/>
                  </a:cubicBezTo>
                  <a:lnTo>
                    <a:pt x="29464" y="2505"/>
                  </a:lnTo>
                  <a:lnTo>
                    <a:pt x="182372" y="2505"/>
                  </a:lnTo>
                  <a:cubicBezTo>
                    <a:pt x="192024" y="2505"/>
                    <a:pt x="201549" y="5045"/>
                    <a:pt x="209804" y="9744"/>
                  </a:cubicBezTo>
                  <a:lnTo>
                    <a:pt x="289560" y="55337"/>
                  </a:lnTo>
                  <a:cubicBezTo>
                    <a:pt x="292989" y="57242"/>
                    <a:pt x="296926" y="58385"/>
                    <a:pt x="300863" y="58385"/>
                  </a:cubicBezTo>
                  <a:lnTo>
                    <a:pt x="476758" y="58385"/>
                  </a:lnTo>
                  <a:cubicBezTo>
                    <a:pt x="480314" y="58385"/>
                    <a:pt x="483870" y="57496"/>
                    <a:pt x="486918" y="55972"/>
                  </a:cubicBezTo>
                  <a:lnTo>
                    <a:pt x="526288" y="36287"/>
                  </a:lnTo>
                  <a:cubicBezTo>
                    <a:pt x="533908" y="32477"/>
                    <a:pt x="542417" y="30445"/>
                    <a:pt x="551053" y="30445"/>
                  </a:cubicBezTo>
                  <a:lnTo>
                    <a:pt x="604647" y="30445"/>
                  </a:lnTo>
                  <a:cubicBezTo>
                    <a:pt x="613664" y="30445"/>
                    <a:pt x="620903" y="37684"/>
                    <a:pt x="620903" y="46574"/>
                  </a:cubicBezTo>
                  <a:lnTo>
                    <a:pt x="613664" y="62830"/>
                  </a:lnTo>
                  <a:lnTo>
                    <a:pt x="551053" y="62830"/>
                  </a:lnTo>
                  <a:cubicBezTo>
                    <a:pt x="547497" y="62830"/>
                    <a:pt x="543941" y="63719"/>
                    <a:pt x="540893" y="65243"/>
                  </a:cubicBezTo>
                  <a:lnTo>
                    <a:pt x="501523" y="84928"/>
                  </a:lnTo>
                  <a:cubicBezTo>
                    <a:pt x="493903" y="88738"/>
                    <a:pt x="485394" y="90770"/>
                    <a:pt x="476758" y="907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6" name="Google Shape;2796;p35"/>
            <p:cNvSpPr/>
            <p:nvPr/>
          </p:nvSpPr>
          <p:spPr>
            <a:xfrm>
              <a:off x="378206" y="705739"/>
              <a:ext cx="120232" cy="139192"/>
            </a:xfrm>
            <a:custGeom>
              <a:rect b="b" l="l" r="r" t="t"/>
              <a:pathLst>
                <a:path extrusionOk="0" h="139192" w="120232">
                  <a:moveTo>
                    <a:pt x="89916" y="139192"/>
                  </a:moveTo>
                  <a:lnTo>
                    <a:pt x="78232" y="135890"/>
                  </a:lnTo>
                  <a:cubicBezTo>
                    <a:pt x="65532" y="110490"/>
                    <a:pt x="68326" y="86995"/>
                    <a:pt x="82423" y="70104"/>
                  </a:cubicBezTo>
                  <a:lnTo>
                    <a:pt x="89408" y="53975"/>
                  </a:lnTo>
                  <a:cubicBezTo>
                    <a:pt x="81661" y="37465"/>
                    <a:pt x="73914" y="32512"/>
                    <a:pt x="64770" y="32512"/>
                  </a:cubicBezTo>
                  <a:lnTo>
                    <a:pt x="16256" y="32512"/>
                  </a:lnTo>
                  <a:cubicBezTo>
                    <a:pt x="7239" y="32512"/>
                    <a:pt x="0" y="25273"/>
                    <a:pt x="0" y="16256"/>
                  </a:cubicBezTo>
                  <a:lnTo>
                    <a:pt x="7239" y="0"/>
                  </a:lnTo>
                  <a:lnTo>
                    <a:pt x="64897" y="0"/>
                  </a:lnTo>
                  <a:cubicBezTo>
                    <a:pt x="86614" y="0"/>
                    <a:pt x="105791" y="12192"/>
                    <a:pt x="114935" y="31877"/>
                  </a:cubicBezTo>
                  <a:cubicBezTo>
                    <a:pt x="124079" y="51562"/>
                    <a:pt x="121285" y="74041"/>
                    <a:pt x="107315" y="90805"/>
                  </a:cubicBezTo>
                  <a:lnTo>
                    <a:pt x="100457" y="107569"/>
                  </a:lnTo>
                  <a:cubicBezTo>
                    <a:pt x="108585" y="123698"/>
                    <a:pt x="105283" y="133477"/>
                    <a:pt x="97282" y="137414"/>
                  </a:cubicBezTo>
                  <a:lnTo>
                    <a:pt x="92456" y="13906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7" name="Google Shape;2797;p35"/>
            <p:cNvSpPr/>
            <p:nvPr/>
          </p:nvSpPr>
          <p:spPr>
            <a:xfrm>
              <a:off x="322072" y="705866"/>
              <a:ext cx="49657" cy="32385"/>
            </a:xfrm>
            <a:custGeom>
              <a:rect b="b" l="l" r="r" t="t"/>
              <a:pathLst>
                <a:path extrusionOk="0" h="32385" w="49657">
                  <a:moveTo>
                    <a:pt x="33401" y="32385"/>
                  </a:moveTo>
                  <a:lnTo>
                    <a:pt x="16256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33401" y="0"/>
                  </a:lnTo>
                  <a:cubicBezTo>
                    <a:pt x="42418" y="0"/>
                    <a:pt x="49657" y="7239"/>
                    <a:pt x="49657" y="16256"/>
                  </a:cubicBezTo>
                  <a:lnTo>
                    <a:pt x="42418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8" name="Google Shape;2798;p35"/>
            <p:cNvSpPr/>
            <p:nvPr/>
          </p:nvSpPr>
          <p:spPr>
            <a:xfrm>
              <a:off x="247178" y="717997"/>
              <a:ext cx="67401" cy="46670"/>
            </a:xfrm>
            <a:custGeom>
              <a:rect b="b" l="l" r="r" t="t"/>
              <a:pathLst>
                <a:path extrusionOk="0" h="46670" w="67401">
                  <a:moveTo>
                    <a:pt x="15204" y="46670"/>
                  </a:moveTo>
                  <a:lnTo>
                    <a:pt x="2631" y="42733"/>
                  </a:lnTo>
                  <a:cubicBezTo>
                    <a:pt x="-3084" y="27874"/>
                    <a:pt x="1107" y="18603"/>
                    <a:pt x="9489" y="15301"/>
                  </a:cubicBezTo>
                  <a:lnTo>
                    <a:pt x="46446" y="1077"/>
                  </a:lnTo>
                  <a:cubicBezTo>
                    <a:pt x="54828" y="-2098"/>
                    <a:pt x="64226" y="1966"/>
                    <a:pt x="67401" y="10348"/>
                  </a:cubicBezTo>
                  <a:lnTo>
                    <a:pt x="66385" y="28128"/>
                  </a:lnTo>
                  <a:lnTo>
                    <a:pt x="21046" y="45527"/>
                  </a:lnTo>
                  <a:cubicBezTo>
                    <a:pt x="19141" y="46289"/>
                    <a:pt x="17109" y="46670"/>
                    <a:pt x="15204" y="466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9" name="Google Shape;2799;p35"/>
            <p:cNvSpPr/>
            <p:nvPr/>
          </p:nvSpPr>
          <p:spPr>
            <a:xfrm>
              <a:off x="719420" y="632964"/>
              <a:ext cx="70253" cy="65409"/>
            </a:xfrm>
            <a:custGeom>
              <a:rect b="b" l="l" r="r" t="t"/>
              <a:pathLst>
                <a:path extrusionOk="0" h="65409" w="70253">
                  <a:moveTo>
                    <a:pt x="20609" y="65409"/>
                  </a:moveTo>
                  <a:lnTo>
                    <a:pt x="11084" y="63377"/>
                  </a:lnTo>
                  <a:cubicBezTo>
                    <a:pt x="2321" y="53852"/>
                    <a:pt x="-346" y="45978"/>
                    <a:pt x="35" y="37596"/>
                  </a:cubicBezTo>
                  <a:cubicBezTo>
                    <a:pt x="543" y="27690"/>
                    <a:pt x="5369" y="17911"/>
                    <a:pt x="13243" y="10672"/>
                  </a:cubicBezTo>
                  <a:cubicBezTo>
                    <a:pt x="20101" y="4449"/>
                    <a:pt x="28483" y="766"/>
                    <a:pt x="36992" y="131"/>
                  </a:cubicBezTo>
                  <a:cubicBezTo>
                    <a:pt x="46898" y="-758"/>
                    <a:pt x="56169" y="2925"/>
                    <a:pt x="62519" y="9783"/>
                  </a:cubicBezTo>
                  <a:cubicBezTo>
                    <a:pt x="71409" y="19562"/>
                    <a:pt x="72806" y="34294"/>
                    <a:pt x="65821" y="47375"/>
                  </a:cubicBezTo>
                  <a:lnTo>
                    <a:pt x="51851" y="58297"/>
                  </a:lnTo>
                  <a:cubicBezTo>
                    <a:pt x="36484" y="50169"/>
                    <a:pt x="33309" y="41025"/>
                    <a:pt x="36611" y="33405"/>
                  </a:cubicBezTo>
                  <a:lnTo>
                    <a:pt x="35595" y="34167"/>
                  </a:lnTo>
                  <a:lnTo>
                    <a:pt x="32420" y="38866"/>
                  </a:lnTo>
                  <a:cubicBezTo>
                    <a:pt x="38516" y="45851"/>
                    <a:pt x="37627" y="55376"/>
                    <a:pt x="31023" y="61472"/>
                  </a:cubicBezTo>
                  <a:lnTo>
                    <a:pt x="24419" y="6540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0" name="Google Shape;2800;p35"/>
            <p:cNvSpPr/>
            <p:nvPr/>
          </p:nvSpPr>
          <p:spPr>
            <a:xfrm>
              <a:off x="580547" y="726757"/>
              <a:ext cx="87425" cy="82106"/>
            </a:xfrm>
            <a:custGeom>
              <a:rect b="b" l="l" r="r" t="t"/>
              <a:pathLst>
                <a:path extrusionOk="0" h="82106" w="87425">
                  <a:moveTo>
                    <a:pt x="30069" y="54801"/>
                  </a:moveTo>
                  <a:lnTo>
                    <a:pt x="30069" y="54801"/>
                  </a:lnTo>
                  <a:lnTo>
                    <a:pt x="30069" y="54801"/>
                  </a:lnTo>
                  <a:moveTo>
                    <a:pt x="18131" y="81852"/>
                  </a:moveTo>
                  <a:lnTo>
                    <a:pt x="9368" y="80074"/>
                  </a:lnTo>
                  <a:cubicBezTo>
                    <a:pt x="-7015" y="62040"/>
                    <a:pt x="-1046" y="37148"/>
                    <a:pt x="20544" y="17590"/>
                  </a:cubicBezTo>
                  <a:lnTo>
                    <a:pt x="48611" y="1461"/>
                  </a:lnTo>
                  <a:cubicBezTo>
                    <a:pt x="61438" y="-1968"/>
                    <a:pt x="73122" y="699"/>
                    <a:pt x="80488" y="8827"/>
                  </a:cubicBezTo>
                  <a:cubicBezTo>
                    <a:pt x="90521" y="19876"/>
                    <a:pt x="89632" y="37275"/>
                    <a:pt x="78075" y="54293"/>
                  </a:cubicBezTo>
                  <a:lnTo>
                    <a:pt x="62962" y="63564"/>
                  </a:lnTo>
                  <a:cubicBezTo>
                    <a:pt x="48230" y="53531"/>
                    <a:pt x="46325" y="43498"/>
                    <a:pt x="51278" y="36005"/>
                  </a:cubicBezTo>
                  <a:lnTo>
                    <a:pt x="51913" y="35116"/>
                  </a:lnTo>
                  <a:lnTo>
                    <a:pt x="45944" y="38291"/>
                  </a:lnTo>
                  <a:cubicBezTo>
                    <a:pt x="35149" y="48197"/>
                    <a:pt x="32355" y="54420"/>
                    <a:pt x="31720" y="57087"/>
                  </a:cubicBezTo>
                  <a:lnTo>
                    <a:pt x="34895" y="72454"/>
                  </a:lnTo>
                  <a:cubicBezTo>
                    <a:pt x="25878" y="80709"/>
                    <a:pt x="21941" y="82106"/>
                    <a:pt x="18131" y="821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1" name="Google Shape;2801;p35"/>
            <p:cNvSpPr/>
            <p:nvPr/>
          </p:nvSpPr>
          <p:spPr>
            <a:xfrm>
              <a:off x="584327" y="177351"/>
              <a:ext cx="66294" cy="45407"/>
            </a:xfrm>
            <a:custGeom>
              <a:rect b="b" l="l" r="r" t="t"/>
              <a:pathLst>
                <a:path extrusionOk="0" h="45407" w="66294">
                  <a:moveTo>
                    <a:pt x="49657" y="45280"/>
                  </a:moveTo>
                  <a:lnTo>
                    <a:pt x="39751" y="42994"/>
                  </a:lnTo>
                  <a:cubicBezTo>
                    <a:pt x="32258" y="32834"/>
                    <a:pt x="26543" y="31564"/>
                    <a:pt x="25019" y="32580"/>
                  </a:cubicBezTo>
                  <a:lnTo>
                    <a:pt x="7620" y="36390"/>
                  </a:lnTo>
                  <a:cubicBezTo>
                    <a:pt x="-3048" y="22039"/>
                    <a:pt x="-1397" y="11879"/>
                    <a:pt x="5715" y="6545"/>
                  </a:cubicBezTo>
                  <a:cubicBezTo>
                    <a:pt x="22606" y="-5901"/>
                    <a:pt x="48133" y="-59"/>
                    <a:pt x="62484" y="19499"/>
                  </a:cubicBezTo>
                  <a:lnTo>
                    <a:pt x="66294" y="36898"/>
                  </a:lnTo>
                  <a:cubicBezTo>
                    <a:pt x="56261" y="44264"/>
                    <a:pt x="52832" y="45407"/>
                    <a:pt x="49530" y="4540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2" name="Google Shape;2802;p35"/>
            <p:cNvSpPr/>
            <p:nvPr/>
          </p:nvSpPr>
          <p:spPr>
            <a:xfrm>
              <a:off x="175133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3" name="Google Shape;2803;p35"/>
            <p:cNvSpPr/>
            <p:nvPr/>
          </p:nvSpPr>
          <p:spPr>
            <a:xfrm>
              <a:off x="175133" y="316230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4" name="Google Shape;2804;p35"/>
            <p:cNvSpPr/>
            <p:nvPr/>
          </p:nvSpPr>
          <p:spPr>
            <a:xfrm>
              <a:off x="538226" y="372110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5" name="Google Shape;2805;p35"/>
            <p:cNvSpPr/>
            <p:nvPr/>
          </p:nvSpPr>
          <p:spPr>
            <a:xfrm>
              <a:off x="538226" y="204597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6" name="Google Shape;2806;p35"/>
            <p:cNvSpPr/>
            <p:nvPr/>
          </p:nvSpPr>
          <p:spPr>
            <a:xfrm>
              <a:off x="566166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7" name="Google Shape;2807;p35"/>
            <p:cNvSpPr/>
            <p:nvPr/>
          </p:nvSpPr>
          <p:spPr>
            <a:xfrm>
              <a:off x="370586" y="790956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8" name="Google Shape;2808;p35"/>
            <p:cNvSpPr/>
            <p:nvPr/>
          </p:nvSpPr>
          <p:spPr>
            <a:xfrm>
              <a:off x="398526" y="65138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9" name="Google Shape;2809;p35"/>
            <p:cNvSpPr/>
            <p:nvPr/>
          </p:nvSpPr>
          <p:spPr>
            <a:xfrm>
              <a:off x="258953" y="595503"/>
              <a:ext cx="32512" cy="33782"/>
            </a:xfrm>
            <a:custGeom>
              <a:rect b="b" l="l" r="r" t="t"/>
              <a:pathLst>
                <a:path extrusionOk="0" h="33782" w="32512">
                  <a:moveTo>
                    <a:pt x="16256" y="33782"/>
                  </a:moveTo>
                  <a:lnTo>
                    <a:pt x="0" y="26543"/>
                  </a:lnTo>
                  <a:cubicBezTo>
                    <a:pt x="0" y="8636"/>
                    <a:pt x="7239" y="0"/>
                    <a:pt x="16256" y="0"/>
                  </a:cubicBezTo>
                  <a:lnTo>
                    <a:pt x="32512" y="5842"/>
                  </a:lnTo>
                  <a:lnTo>
                    <a:pt x="32512" y="17653"/>
                  </a:lnTo>
                  <a:cubicBezTo>
                    <a:pt x="32512" y="26543"/>
                    <a:pt x="25273" y="33782"/>
                    <a:pt x="16256" y="337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0" name="Google Shape;2810;p35"/>
            <p:cNvSpPr/>
            <p:nvPr/>
          </p:nvSpPr>
          <p:spPr>
            <a:xfrm>
              <a:off x="337820" y="254635"/>
              <a:ext cx="72771" cy="71882"/>
            </a:xfrm>
            <a:custGeom>
              <a:rect b="b" l="l" r="r" t="t"/>
              <a:pathLst>
                <a:path extrusionOk="0" h="71882" w="72771">
                  <a:moveTo>
                    <a:pt x="17653" y="71882"/>
                  </a:moveTo>
                  <a:lnTo>
                    <a:pt x="15621" y="71755"/>
                  </a:lnTo>
                  <a:lnTo>
                    <a:pt x="0" y="61341"/>
                  </a:lnTo>
                  <a:cubicBezTo>
                    <a:pt x="5969" y="30734"/>
                    <a:pt x="25781" y="0"/>
                    <a:pt x="56515" y="0"/>
                  </a:cubicBezTo>
                  <a:lnTo>
                    <a:pt x="72771" y="7239"/>
                  </a:lnTo>
                  <a:cubicBezTo>
                    <a:pt x="72771" y="25146"/>
                    <a:pt x="65532" y="32385"/>
                    <a:pt x="56515" y="32385"/>
                  </a:cubicBezTo>
                  <a:cubicBezTo>
                    <a:pt x="45720" y="32385"/>
                    <a:pt x="35560" y="48260"/>
                    <a:pt x="33528" y="58674"/>
                  </a:cubicBezTo>
                  <a:lnTo>
                    <a:pt x="25273" y="7175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1" name="Google Shape;2811;p35"/>
            <p:cNvSpPr/>
            <p:nvPr/>
          </p:nvSpPr>
          <p:spPr>
            <a:xfrm>
              <a:off x="406940" y="77309"/>
              <a:ext cx="195675" cy="104428"/>
            </a:xfrm>
            <a:custGeom>
              <a:rect b="b" l="l" r="r" t="t"/>
              <a:pathLst>
                <a:path extrusionOk="0" h="104428" w="195675">
                  <a:moveTo>
                    <a:pt x="15208" y="104428"/>
                  </a:moveTo>
                  <a:lnTo>
                    <a:pt x="2127" y="100110"/>
                  </a:lnTo>
                  <a:cubicBezTo>
                    <a:pt x="-2953" y="84870"/>
                    <a:pt x="1619" y="75726"/>
                    <a:pt x="10001" y="72805"/>
                  </a:cubicBezTo>
                  <a:lnTo>
                    <a:pt x="49117" y="57565"/>
                  </a:lnTo>
                  <a:lnTo>
                    <a:pt x="174339" y="1431"/>
                  </a:lnTo>
                  <a:cubicBezTo>
                    <a:pt x="182467" y="-2252"/>
                    <a:pt x="192119" y="1431"/>
                    <a:pt x="195675" y="9559"/>
                  </a:cubicBezTo>
                  <a:lnTo>
                    <a:pt x="195675" y="27339"/>
                  </a:lnTo>
                  <a:lnTo>
                    <a:pt x="62452" y="87029"/>
                  </a:lnTo>
                  <a:cubicBezTo>
                    <a:pt x="48736" y="93125"/>
                    <a:pt x="34512" y="98713"/>
                    <a:pt x="20288" y="103539"/>
                  </a:cubicBezTo>
                  <a:lnTo>
                    <a:pt x="16859" y="10442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2" name="Google Shape;2812;p35"/>
            <p:cNvSpPr/>
            <p:nvPr/>
          </p:nvSpPr>
          <p:spPr>
            <a:xfrm>
              <a:off x="331397" y="164918"/>
              <a:ext cx="51127" cy="35107"/>
            </a:xfrm>
            <a:custGeom>
              <a:rect b="b" l="l" r="r" t="t"/>
              <a:pathLst>
                <a:path extrusionOk="0" h="35107" w="51127">
                  <a:moveTo>
                    <a:pt x="15313" y="34980"/>
                  </a:moveTo>
                  <a:lnTo>
                    <a:pt x="581" y="29265"/>
                  </a:lnTo>
                  <a:cubicBezTo>
                    <a:pt x="-1959" y="12374"/>
                    <a:pt x="4137" y="4119"/>
                    <a:pt x="12900" y="2849"/>
                  </a:cubicBezTo>
                  <a:lnTo>
                    <a:pt x="25727" y="817"/>
                  </a:lnTo>
                  <a:cubicBezTo>
                    <a:pt x="40840" y="-2231"/>
                    <a:pt x="49476" y="3611"/>
                    <a:pt x="51127" y="12374"/>
                  </a:cubicBezTo>
                  <a:lnTo>
                    <a:pt x="47063" y="29646"/>
                  </a:lnTo>
                  <a:cubicBezTo>
                    <a:pt x="31442" y="32694"/>
                    <a:pt x="24584" y="33837"/>
                    <a:pt x="17726" y="34853"/>
                  </a:cubicBezTo>
                  <a:lnTo>
                    <a:pt x="16075" y="35107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3" name="Google Shape;2813;p35"/>
            <p:cNvSpPr/>
            <p:nvPr/>
          </p:nvSpPr>
          <p:spPr>
            <a:xfrm>
              <a:off x="264287" y="174137"/>
              <a:ext cx="43688" cy="34016"/>
            </a:xfrm>
            <a:custGeom>
              <a:rect b="b" l="l" r="r" t="t"/>
              <a:pathLst>
                <a:path extrusionOk="0" h="34016" w="43688">
                  <a:moveTo>
                    <a:pt x="15494" y="34016"/>
                  </a:moveTo>
                  <a:lnTo>
                    <a:pt x="381" y="27920"/>
                  </a:lnTo>
                  <a:cubicBezTo>
                    <a:pt x="-1651" y="10775"/>
                    <a:pt x="4699" y="2774"/>
                    <a:pt x="13589" y="1631"/>
                  </a:cubicBezTo>
                  <a:lnTo>
                    <a:pt x="25654" y="107"/>
                  </a:lnTo>
                  <a:cubicBezTo>
                    <a:pt x="34544" y="-909"/>
                    <a:pt x="42545" y="5441"/>
                    <a:pt x="43688" y="14331"/>
                  </a:cubicBezTo>
                  <a:lnTo>
                    <a:pt x="38354" y="31222"/>
                  </a:lnTo>
                  <a:lnTo>
                    <a:pt x="17399" y="33762"/>
                  </a:lnTo>
                  <a:lnTo>
                    <a:pt x="16129" y="33889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4" name="Google Shape;2814;p35"/>
            <p:cNvSpPr/>
            <p:nvPr/>
          </p:nvSpPr>
          <p:spPr>
            <a:xfrm>
              <a:off x="63500" y="63500"/>
              <a:ext cx="746506" cy="842391"/>
            </a:xfrm>
            <a:custGeom>
              <a:rect b="b" l="l" r="r" t="t"/>
              <a:pathLst>
                <a:path extrusionOk="0" h="842391" w="746506">
                  <a:moveTo>
                    <a:pt x="421132" y="842264"/>
                  </a:moveTo>
                  <a:cubicBezTo>
                    <a:pt x="188976" y="842264"/>
                    <a:pt x="0" y="653415"/>
                    <a:pt x="0" y="421132"/>
                  </a:cubicBezTo>
                  <a:cubicBezTo>
                    <a:pt x="0" y="188849"/>
                    <a:pt x="188976" y="0"/>
                    <a:pt x="421132" y="0"/>
                  </a:cubicBezTo>
                  <a:cubicBezTo>
                    <a:pt x="544449" y="0"/>
                    <a:pt x="661162" y="53975"/>
                    <a:pt x="741553" y="148082"/>
                  </a:cubicBezTo>
                  <a:lnTo>
                    <a:pt x="746506" y="165100"/>
                  </a:lnTo>
                  <a:cubicBezTo>
                    <a:pt x="732917" y="176657"/>
                    <a:pt x="722630" y="175895"/>
                    <a:pt x="716915" y="169164"/>
                  </a:cubicBezTo>
                  <a:cubicBezTo>
                    <a:pt x="642747" y="82169"/>
                    <a:pt x="534924" y="32385"/>
                    <a:pt x="421132" y="32385"/>
                  </a:cubicBezTo>
                  <a:cubicBezTo>
                    <a:pt x="206756" y="32385"/>
                    <a:pt x="32385" y="206756"/>
                    <a:pt x="32385" y="421132"/>
                  </a:cubicBezTo>
                  <a:cubicBezTo>
                    <a:pt x="32385" y="635508"/>
                    <a:pt x="206756" y="809879"/>
                    <a:pt x="421132" y="809879"/>
                  </a:cubicBezTo>
                  <a:cubicBezTo>
                    <a:pt x="531749" y="809879"/>
                    <a:pt x="637540" y="762381"/>
                    <a:pt x="711327" y="679577"/>
                  </a:cubicBezTo>
                  <a:lnTo>
                    <a:pt x="727583" y="672338"/>
                  </a:lnTo>
                  <a:cubicBezTo>
                    <a:pt x="740918" y="684276"/>
                    <a:pt x="741553" y="694436"/>
                    <a:pt x="735584" y="701167"/>
                  </a:cubicBezTo>
                  <a:cubicBezTo>
                    <a:pt x="655574" y="790956"/>
                    <a:pt x="541020" y="842391"/>
                    <a:pt x="421259" y="84239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5" name="Google Shape;2815;p35"/>
            <p:cNvSpPr/>
            <p:nvPr/>
          </p:nvSpPr>
          <p:spPr>
            <a:xfrm>
              <a:off x="792480" y="63500"/>
              <a:ext cx="259207" cy="971804"/>
            </a:xfrm>
            <a:custGeom>
              <a:rect b="b" l="l" r="r" t="t"/>
              <a:pathLst>
                <a:path extrusionOk="0" h="971804" w="259207">
                  <a:moveTo>
                    <a:pt x="129540" y="32385"/>
                  </a:moveTo>
                  <a:cubicBezTo>
                    <a:pt x="102743" y="32385"/>
                    <a:pt x="80899" y="54229"/>
                    <a:pt x="80899" y="81026"/>
                  </a:cubicBezTo>
                  <a:lnTo>
                    <a:pt x="80899" y="749300"/>
                  </a:lnTo>
                  <a:cubicBezTo>
                    <a:pt x="80899" y="754507"/>
                    <a:pt x="78359" y="759460"/>
                    <a:pt x="74041" y="762508"/>
                  </a:cubicBezTo>
                  <a:cubicBezTo>
                    <a:pt x="47498" y="781177"/>
                    <a:pt x="32385" y="810260"/>
                    <a:pt x="32385" y="842264"/>
                  </a:cubicBezTo>
                  <a:cubicBezTo>
                    <a:pt x="32385" y="895858"/>
                    <a:pt x="75946" y="939419"/>
                    <a:pt x="129540" y="939419"/>
                  </a:cubicBezTo>
                  <a:cubicBezTo>
                    <a:pt x="183134" y="939419"/>
                    <a:pt x="226695" y="895858"/>
                    <a:pt x="226695" y="842264"/>
                  </a:cubicBezTo>
                  <a:cubicBezTo>
                    <a:pt x="226695" y="810260"/>
                    <a:pt x="211455" y="781177"/>
                    <a:pt x="185039" y="762508"/>
                  </a:cubicBezTo>
                  <a:lnTo>
                    <a:pt x="178181" y="754507"/>
                  </a:lnTo>
                  <a:lnTo>
                    <a:pt x="178181" y="81026"/>
                  </a:lnTo>
                  <a:cubicBezTo>
                    <a:pt x="178181" y="54229"/>
                    <a:pt x="156337" y="32385"/>
                    <a:pt x="129540" y="32385"/>
                  </a:cubicBezTo>
                  <a:moveTo>
                    <a:pt x="129540" y="971804"/>
                  </a:moveTo>
                  <a:cubicBezTo>
                    <a:pt x="58039" y="971804"/>
                    <a:pt x="0" y="913638"/>
                    <a:pt x="0" y="842264"/>
                  </a:cubicBezTo>
                  <a:cubicBezTo>
                    <a:pt x="0" y="802386"/>
                    <a:pt x="17653" y="766064"/>
                    <a:pt x="48641" y="741172"/>
                  </a:cubicBezTo>
                  <a:lnTo>
                    <a:pt x="48641" y="81026"/>
                  </a:lnTo>
                  <a:cubicBezTo>
                    <a:pt x="48514" y="36322"/>
                    <a:pt x="84836" y="0"/>
                    <a:pt x="129540" y="0"/>
                  </a:cubicBezTo>
                  <a:cubicBezTo>
                    <a:pt x="174244" y="0"/>
                    <a:pt x="210566" y="36322"/>
                    <a:pt x="210566" y="81026"/>
                  </a:cubicBezTo>
                  <a:lnTo>
                    <a:pt x="210566" y="741172"/>
                  </a:lnTo>
                  <a:cubicBezTo>
                    <a:pt x="241554" y="766064"/>
                    <a:pt x="259207" y="802386"/>
                    <a:pt x="259207" y="842264"/>
                  </a:cubicBezTo>
                  <a:cubicBezTo>
                    <a:pt x="259207" y="913765"/>
                    <a:pt x="201041" y="971804"/>
                    <a:pt x="129667" y="97180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6" name="Google Shape;2816;p35"/>
            <p:cNvSpPr/>
            <p:nvPr/>
          </p:nvSpPr>
          <p:spPr>
            <a:xfrm>
              <a:off x="938276" y="355092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7" name="Google Shape;2817;p35"/>
            <p:cNvSpPr/>
            <p:nvPr/>
          </p:nvSpPr>
          <p:spPr>
            <a:xfrm>
              <a:off x="938276" y="257937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8" name="Google Shape;2818;p35"/>
            <p:cNvSpPr/>
            <p:nvPr/>
          </p:nvSpPr>
          <p:spPr>
            <a:xfrm>
              <a:off x="938276" y="549402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9" name="Google Shape;2819;p35"/>
            <p:cNvSpPr/>
            <p:nvPr/>
          </p:nvSpPr>
          <p:spPr>
            <a:xfrm>
              <a:off x="938276" y="452247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0" name="Google Shape;2820;p35"/>
            <p:cNvSpPr/>
            <p:nvPr/>
          </p:nvSpPr>
          <p:spPr>
            <a:xfrm>
              <a:off x="938276" y="743839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1" name="Google Shape;2821;p35"/>
            <p:cNvSpPr/>
            <p:nvPr/>
          </p:nvSpPr>
          <p:spPr>
            <a:xfrm>
              <a:off x="938276" y="646684"/>
              <a:ext cx="64770" cy="32385"/>
            </a:xfrm>
            <a:custGeom>
              <a:rect b="b" l="l" r="r" t="t"/>
              <a:pathLst>
                <a:path extrusionOk="0" h="32385" w="64770">
                  <a:moveTo>
                    <a:pt x="48514" y="32385"/>
                  </a:moveTo>
                  <a:lnTo>
                    <a:pt x="16129" y="32385"/>
                  </a:lnTo>
                  <a:cubicBezTo>
                    <a:pt x="7239" y="32385"/>
                    <a:pt x="0" y="25146"/>
                    <a:pt x="0" y="16256"/>
                  </a:cubicBezTo>
                  <a:lnTo>
                    <a:pt x="7239" y="0"/>
                  </a:lnTo>
                  <a:lnTo>
                    <a:pt x="48514" y="0"/>
                  </a:lnTo>
                  <a:cubicBezTo>
                    <a:pt x="57531" y="0"/>
                    <a:pt x="64770" y="7239"/>
                    <a:pt x="64770" y="16256"/>
                  </a:cubicBezTo>
                  <a:lnTo>
                    <a:pt x="57531" y="3238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22" name="Google Shape;2822;p35"/>
          <p:cNvSpPr/>
          <p:nvPr/>
        </p:nvSpPr>
        <p:spPr>
          <a:xfrm>
            <a:off x="233877" y="502191"/>
            <a:ext cx="608364" cy="610534"/>
          </a:xfrm>
          <a:custGeom>
            <a:rect b="b" l="l" r="r" t="t"/>
            <a:pathLst>
              <a:path extrusionOk="0" h="939283" w="935944">
                <a:moveTo>
                  <a:pt x="594308" y="304156"/>
                </a:moveTo>
                <a:cubicBezTo>
                  <a:pt x="562304" y="328794"/>
                  <a:pt x="536650" y="358512"/>
                  <a:pt x="515060" y="395850"/>
                </a:cubicBezTo>
                <a:lnTo>
                  <a:pt x="522934" y="395596"/>
                </a:lnTo>
                <a:cubicBezTo>
                  <a:pt x="536523" y="387976"/>
                  <a:pt x="547953" y="381118"/>
                  <a:pt x="559256" y="374387"/>
                </a:cubicBezTo>
                <a:lnTo>
                  <a:pt x="562177" y="372355"/>
                </a:lnTo>
                <a:cubicBezTo>
                  <a:pt x="576147" y="350003"/>
                  <a:pt x="587069" y="328032"/>
                  <a:pt x="594308" y="304156"/>
                </a:cubicBezTo>
                <a:moveTo>
                  <a:pt x="385774" y="620259"/>
                </a:moveTo>
                <a:cubicBezTo>
                  <a:pt x="338784" y="635118"/>
                  <a:pt x="293826" y="676901"/>
                  <a:pt x="284682" y="713477"/>
                </a:cubicBezTo>
                <a:cubicBezTo>
                  <a:pt x="324560" y="689474"/>
                  <a:pt x="357834" y="659121"/>
                  <a:pt x="385774" y="620259"/>
                </a:cubicBezTo>
                <a:moveTo>
                  <a:pt x="626312" y="347209"/>
                </a:moveTo>
                <a:cubicBezTo>
                  <a:pt x="636218" y="344034"/>
                  <a:pt x="646632" y="342891"/>
                  <a:pt x="655522" y="335017"/>
                </a:cubicBezTo>
                <a:cubicBezTo>
                  <a:pt x="675715" y="317110"/>
                  <a:pt x="694257" y="297806"/>
                  <a:pt x="709243" y="275454"/>
                </a:cubicBezTo>
                <a:lnTo>
                  <a:pt x="730452" y="240910"/>
                </a:lnTo>
                <a:cubicBezTo>
                  <a:pt x="729690" y="239894"/>
                  <a:pt x="728928" y="238878"/>
                  <a:pt x="728166" y="237862"/>
                </a:cubicBezTo>
                <a:lnTo>
                  <a:pt x="664031" y="260341"/>
                </a:lnTo>
                <a:cubicBezTo>
                  <a:pt x="654379" y="263643"/>
                  <a:pt x="649934" y="269485"/>
                  <a:pt x="647394" y="279518"/>
                </a:cubicBezTo>
                <a:lnTo>
                  <a:pt x="626312" y="347209"/>
                </a:lnTo>
                <a:moveTo>
                  <a:pt x="325322" y="574666"/>
                </a:moveTo>
                <a:lnTo>
                  <a:pt x="243661" y="575428"/>
                </a:lnTo>
                <a:cubicBezTo>
                  <a:pt x="176605" y="571745"/>
                  <a:pt x="155142" y="570094"/>
                  <a:pt x="98627" y="534026"/>
                </a:cubicBezTo>
                <a:cubicBezTo>
                  <a:pt x="87451" y="526914"/>
                  <a:pt x="84530" y="514341"/>
                  <a:pt x="91007" y="503927"/>
                </a:cubicBezTo>
                <a:cubicBezTo>
                  <a:pt x="97611" y="493386"/>
                  <a:pt x="110311" y="490465"/>
                  <a:pt x="121995" y="497831"/>
                </a:cubicBezTo>
                <a:cubicBezTo>
                  <a:pt x="161238" y="522469"/>
                  <a:pt x="163397" y="519929"/>
                  <a:pt x="209117" y="528057"/>
                </a:cubicBezTo>
                <a:cubicBezTo>
                  <a:pt x="251916" y="535677"/>
                  <a:pt x="294715" y="535042"/>
                  <a:pt x="337387" y="526787"/>
                </a:cubicBezTo>
                <a:lnTo>
                  <a:pt x="340562" y="525771"/>
                </a:lnTo>
                <a:lnTo>
                  <a:pt x="340308" y="518786"/>
                </a:lnTo>
                <a:cubicBezTo>
                  <a:pt x="285444" y="459985"/>
                  <a:pt x="221055" y="423790"/>
                  <a:pt x="144855" y="409820"/>
                </a:cubicBezTo>
                <a:cubicBezTo>
                  <a:pt x="122249" y="405756"/>
                  <a:pt x="45668" y="401819"/>
                  <a:pt x="22681" y="400168"/>
                </a:cubicBezTo>
                <a:lnTo>
                  <a:pt x="5790" y="396485"/>
                </a:lnTo>
                <a:cubicBezTo>
                  <a:pt x="-1957" y="379975"/>
                  <a:pt x="-1195" y="372482"/>
                  <a:pt x="3758" y="365624"/>
                </a:cubicBezTo>
                <a:lnTo>
                  <a:pt x="15569" y="356988"/>
                </a:lnTo>
                <a:cubicBezTo>
                  <a:pt x="86943" y="356353"/>
                  <a:pt x="200354" y="373879"/>
                  <a:pt x="257123" y="402200"/>
                </a:cubicBezTo>
                <a:cubicBezTo>
                  <a:pt x="286968" y="417059"/>
                  <a:pt x="314400" y="435474"/>
                  <a:pt x="339546" y="457445"/>
                </a:cubicBezTo>
                <a:lnTo>
                  <a:pt x="343483" y="460493"/>
                </a:lnTo>
                <a:lnTo>
                  <a:pt x="353135" y="448936"/>
                </a:lnTo>
                <a:cubicBezTo>
                  <a:pt x="331037" y="426203"/>
                  <a:pt x="318083" y="415408"/>
                  <a:pt x="302335" y="407153"/>
                </a:cubicBezTo>
                <a:lnTo>
                  <a:pt x="253440" y="376165"/>
                </a:lnTo>
                <a:cubicBezTo>
                  <a:pt x="234263" y="366513"/>
                  <a:pt x="214070" y="357750"/>
                  <a:pt x="193369" y="353051"/>
                </a:cubicBezTo>
                <a:lnTo>
                  <a:pt x="115518" y="343399"/>
                </a:lnTo>
                <a:cubicBezTo>
                  <a:pt x="101421" y="342002"/>
                  <a:pt x="92150" y="335525"/>
                  <a:pt x="91134" y="323714"/>
                </a:cubicBezTo>
                <a:cubicBezTo>
                  <a:pt x="89864" y="310633"/>
                  <a:pt x="99008" y="299584"/>
                  <a:pt x="112724" y="300219"/>
                </a:cubicBezTo>
                <a:lnTo>
                  <a:pt x="176478" y="304791"/>
                </a:lnTo>
                <a:cubicBezTo>
                  <a:pt x="179018" y="304918"/>
                  <a:pt x="181558" y="305426"/>
                  <a:pt x="185495" y="305807"/>
                </a:cubicBezTo>
                <a:lnTo>
                  <a:pt x="183082" y="301235"/>
                </a:lnTo>
                <a:cubicBezTo>
                  <a:pt x="171144" y="279264"/>
                  <a:pt x="136219" y="207890"/>
                  <a:pt x="125932" y="187316"/>
                </a:cubicBezTo>
                <a:cubicBezTo>
                  <a:pt x="118566" y="172457"/>
                  <a:pt x="123011" y="159630"/>
                  <a:pt x="135584" y="154550"/>
                </a:cubicBezTo>
                <a:cubicBezTo>
                  <a:pt x="147903" y="149597"/>
                  <a:pt x="159079" y="155312"/>
                  <a:pt x="165429" y="170171"/>
                </a:cubicBezTo>
                <a:cubicBezTo>
                  <a:pt x="178383" y="200397"/>
                  <a:pt x="218769" y="279391"/>
                  <a:pt x="240613" y="304029"/>
                </a:cubicBezTo>
                <a:cubicBezTo>
                  <a:pt x="254837" y="320031"/>
                  <a:pt x="269950" y="334509"/>
                  <a:pt x="289762" y="344161"/>
                </a:cubicBezTo>
                <a:lnTo>
                  <a:pt x="331164" y="370704"/>
                </a:lnTo>
                <a:cubicBezTo>
                  <a:pt x="350468" y="385436"/>
                  <a:pt x="373074" y="390897"/>
                  <a:pt x="395680" y="396358"/>
                </a:cubicBezTo>
                <a:lnTo>
                  <a:pt x="406983" y="391786"/>
                </a:lnTo>
                <a:cubicBezTo>
                  <a:pt x="420445" y="388230"/>
                  <a:pt x="421715" y="383277"/>
                  <a:pt x="422985" y="376546"/>
                </a:cubicBezTo>
                <a:cubicBezTo>
                  <a:pt x="425271" y="364608"/>
                  <a:pt x="423620" y="353813"/>
                  <a:pt x="420064" y="342129"/>
                </a:cubicBezTo>
                <a:lnTo>
                  <a:pt x="401522" y="266818"/>
                </a:lnTo>
                <a:cubicBezTo>
                  <a:pt x="400633" y="263008"/>
                  <a:pt x="399490" y="258944"/>
                  <a:pt x="397458" y="255642"/>
                </a:cubicBezTo>
                <a:cubicBezTo>
                  <a:pt x="373709" y="217034"/>
                  <a:pt x="343229" y="184649"/>
                  <a:pt x="306526" y="158233"/>
                </a:cubicBezTo>
                <a:lnTo>
                  <a:pt x="297509" y="150740"/>
                </a:lnTo>
                <a:cubicBezTo>
                  <a:pt x="290143" y="137659"/>
                  <a:pt x="293064" y="127118"/>
                  <a:pt x="300430" y="120895"/>
                </a:cubicBezTo>
                <a:cubicBezTo>
                  <a:pt x="307796" y="114672"/>
                  <a:pt x="318591" y="113402"/>
                  <a:pt x="326846" y="120006"/>
                </a:cubicBezTo>
                <a:lnTo>
                  <a:pt x="387298" y="171568"/>
                </a:lnTo>
                <a:cubicBezTo>
                  <a:pt x="391997" y="175632"/>
                  <a:pt x="395934" y="180712"/>
                  <a:pt x="400887" y="186173"/>
                </a:cubicBezTo>
                <a:lnTo>
                  <a:pt x="408380" y="148200"/>
                </a:lnTo>
                <a:cubicBezTo>
                  <a:pt x="412317" y="133214"/>
                  <a:pt x="446099" y="30217"/>
                  <a:pt x="451306" y="15612"/>
                </a:cubicBezTo>
                <a:cubicBezTo>
                  <a:pt x="455751" y="2658"/>
                  <a:pt x="467562" y="-2803"/>
                  <a:pt x="479373" y="1388"/>
                </a:cubicBezTo>
                <a:cubicBezTo>
                  <a:pt x="490930" y="5579"/>
                  <a:pt x="496264" y="17644"/>
                  <a:pt x="491438" y="30725"/>
                </a:cubicBezTo>
                <a:cubicBezTo>
                  <a:pt x="478484" y="66285"/>
                  <a:pt x="442543" y="190872"/>
                  <a:pt x="442416" y="228845"/>
                </a:cubicBezTo>
                <a:cubicBezTo>
                  <a:pt x="442289" y="243069"/>
                  <a:pt x="445337" y="255515"/>
                  <a:pt x="454354" y="267580"/>
                </a:cubicBezTo>
                <a:lnTo>
                  <a:pt x="457148" y="262119"/>
                </a:lnTo>
                <a:cubicBezTo>
                  <a:pt x="486104" y="203064"/>
                  <a:pt x="491565" y="184903"/>
                  <a:pt x="541730" y="147057"/>
                </a:cubicBezTo>
                <a:lnTo>
                  <a:pt x="557224" y="139437"/>
                </a:lnTo>
                <a:cubicBezTo>
                  <a:pt x="573480" y="147057"/>
                  <a:pt x="577544" y="153153"/>
                  <a:pt x="578179" y="161154"/>
                </a:cubicBezTo>
                <a:lnTo>
                  <a:pt x="574242" y="176902"/>
                </a:lnTo>
                <a:cubicBezTo>
                  <a:pt x="534364" y="206747"/>
                  <a:pt x="540587" y="207255"/>
                  <a:pt x="518362" y="241418"/>
                </a:cubicBezTo>
                <a:cubicBezTo>
                  <a:pt x="502741" y="265421"/>
                  <a:pt x="490422" y="291075"/>
                  <a:pt x="480770" y="318126"/>
                </a:cubicBezTo>
                <a:lnTo>
                  <a:pt x="477214" y="334128"/>
                </a:lnTo>
                <a:cubicBezTo>
                  <a:pt x="481786" y="348352"/>
                  <a:pt x="482802" y="354448"/>
                  <a:pt x="484326" y="361052"/>
                </a:cubicBezTo>
                <a:lnTo>
                  <a:pt x="514679" y="321047"/>
                </a:lnTo>
                <a:cubicBezTo>
                  <a:pt x="540333" y="289805"/>
                  <a:pt x="570686" y="263643"/>
                  <a:pt x="605357" y="242815"/>
                </a:cubicBezTo>
                <a:lnTo>
                  <a:pt x="613104" y="236719"/>
                </a:lnTo>
                <a:cubicBezTo>
                  <a:pt x="613485" y="207128"/>
                  <a:pt x="614247" y="139564"/>
                  <a:pt x="614882" y="116069"/>
                </a:cubicBezTo>
                <a:lnTo>
                  <a:pt x="614501" y="111497"/>
                </a:lnTo>
                <a:cubicBezTo>
                  <a:pt x="614120" y="95622"/>
                  <a:pt x="622756" y="85716"/>
                  <a:pt x="635075" y="85208"/>
                </a:cubicBezTo>
                <a:cubicBezTo>
                  <a:pt x="647013" y="84700"/>
                  <a:pt x="656919" y="93590"/>
                  <a:pt x="657554" y="106671"/>
                </a:cubicBezTo>
                <a:cubicBezTo>
                  <a:pt x="658316" y="126483"/>
                  <a:pt x="658316" y="190237"/>
                  <a:pt x="658570" y="210176"/>
                </a:cubicBezTo>
                <a:lnTo>
                  <a:pt x="658570" y="212970"/>
                </a:lnTo>
                <a:lnTo>
                  <a:pt x="666952" y="212462"/>
                </a:lnTo>
                <a:cubicBezTo>
                  <a:pt x="687780" y="206366"/>
                  <a:pt x="704544" y="201159"/>
                  <a:pt x="721689" y="196968"/>
                </a:cubicBezTo>
                <a:cubicBezTo>
                  <a:pt x="743406" y="191761"/>
                  <a:pt x="755725" y="204842"/>
                  <a:pt x="750391" y="227194"/>
                </a:cubicBezTo>
                <a:lnTo>
                  <a:pt x="754201" y="228210"/>
                </a:lnTo>
                <a:cubicBezTo>
                  <a:pt x="770330" y="233544"/>
                  <a:pt x="776553" y="247133"/>
                  <a:pt x="768679" y="260595"/>
                </a:cubicBezTo>
                <a:lnTo>
                  <a:pt x="730452" y="320158"/>
                </a:lnTo>
                <a:cubicBezTo>
                  <a:pt x="728166" y="323714"/>
                  <a:pt x="725118" y="326889"/>
                  <a:pt x="721308" y="331461"/>
                </a:cubicBezTo>
                <a:lnTo>
                  <a:pt x="727912" y="331842"/>
                </a:lnTo>
                <a:cubicBezTo>
                  <a:pt x="760043" y="331969"/>
                  <a:pt x="757757" y="329810"/>
                  <a:pt x="786586" y="336668"/>
                </a:cubicBezTo>
                <a:cubicBezTo>
                  <a:pt x="800683" y="339970"/>
                  <a:pt x="808049" y="350511"/>
                  <a:pt x="805255" y="362957"/>
                </a:cubicBezTo>
                <a:cubicBezTo>
                  <a:pt x="802461" y="375403"/>
                  <a:pt x="791412" y="382007"/>
                  <a:pt x="777188" y="378832"/>
                </a:cubicBezTo>
                <a:cubicBezTo>
                  <a:pt x="731595" y="368672"/>
                  <a:pt x="717244" y="372101"/>
                  <a:pt x="671270" y="381245"/>
                </a:cubicBezTo>
                <a:lnTo>
                  <a:pt x="663142" y="384039"/>
                </a:lnTo>
                <a:cubicBezTo>
                  <a:pt x="635329" y="403089"/>
                  <a:pt x="609421" y="416678"/>
                  <a:pt x="581735" y="427092"/>
                </a:cubicBezTo>
                <a:lnTo>
                  <a:pt x="572591" y="432807"/>
                </a:lnTo>
                <a:lnTo>
                  <a:pt x="567257" y="442840"/>
                </a:lnTo>
                <a:cubicBezTo>
                  <a:pt x="570051" y="451857"/>
                  <a:pt x="574242" y="457572"/>
                  <a:pt x="575131" y="463922"/>
                </a:cubicBezTo>
                <a:cubicBezTo>
                  <a:pt x="576782" y="474463"/>
                  <a:pt x="583513" y="479416"/>
                  <a:pt x="591895" y="483988"/>
                </a:cubicBezTo>
                <a:cubicBezTo>
                  <a:pt x="670254" y="527549"/>
                  <a:pt x="815161" y="520691"/>
                  <a:pt x="900378" y="493132"/>
                </a:cubicBezTo>
                <a:lnTo>
                  <a:pt x="904696" y="491608"/>
                </a:lnTo>
                <a:cubicBezTo>
                  <a:pt x="919428" y="487290"/>
                  <a:pt x="930985" y="492878"/>
                  <a:pt x="934795" y="504435"/>
                </a:cubicBezTo>
                <a:cubicBezTo>
                  <a:pt x="938478" y="515611"/>
                  <a:pt x="933144" y="527549"/>
                  <a:pt x="921079" y="531359"/>
                </a:cubicBezTo>
                <a:lnTo>
                  <a:pt x="865326" y="546599"/>
                </a:lnTo>
                <a:cubicBezTo>
                  <a:pt x="855293" y="549012"/>
                  <a:pt x="782014" y="564633"/>
                  <a:pt x="770203" y="566411"/>
                </a:cubicBezTo>
                <a:lnTo>
                  <a:pt x="775410" y="570602"/>
                </a:lnTo>
                <a:cubicBezTo>
                  <a:pt x="794206" y="587747"/>
                  <a:pt x="811351" y="602733"/>
                  <a:pt x="827607" y="618735"/>
                </a:cubicBezTo>
                <a:cubicBezTo>
                  <a:pt x="839037" y="630038"/>
                  <a:pt x="838910" y="643246"/>
                  <a:pt x="829131" y="652263"/>
                </a:cubicBezTo>
                <a:cubicBezTo>
                  <a:pt x="819352" y="661280"/>
                  <a:pt x="806525" y="659756"/>
                  <a:pt x="795730" y="647818"/>
                </a:cubicBezTo>
                <a:cubicBezTo>
                  <a:pt x="747470" y="594859"/>
                  <a:pt x="688161" y="561712"/>
                  <a:pt x="617676" y="548631"/>
                </a:cubicBezTo>
                <a:lnTo>
                  <a:pt x="580846" y="544186"/>
                </a:lnTo>
                <a:cubicBezTo>
                  <a:pt x="573988" y="543297"/>
                  <a:pt x="570559" y="545710"/>
                  <a:pt x="569924" y="552949"/>
                </a:cubicBezTo>
                <a:lnTo>
                  <a:pt x="616787" y="563109"/>
                </a:lnTo>
                <a:cubicBezTo>
                  <a:pt x="694003" y="583175"/>
                  <a:pt x="813383" y="677663"/>
                  <a:pt x="866596" y="736972"/>
                </a:cubicBezTo>
                <a:cubicBezTo>
                  <a:pt x="876121" y="747513"/>
                  <a:pt x="875994" y="760848"/>
                  <a:pt x="866596" y="769357"/>
                </a:cubicBezTo>
                <a:cubicBezTo>
                  <a:pt x="857071" y="777993"/>
                  <a:pt x="844371" y="776977"/>
                  <a:pt x="834465" y="765928"/>
                </a:cubicBezTo>
                <a:cubicBezTo>
                  <a:pt x="795984" y="723002"/>
                  <a:pt x="695781" y="637023"/>
                  <a:pt x="641933" y="616449"/>
                </a:cubicBezTo>
                <a:cubicBezTo>
                  <a:pt x="611580" y="604892"/>
                  <a:pt x="580084" y="598034"/>
                  <a:pt x="547826" y="594732"/>
                </a:cubicBezTo>
                <a:lnTo>
                  <a:pt x="533856" y="594732"/>
                </a:lnTo>
                <a:cubicBezTo>
                  <a:pt x="523442" y="603622"/>
                  <a:pt x="518108" y="606035"/>
                  <a:pt x="512901" y="609210"/>
                </a:cubicBezTo>
                <a:cubicBezTo>
                  <a:pt x="533348" y="642865"/>
                  <a:pt x="558494" y="671948"/>
                  <a:pt x="588593" y="696713"/>
                </a:cubicBezTo>
                <a:cubicBezTo>
                  <a:pt x="626820" y="728082"/>
                  <a:pt x="654633" y="741163"/>
                  <a:pt x="702131" y="754752"/>
                </a:cubicBezTo>
                <a:cubicBezTo>
                  <a:pt x="716736" y="758943"/>
                  <a:pt x="723594" y="770246"/>
                  <a:pt x="719657" y="782565"/>
                </a:cubicBezTo>
                <a:cubicBezTo>
                  <a:pt x="715720" y="794884"/>
                  <a:pt x="704417" y="800218"/>
                  <a:pt x="690320" y="796281"/>
                </a:cubicBezTo>
                <a:cubicBezTo>
                  <a:pt x="654887" y="786375"/>
                  <a:pt x="636599" y="780914"/>
                  <a:pt x="605103" y="761610"/>
                </a:cubicBezTo>
                <a:cubicBezTo>
                  <a:pt x="562304" y="735321"/>
                  <a:pt x="525982" y="701920"/>
                  <a:pt x="496010" y="661661"/>
                </a:cubicBezTo>
                <a:lnTo>
                  <a:pt x="493851" y="658994"/>
                </a:lnTo>
                <a:lnTo>
                  <a:pt x="496518" y="672837"/>
                </a:lnTo>
                <a:cubicBezTo>
                  <a:pt x="528141" y="745227"/>
                  <a:pt x="623264" y="846065"/>
                  <a:pt x="684732" y="882006"/>
                </a:cubicBezTo>
                <a:lnTo>
                  <a:pt x="686764" y="883149"/>
                </a:lnTo>
                <a:cubicBezTo>
                  <a:pt x="700353" y="891277"/>
                  <a:pt x="704290" y="903215"/>
                  <a:pt x="697940" y="914391"/>
                </a:cubicBezTo>
                <a:cubicBezTo>
                  <a:pt x="691590" y="925567"/>
                  <a:pt x="678763" y="929123"/>
                  <a:pt x="666444" y="921249"/>
                </a:cubicBezTo>
                <a:lnTo>
                  <a:pt x="611707" y="883403"/>
                </a:lnTo>
                <a:cubicBezTo>
                  <a:pt x="577544" y="856098"/>
                  <a:pt x="500201" y="772405"/>
                  <a:pt x="478357" y="734559"/>
                </a:cubicBezTo>
                <a:lnTo>
                  <a:pt x="476325" y="731384"/>
                </a:lnTo>
                <a:cubicBezTo>
                  <a:pt x="474166" y="742306"/>
                  <a:pt x="474420" y="754498"/>
                  <a:pt x="474039" y="766817"/>
                </a:cubicBezTo>
                <a:cubicBezTo>
                  <a:pt x="472769" y="811394"/>
                  <a:pt x="463752" y="854320"/>
                  <a:pt x="447623" y="895849"/>
                </a:cubicBezTo>
                <a:cubicBezTo>
                  <a:pt x="442670" y="908549"/>
                  <a:pt x="430478" y="913883"/>
                  <a:pt x="418921" y="909311"/>
                </a:cubicBezTo>
                <a:cubicBezTo>
                  <a:pt x="407872" y="904866"/>
                  <a:pt x="403046" y="893055"/>
                  <a:pt x="407237" y="880482"/>
                </a:cubicBezTo>
                <a:lnTo>
                  <a:pt x="410031" y="872862"/>
                </a:lnTo>
                <a:cubicBezTo>
                  <a:pt x="412571" y="865242"/>
                  <a:pt x="413714" y="861432"/>
                  <a:pt x="415746" y="855209"/>
                </a:cubicBezTo>
                <a:cubicBezTo>
                  <a:pt x="404697" y="869179"/>
                  <a:pt x="359485" y="916804"/>
                  <a:pt x="349833" y="928742"/>
                </a:cubicBezTo>
                <a:lnTo>
                  <a:pt x="337514" y="939283"/>
                </a:lnTo>
                <a:cubicBezTo>
                  <a:pt x="311479" y="934965"/>
                  <a:pt x="305256" y="916423"/>
                  <a:pt x="315797" y="901818"/>
                </a:cubicBezTo>
                <a:cubicBezTo>
                  <a:pt x="329894" y="882514"/>
                  <a:pt x="380186" y="827777"/>
                  <a:pt x="392505" y="807457"/>
                </a:cubicBezTo>
                <a:cubicBezTo>
                  <a:pt x="410158" y="777993"/>
                  <a:pt x="421842" y="745735"/>
                  <a:pt x="425906" y="711699"/>
                </a:cubicBezTo>
                <a:cubicBezTo>
                  <a:pt x="427684" y="696586"/>
                  <a:pt x="422096" y="680584"/>
                  <a:pt x="419556" y="664963"/>
                </a:cubicBezTo>
                <a:lnTo>
                  <a:pt x="417397" y="657851"/>
                </a:lnTo>
                <a:lnTo>
                  <a:pt x="412190" y="657343"/>
                </a:lnTo>
                <a:cubicBezTo>
                  <a:pt x="371931" y="708397"/>
                  <a:pt x="323925" y="745989"/>
                  <a:pt x="266648" y="771389"/>
                </a:cubicBezTo>
                <a:lnTo>
                  <a:pt x="257758" y="776596"/>
                </a:lnTo>
                <a:cubicBezTo>
                  <a:pt x="254583" y="797424"/>
                  <a:pt x="251789" y="811902"/>
                  <a:pt x="248868" y="826253"/>
                </a:cubicBezTo>
                <a:cubicBezTo>
                  <a:pt x="246328" y="838699"/>
                  <a:pt x="234898" y="846192"/>
                  <a:pt x="223214" y="843525"/>
                </a:cubicBezTo>
                <a:cubicBezTo>
                  <a:pt x="212546" y="841112"/>
                  <a:pt x="205688" y="831968"/>
                  <a:pt x="206577" y="820411"/>
                </a:cubicBezTo>
                <a:lnTo>
                  <a:pt x="210260" y="791201"/>
                </a:lnTo>
                <a:cubicBezTo>
                  <a:pt x="204926" y="793106"/>
                  <a:pt x="200100" y="794249"/>
                  <a:pt x="195782" y="796535"/>
                </a:cubicBezTo>
                <a:cubicBezTo>
                  <a:pt x="184225" y="802377"/>
                  <a:pt x="172668" y="799583"/>
                  <a:pt x="164667" y="788407"/>
                </a:cubicBezTo>
                <a:cubicBezTo>
                  <a:pt x="157936" y="779136"/>
                  <a:pt x="159206" y="767960"/>
                  <a:pt x="167715" y="759451"/>
                </a:cubicBezTo>
                <a:lnTo>
                  <a:pt x="172160" y="754879"/>
                </a:lnTo>
                <a:cubicBezTo>
                  <a:pt x="196163" y="712334"/>
                  <a:pt x="224357" y="677282"/>
                  <a:pt x="259028" y="647310"/>
                </a:cubicBezTo>
                <a:lnTo>
                  <a:pt x="261695" y="646167"/>
                </a:lnTo>
                <a:lnTo>
                  <a:pt x="261314" y="643373"/>
                </a:lnTo>
                <a:lnTo>
                  <a:pt x="219023" y="648961"/>
                </a:lnTo>
                <a:cubicBezTo>
                  <a:pt x="167207" y="653914"/>
                  <a:pt x="85292" y="648326"/>
                  <a:pt x="35889" y="631435"/>
                </a:cubicBezTo>
                <a:cubicBezTo>
                  <a:pt x="23189" y="627117"/>
                  <a:pt x="17093" y="615941"/>
                  <a:pt x="20649" y="604511"/>
                </a:cubicBezTo>
                <a:cubicBezTo>
                  <a:pt x="24459" y="592192"/>
                  <a:pt x="36270" y="586350"/>
                  <a:pt x="49859" y="590795"/>
                </a:cubicBezTo>
                <a:cubicBezTo>
                  <a:pt x="90118" y="604130"/>
                  <a:pt x="162508" y="609464"/>
                  <a:pt x="204799" y="606924"/>
                </a:cubicBezTo>
                <a:cubicBezTo>
                  <a:pt x="246201" y="604384"/>
                  <a:pt x="285444" y="593970"/>
                  <a:pt x="322909" y="576190"/>
                </a:cubicBezTo>
                <a:lnTo>
                  <a:pt x="325703" y="574412"/>
                </a:ln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23" name="Google Shape;2823;p35"/>
          <p:cNvGrpSpPr/>
          <p:nvPr/>
        </p:nvGrpSpPr>
        <p:grpSpPr>
          <a:xfrm>
            <a:off x="178004" y="7762777"/>
            <a:ext cx="720087" cy="727028"/>
            <a:chOff x="63500" y="63500"/>
            <a:chExt cx="1106805" cy="1117473"/>
          </a:xfrm>
        </p:grpSpPr>
        <p:sp>
          <p:nvSpPr>
            <p:cNvPr id="2824" name="Google Shape;2824;p35"/>
            <p:cNvSpPr/>
            <p:nvPr/>
          </p:nvSpPr>
          <p:spPr>
            <a:xfrm>
              <a:off x="452417" y="519747"/>
              <a:ext cx="530803" cy="322500"/>
            </a:xfrm>
            <a:custGeom>
              <a:rect b="b" l="l" r="r" t="t"/>
              <a:pathLst>
                <a:path extrusionOk="0" h="322500" w="530803">
                  <a:moveTo>
                    <a:pt x="300693" y="277051"/>
                  </a:moveTo>
                  <a:cubicBezTo>
                    <a:pt x="338031" y="274765"/>
                    <a:pt x="374099" y="269558"/>
                    <a:pt x="406738" y="250635"/>
                  </a:cubicBezTo>
                  <a:cubicBezTo>
                    <a:pt x="451950" y="224473"/>
                    <a:pt x="478747" y="185357"/>
                    <a:pt x="487637" y="133922"/>
                  </a:cubicBezTo>
                  <a:lnTo>
                    <a:pt x="488653" y="127064"/>
                  </a:lnTo>
                  <a:cubicBezTo>
                    <a:pt x="491828" y="110046"/>
                    <a:pt x="500845" y="103061"/>
                    <a:pt x="513418" y="104839"/>
                  </a:cubicBezTo>
                  <a:cubicBezTo>
                    <a:pt x="526372" y="106617"/>
                    <a:pt x="532087" y="114999"/>
                    <a:pt x="530563" y="129731"/>
                  </a:cubicBezTo>
                  <a:cubicBezTo>
                    <a:pt x="520657" y="223330"/>
                    <a:pt x="456014" y="297117"/>
                    <a:pt x="363304" y="316167"/>
                  </a:cubicBezTo>
                  <a:cubicBezTo>
                    <a:pt x="285961" y="332169"/>
                    <a:pt x="212555" y="317183"/>
                    <a:pt x="144229" y="278702"/>
                  </a:cubicBezTo>
                  <a:cubicBezTo>
                    <a:pt x="94191" y="250508"/>
                    <a:pt x="51138" y="214186"/>
                    <a:pt x="22817" y="162878"/>
                  </a:cubicBezTo>
                  <a:cubicBezTo>
                    <a:pt x="11768" y="142812"/>
                    <a:pt x="1608" y="121984"/>
                    <a:pt x="211" y="98489"/>
                  </a:cubicBezTo>
                  <a:cubicBezTo>
                    <a:pt x="-1948" y="59881"/>
                    <a:pt x="12403" y="29020"/>
                    <a:pt x="47455" y="10732"/>
                  </a:cubicBezTo>
                  <a:cubicBezTo>
                    <a:pt x="82634" y="-7683"/>
                    <a:pt x="115781" y="-1587"/>
                    <a:pt x="146134" y="22797"/>
                  </a:cubicBezTo>
                  <a:lnTo>
                    <a:pt x="170391" y="44260"/>
                  </a:lnTo>
                  <a:cubicBezTo>
                    <a:pt x="180932" y="55055"/>
                    <a:pt x="179789" y="65469"/>
                    <a:pt x="167978" y="76518"/>
                  </a:cubicBezTo>
                  <a:cubicBezTo>
                    <a:pt x="158072" y="85789"/>
                    <a:pt x="149817" y="85281"/>
                    <a:pt x="139149" y="74359"/>
                  </a:cubicBezTo>
                  <a:lnTo>
                    <a:pt x="120734" y="55055"/>
                  </a:lnTo>
                  <a:cubicBezTo>
                    <a:pt x="104097" y="40577"/>
                    <a:pt x="85301" y="37783"/>
                    <a:pt x="69807" y="46673"/>
                  </a:cubicBezTo>
                  <a:cubicBezTo>
                    <a:pt x="50503" y="57722"/>
                    <a:pt x="41232" y="77407"/>
                    <a:pt x="45042" y="99124"/>
                  </a:cubicBezTo>
                  <a:cubicBezTo>
                    <a:pt x="49487" y="123635"/>
                    <a:pt x="61044" y="144717"/>
                    <a:pt x="77046" y="163132"/>
                  </a:cubicBezTo>
                  <a:cubicBezTo>
                    <a:pt x="119972" y="212789"/>
                    <a:pt x="170391" y="251651"/>
                    <a:pt x="235542" y="267145"/>
                  </a:cubicBezTo>
                  <a:lnTo>
                    <a:pt x="300439" y="27705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5" name="Google Shape;2825;p35"/>
            <p:cNvSpPr/>
            <p:nvPr/>
          </p:nvSpPr>
          <p:spPr>
            <a:xfrm>
              <a:off x="277098" y="401210"/>
              <a:ext cx="478944" cy="315717"/>
            </a:xfrm>
            <a:custGeom>
              <a:rect b="b" l="l" r="r" t="t"/>
              <a:pathLst>
                <a:path extrusionOk="0" h="315717" w="478944">
                  <a:moveTo>
                    <a:pt x="178959" y="42020"/>
                  </a:moveTo>
                  <a:cubicBezTo>
                    <a:pt x="134890" y="42147"/>
                    <a:pt x="93996" y="51418"/>
                    <a:pt x="58817" y="79104"/>
                  </a:cubicBezTo>
                  <a:lnTo>
                    <a:pt x="38370" y="97773"/>
                  </a:lnTo>
                  <a:cubicBezTo>
                    <a:pt x="26813" y="108314"/>
                    <a:pt x="16780" y="108695"/>
                    <a:pt x="7382" y="99297"/>
                  </a:cubicBezTo>
                  <a:cubicBezTo>
                    <a:pt x="-2397" y="89518"/>
                    <a:pt x="-2651" y="79485"/>
                    <a:pt x="7763" y="68182"/>
                  </a:cubicBezTo>
                  <a:cubicBezTo>
                    <a:pt x="43196" y="30082"/>
                    <a:pt x="86757" y="6333"/>
                    <a:pt x="138446" y="1634"/>
                  </a:cubicBezTo>
                  <a:cubicBezTo>
                    <a:pt x="257191" y="-9161"/>
                    <a:pt x="354600" y="33765"/>
                    <a:pt x="431816" y="123554"/>
                  </a:cubicBezTo>
                  <a:cubicBezTo>
                    <a:pt x="452009" y="147049"/>
                    <a:pt x="469281" y="172322"/>
                    <a:pt x="476520" y="203564"/>
                  </a:cubicBezTo>
                  <a:cubicBezTo>
                    <a:pt x="485283" y="241410"/>
                    <a:pt x="469662" y="285352"/>
                    <a:pt x="439690" y="303894"/>
                  </a:cubicBezTo>
                  <a:cubicBezTo>
                    <a:pt x="408702" y="323071"/>
                    <a:pt x="361204" y="318499"/>
                    <a:pt x="331486" y="293226"/>
                  </a:cubicBezTo>
                  <a:lnTo>
                    <a:pt x="310404" y="272652"/>
                  </a:lnTo>
                  <a:cubicBezTo>
                    <a:pt x="299355" y="259444"/>
                    <a:pt x="304308" y="242680"/>
                    <a:pt x="320564" y="236330"/>
                  </a:cubicBezTo>
                  <a:lnTo>
                    <a:pt x="334788" y="236711"/>
                  </a:lnTo>
                  <a:cubicBezTo>
                    <a:pt x="348250" y="249411"/>
                    <a:pt x="355489" y="257539"/>
                    <a:pt x="363998" y="264016"/>
                  </a:cubicBezTo>
                  <a:cubicBezTo>
                    <a:pt x="378349" y="274938"/>
                    <a:pt x="394224" y="278494"/>
                    <a:pt x="411369" y="269985"/>
                  </a:cubicBezTo>
                  <a:cubicBezTo>
                    <a:pt x="428768" y="261349"/>
                    <a:pt x="435245" y="246871"/>
                    <a:pt x="436134" y="228075"/>
                  </a:cubicBezTo>
                  <a:cubicBezTo>
                    <a:pt x="436896" y="212073"/>
                    <a:pt x="433086" y="197595"/>
                    <a:pt x="424577" y="184514"/>
                  </a:cubicBezTo>
                  <a:cubicBezTo>
                    <a:pt x="366538" y="95995"/>
                    <a:pt x="286528" y="45068"/>
                    <a:pt x="179086" y="417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6" name="Google Shape;2826;p35"/>
            <p:cNvSpPr/>
            <p:nvPr/>
          </p:nvSpPr>
          <p:spPr>
            <a:xfrm>
              <a:off x="325981" y="253551"/>
              <a:ext cx="447026" cy="241876"/>
            </a:xfrm>
            <a:custGeom>
              <a:rect b="b" l="l" r="r" t="t"/>
              <a:pathLst>
                <a:path extrusionOk="0" h="241876" w="447026">
                  <a:moveTo>
                    <a:pt x="98072" y="40962"/>
                  </a:moveTo>
                  <a:lnTo>
                    <a:pt x="39652" y="52138"/>
                  </a:lnTo>
                  <a:cubicBezTo>
                    <a:pt x="34953" y="53027"/>
                    <a:pt x="30508" y="54932"/>
                    <a:pt x="25936" y="55948"/>
                  </a:cubicBezTo>
                  <a:cubicBezTo>
                    <a:pt x="13236" y="58615"/>
                    <a:pt x="5743" y="54551"/>
                    <a:pt x="1806" y="43375"/>
                  </a:cubicBezTo>
                  <a:cubicBezTo>
                    <a:pt x="-2385" y="31564"/>
                    <a:pt x="536" y="21277"/>
                    <a:pt x="12474" y="17594"/>
                  </a:cubicBezTo>
                  <a:lnTo>
                    <a:pt x="77117" y="2227"/>
                  </a:lnTo>
                  <a:cubicBezTo>
                    <a:pt x="140236" y="-6663"/>
                    <a:pt x="198021" y="12133"/>
                    <a:pt x="253647" y="39692"/>
                  </a:cubicBezTo>
                  <a:cubicBezTo>
                    <a:pt x="327053" y="76014"/>
                    <a:pt x="390045" y="125036"/>
                    <a:pt x="436019" y="193870"/>
                  </a:cubicBezTo>
                  <a:lnTo>
                    <a:pt x="443766" y="206316"/>
                  </a:lnTo>
                  <a:cubicBezTo>
                    <a:pt x="449735" y="221683"/>
                    <a:pt x="447068" y="229303"/>
                    <a:pt x="439321" y="234764"/>
                  </a:cubicBezTo>
                  <a:lnTo>
                    <a:pt x="423192" y="241876"/>
                  </a:lnTo>
                  <a:cubicBezTo>
                    <a:pt x="410111" y="230954"/>
                    <a:pt x="405412" y="225112"/>
                    <a:pt x="401348" y="219143"/>
                  </a:cubicBezTo>
                  <a:cubicBezTo>
                    <a:pt x="340769" y="129862"/>
                    <a:pt x="256187" y="75379"/>
                    <a:pt x="152809" y="48963"/>
                  </a:cubicBezTo>
                  <a:lnTo>
                    <a:pt x="98072" y="4096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7" name="Google Shape;2827;p35"/>
            <p:cNvSpPr/>
            <p:nvPr/>
          </p:nvSpPr>
          <p:spPr>
            <a:xfrm>
              <a:off x="432969" y="743106"/>
              <a:ext cx="446193" cy="239366"/>
            </a:xfrm>
            <a:custGeom>
              <a:rect b="b" l="l" r="r" t="t"/>
              <a:pathLst>
                <a:path extrusionOk="0" h="239366" w="446193">
                  <a:moveTo>
                    <a:pt x="348081" y="239366"/>
                  </a:moveTo>
                  <a:cubicBezTo>
                    <a:pt x="272389" y="237842"/>
                    <a:pt x="205206" y="214601"/>
                    <a:pt x="143738" y="174342"/>
                  </a:cubicBezTo>
                  <a:cubicBezTo>
                    <a:pt x="90525" y="139544"/>
                    <a:pt x="43281" y="98269"/>
                    <a:pt x="9118" y="43659"/>
                  </a:cubicBezTo>
                  <a:lnTo>
                    <a:pt x="3530" y="34261"/>
                  </a:lnTo>
                  <a:cubicBezTo>
                    <a:pt x="-3074" y="17497"/>
                    <a:pt x="-153" y="8988"/>
                    <a:pt x="10134" y="3400"/>
                  </a:cubicBezTo>
                  <a:cubicBezTo>
                    <a:pt x="20675" y="-2442"/>
                    <a:pt x="29057" y="-918"/>
                    <a:pt x="36804" y="9242"/>
                  </a:cubicBezTo>
                  <a:lnTo>
                    <a:pt x="79349" y="65503"/>
                  </a:lnTo>
                  <a:cubicBezTo>
                    <a:pt x="139928" y="131289"/>
                    <a:pt x="213080" y="176755"/>
                    <a:pt x="301472" y="195170"/>
                  </a:cubicBezTo>
                  <a:cubicBezTo>
                    <a:pt x="330301" y="201139"/>
                    <a:pt x="359003" y="198853"/>
                    <a:pt x="387705" y="193392"/>
                  </a:cubicBezTo>
                  <a:lnTo>
                    <a:pt x="422630" y="188820"/>
                  </a:lnTo>
                  <a:cubicBezTo>
                    <a:pt x="436473" y="188312"/>
                    <a:pt x="444474" y="194281"/>
                    <a:pt x="445871" y="203806"/>
                  </a:cubicBezTo>
                  <a:cubicBezTo>
                    <a:pt x="447649" y="214601"/>
                    <a:pt x="442061" y="224888"/>
                    <a:pt x="429107" y="228190"/>
                  </a:cubicBezTo>
                  <a:lnTo>
                    <a:pt x="374751" y="237588"/>
                  </a:lnTo>
                  <a:cubicBezTo>
                    <a:pt x="365353" y="238985"/>
                    <a:pt x="355701" y="238731"/>
                    <a:pt x="347700" y="23923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8" name="Google Shape;2828;p35"/>
            <p:cNvSpPr/>
            <p:nvPr/>
          </p:nvSpPr>
          <p:spPr>
            <a:xfrm>
              <a:off x="323596" y="590075"/>
              <a:ext cx="131850" cy="329767"/>
            </a:xfrm>
            <a:custGeom>
              <a:rect b="b" l="l" r="r" t="t"/>
              <a:pathLst>
                <a:path extrusionOk="0" h="329767" w="131850">
                  <a:moveTo>
                    <a:pt x="127" y="115156"/>
                  </a:moveTo>
                  <a:cubicBezTo>
                    <a:pt x="4318" y="74643"/>
                    <a:pt x="11938" y="39210"/>
                    <a:pt x="36830" y="10000"/>
                  </a:cubicBezTo>
                  <a:cubicBezTo>
                    <a:pt x="47117" y="-2065"/>
                    <a:pt x="57277" y="-2954"/>
                    <a:pt x="68326" y="5936"/>
                  </a:cubicBezTo>
                  <a:lnTo>
                    <a:pt x="77724" y="19271"/>
                  </a:lnTo>
                  <a:cubicBezTo>
                    <a:pt x="73152" y="30701"/>
                    <a:pt x="71882" y="33368"/>
                    <a:pt x="70104" y="35527"/>
                  </a:cubicBezTo>
                  <a:cubicBezTo>
                    <a:pt x="44958" y="67023"/>
                    <a:pt x="42545" y="102837"/>
                    <a:pt x="50038" y="140556"/>
                  </a:cubicBezTo>
                  <a:cubicBezTo>
                    <a:pt x="60325" y="191737"/>
                    <a:pt x="83820" y="236822"/>
                    <a:pt x="114427" y="278605"/>
                  </a:cubicBezTo>
                  <a:lnTo>
                    <a:pt x="122936" y="288892"/>
                  </a:lnTo>
                  <a:cubicBezTo>
                    <a:pt x="135509" y="306164"/>
                    <a:pt x="134112" y="316451"/>
                    <a:pt x="122936" y="325087"/>
                  </a:cubicBezTo>
                  <a:cubicBezTo>
                    <a:pt x="112776" y="332834"/>
                    <a:pt x="103632" y="330929"/>
                    <a:pt x="94234" y="319626"/>
                  </a:cubicBezTo>
                  <a:cubicBezTo>
                    <a:pt x="56134" y="273906"/>
                    <a:pt x="26289" y="223487"/>
                    <a:pt x="9906" y="166083"/>
                  </a:cubicBezTo>
                  <a:lnTo>
                    <a:pt x="0" y="11515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9" name="Google Shape;2829;p35"/>
            <p:cNvSpPr/>
            <p:nvPr/>
          </p:nvSpPr>
          <p:spPr>
            <a:xfrm>
              <a:off x="747631" y="315829"/>
              <a:ext cx="131971" cy="331109"/>
            </a:xfrm>
            <a:custGeom>
              <a:rect b="b" l="l" r="r" t="t"/>
              <a:pathLst>
                <a:path extrusionOk="0" h="331109" w="131971">
                  <a:moveTo>
                    <a:pt x="131844" y="224556"/>
                  </a:moveTo>
                  <a:cubicBezTo>
                    <a:pt x="133114" y="259862"/>
                    <a:pt x="121557" y="290596"/>
                    <a:pt x="101745" y="318663"/>
                  </a:cubicBezTo>
                  <a:lnTo>
                    <a:pt x="88918" y="331109"/>
                  </a:lnTo>
                  <a:cubicBezTo>
                    <a:pt x="61867" y="324251"/>
                    <a:pt x="56152" y="310281"/>
                    <a:pt x="65931" y="295930"/>
                  </a:cubicBezTo>
                  <a:cubicBezTo>
                    <a:pt x="87648" y="263926"/>
                    <a:pt x="94252" y="228747"/>
                    <a:pt x="86759" y="191155"/>
                  </a:cubicBezTo>
                  <a:cubicBezTo>
                    <a:pt x="79647" y="155595"/>
                    <a:pt x="66566" y="122067"/>
                    <a:pt x="47135" y="91460"/>
                  </a:cubicBezTo>
                  <a:lnTo>
                    <a:pt x="6749" y="37104"/>
                  </a:lnTo>
                  <a:cubicBezTo>
                    <a:pt x="-2014" y="25547"/>
                    <a:pt x="-2395" y="16276"/>
                    <a:pt x="6495" y="7259"/>
                  </a:cubicBezTo>
                  <a:cubicBezTo>
                    <a:pt x="15766" y="-2012"/>
                    <a:pt x="27069" y="-2774"/>
                    <a:pt x="35832" y="7132"/>
                  </a:cubicBezTo>
                  <a:cubicBezTo>
                    <a:pt x="90823" y="69616"/>
                    <a:pt x="129939" y="139212"/>
                    <a:pt x="131971" y="22455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0" name="Google Shape;2830;p35"/>
            <p:cNvSpPr/>
            <p:nvPr/>
          </p:nvSpPr>
          <p:spPr>
            <a:xfrm>
              <a:off x="63500" y="289687"/>
              <a:ext cx="167132" cy="166624"/>
            </a:xfrm>
            <a:custGeom>
              <a:rect b="b" l="l" r="r" t="t"/>
              <a:pathLst>
                <a:path extrusionOk="0" h="166624" w="167132">
                  <a:moveTo>
                    <a:pt x="167132" y="98171"/>
                  </a:moveTo>
                  <a:lnTo>
                    <a:pt x="117856" y="115062"/>
                  </a:lnTo>
                  <a:cubicBezTo>
                    <a:pt x="111760" y="117475"/>
                    <a:pt x="105791" y="121793"/>
                    <a:pt x="101346" y="126746"/>
                  </a:cubicBezTo>
                  <a:lnTo>
                    <a:pt x="68961" y="166624"/>
                  </a:lnTo>
                  <a:cubicBezTo>
                    <a:pt x="64135" y="152908"/>
                    <a:pt x="58928" y="140843"/>
                    <a:pt x="55880" y="128270"/>
                  </a:cubicBezTo>
                  <a:cubicBezTo>
                    <a:pt x="52324" y="113538"/>
                    <a:pt x="44577" y="102743"/>
                    <a:pt x="32258" y="94107"/>
                  </a:cubicBezTo>
                  <a:lnTo>
                    <a:pt x="0" y="68707"/>
                  </a:lnTo>
                  <a:cubicBezTo>
                    <a:pt x="16637" y="63119"/>
                    <a:pt x="31369" y="57658"/>
                    <a:pt x="46355" y="53213"/>
                  </a:cubicBezTo>
                  <a:cubicBezTo>
                    <a:pt x="55372" y="50546"/>
                    <a:pt x="62103" y="45974"/>
                    <a:pt x="67564" y="38481"/>
                  </a:cubicBezTo>
                  <a:lnTo>
                    <a:pt x="98171" y="0"/>
                  </a:lnTo>
                  <a:cubicBezTo>
                    <a:pt x="103759" y="16383"/>
                    <a:pt x="109474" y="31242"/>
                    <a:pt x="113792" y="46355"/>
                  </a:cubicBezTo>
                  <a:cubicBezTo>
                    <a:pt x="116459" y="55753"/>
                    <a:pt x="121666" y="62484"/>
                    <a:pt x="129413" y="68199"/>
                  </a:cubicBezTo>
                  <a:lnTo>
                    <a:pt x="167132" y="9817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1" name="Google Shape;2831;p35"/>
            <p:cNvSpPr/>
            <p:nvPr/>
          </p:nvSpPr>
          <p:spPr>
            <a:xfrm>
              <a:off x="551434" y="1033653"/>
              <a:ext cx="146939" cy="147320"/>
            </a:xfrm>
            <a:custGeom>
              <a:rect b="b" l="l" r="r" t="t"/>
              <a:pathLst>
                <a:path extrusionOk="0" h="147320" w="146939">
                  <a:moveTo>
                    <a:pt x="60452" y="147320"/>
                  </a:moveTo>
                  <a:lnTo>
                    <a:pt x="46990" y="107188"/>
                  </a:lnTo>
                  <a:cubicBezTo>
                    <a:pt x="44450" y="98933"/>
                    <a:pt x="40386" y="92583"/>
                    <a:pt x="33401" y="87376"/>
                  </a:cubicBezTo>
                  <a:lnTo>
                    <a:pt x="0" y="60706"/>
                  </a:lnTo>
                  <a:cubicBezTo>
                    <a:pt x="15875" y="55245"/>
                    <a:pt x="30226" y="50673"/>
                    <a:pt x="44323" y="45212"/>
                  </a:cubicBezTo>
                  <a:lnTo>
                    <a:pt x="53721" y="40132"/>
                  </a:lnTo>
                  <a:cubicBezTo>
                    <a:pt x="66802" y="25019"/>
                    <a:pt x="75819" y="13208"/>
                    <a:pt x="86360" y="0"/>
                  </a:cubicBezTo>
                  <a:lnTo>
                    <a:pt x="101346" y="43180"/>
                  </a:lnTo>
                  <a:cubicBezTo>
                    <a:pt x="103378" y="48514"/>
                    <a:pt x="106934" y="53721"/>
                    <a:pt x="111252" y="57531"/>
                  </a:cubicBezTo>
                  <a:lnTo>
                    <a:pt x="146939" y="86487"/>
                  </a:lnTo>
                  <a:cubicBezTo>
                    <a:pt x="130683" y="92075"/>
                    <a:pt x="115951" y="96901"/>
                    <a:pt x="101346" y="102235"/>
                  </a:cubicBezTo>
                  <a:lnTo>
                    <a:pt x="93472" y="106426"/>
                  </a:lnTo>
                  <a:cubicBezTo>
                    <a:pt x="80772" y="121412"/>
                    <a:pt x="71247" y="133604"/>
                    <a:pt x="60325" y="1470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2" name="Google Shape;2832;p35"/>
            <p:cNvSpPr/>
            <p:nvPr/>
          </p:nvSpPr>
          <p:spPr>
            <a:xfrm>
              <a:off x="922147" y="305181"/>
              <a:ext cx="122174" cy="121793"/>
            </a:xfrm>
            <a:custGeom>
              <a:rect b="b" l="l" r="r" t="t"/>
              <a:pathLst>
                <a:path extrusionOk="0" h="121793" w="122174">
                  <a:moveTo>
                    <a:pt x="71882" y="0"/>
                  </a:moveTo>
                  <a:cubicBezTo>
                    <a:pt x="77343" y="32258"/>
                    <a:pt x="94361" y="55118"/>
                    <a:pt x="122174" y="71628"/>
                  </a:cubicBezTo>
                  <a:cubicBezTo>
                    <a:pt x="89916" y="77216"/>
                    <a:pt x="66548" y="93345"/>
                    <a:pt x="50546" y="121793"/>
                  </a:cubicBezTo>
                  <a:cubicBezTo>
                    <a:pt x="44704" y="89408"/>
                    <a:pt x="28448" y="66167"/>
                    <a:pt x="0" y="50038"/>
                  </a:cubicBezTo>
                  <a:cubicBezTo>
                    <a:pt x="31877" y="44069"/>
                    <a:pt x="55499" y="28448"/>
                    <a:pt x="7200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3" name="Google Shape;2833;p35"/>
            <p:cNvSpPr/>
            <p:nvPr/>
          </p:nvSpPr>
          <p:spPr>
            <a:xfrm>
              <a:off x="1059053" y="717042"/>
              <a:ext cx="111252" cy="108712"/>
            </a:xfrm>
            <a:custGeom>
              <a:rect b="b" l="l" r="r" t="t"/>
              <a:pathLst>
                <a:path extrusionOk="0" h="108712" w="111252">
                  <a:moveTo>
                    <a:pt x="111125" y="46482"/>
                  </a:moveTo>
                  <a:lnTo>
                    <a:pt x="85598" y="66802"/>
                  </a:lnTo>
                  <a:cubicBezTo>
                    <a:pt x="83185" y="68961"/>
                    <a:pt x="81280" y="73025"/>
                    <a:pt x="81280" y="76200"/>
                  </a:cubicBezTo>
                  <a:lnTo>
                    <a:pt x="82550" y="108712"/>
                  </a:lnTo>
                  <a:cubicBezTo>
                    <a:pt x="75184" y="103886"/>
                    <a:pt x="68326" y="100457"/>
                    <a:pt x="62992" y="95631"/>
                  </a:cubicBezTo>
                  <a:cubicBezTo>
                    <a:pt x="54483" y="88011"/>
                    <a:pt x="46101" y="87503"/>
                    <a:pt x="36195" y="92710"/>
                  </a:cubicBezTo>
                  <a:lnTo>
                    <a:pt x="22987" y="98044"/>
                  </a:lnTo>
                  <a:cubicBezTo>
                    <a:pt x="17653" y="89789"/>
                    <a:pt x="20955" y="80645"/>
                    <a:pt x="22733" y="71120"/>
                  </a:cubicBezTo>
                  <a:lnTo>
                    <a:pt x="22352" y="61849"/>
                  </a:lnTo>
                  <a:cubicBezTo>
                    <a:pt x="14732" y="50419"/>
                    <a:pt x="8128" y="43180"/>
                    <a:pt x="0" y="33020"/>
                  </a:cubicBezTo>
                  <a:lnTo>
                    <a:pt x="31877" y="32766"/>
                  </a:lnTo>
                  <a:cubicBezTo>
                    <a:pt x="35814" y="32385"/>
                    <a:pt x="40640" y="29591"/>
                    <a:pt x="43180" y="26416"/>
                  </a:cubicBezTo>
                  <a:lnTo>
                    <a:pt x="60579" y="0"/>
                  </a:lnTo>
                  <a:cubicBezTo>
                    <a:pt x="64643" y="11176"/>
                    <a:pt x="68326" y="20066"/>
                    <a:pt x="71120" y="29337"/>
                  </a:cubicBezTo>
                  <a:lnTo>
                    <a:pt x="76073" y="37465"/>
                  </a:lnTo>
                  <a:cubicBezTo>
                    <a:pt x="90805" y="40767"/>
                    <a:pt x="99949" y="43561"/>
                    <a:pt x="111252" y="4660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4" name="Google Shape;2834;p35"/>
            <p:cNvSpPr/>
            <p:nvPr/>
          </p:nvSpPr>
          <p:spPr>
            <a:xfrm>
              <a:off x="174625" y="738378"/>
              <a:ext cx="111125" cy="109093"/>
            </a:xfrm>
            <a:custGeom>
              <a:rect b="b" l="l" r="r" t="t"/>
              <a:pathLst>
                <a:path extrusionOk="0" h="109093" w="111125">
                  <a:moveTo>
                    <a:pt x="60452" y="0"/>
                  </a:moveTo>
                  <a:lnTo>
                    <a:pt x="70358" y="27686"/>
                  </a:lnTo>
                  <a:cubicBezTo>
                    <a:pt x="72263" y="34163"/>
                    <a:pt x="75565" y="37719"/>
                    <a:pt x="82550" y="38989"/>
                  </a:cubicBezTo>
                  <a:lnTo>
                    <a:pt x="111125" y="46609"/>
                  </a:lnTo>
                  <a:cubicBezTo>
                    <a:pt x="101854" y="53848"/>
                    <a:pt x="93726" y="59309"/>
                    <a:pt x="86741" y="65913"/>
                  </a:cubicBezTo>
                  <a:lnTo>
                    <a:pt x="81534" y="73660"/>
                  </a:lnTo>
                  <a:cubicBezTo>
                    <a:pt x="80899" y="87376"/>
                    <a:pt x="81915" y="97155"/>
                    <a:pt x="82550" y="109093"/>
                  </a:cubicBezTo>
                  <a:lnTo>
                    <a:pt x="56134" y="91567"/>
                  </a:lnTo>
                  <a:cubicBezTo>
                    <a:pt x="52832" y="89662"/>
                    <a:pt x="47752" y="89154"/>
                    <a:pt x="44196" y="90297"/>
                  </a:cubicBezTo>
                  <a:lnTo>
                    <a:pt x="14605" y="101346"/>
                  </a:lnTo>
                  <a:cubicBezTo>
                    <a:pt x="17653" y="90170"/>
                    <a:pt x="20955" y="80772"/>
                    <a:pt x="22733" y="71120"/>
                  </a:cubicBezTo>
                  <a:lnTo>
                    <a:pt x="22479" y="61849"/>
                  </a:lnTo>
                  <a:cubicBezTo>
                    <a:pt x="14859" y="50419"/>
                    <a:pt x="8255" y="43180"/>
                    <a:pt x="0" y="33020"/>
                  </a:cubicBezTo>
                  <a:lnTo>
                    <a:pt x="32004" y="32766"/>
                  </a:lnTo>
                  <a:cubicBezTo>
                    <a:pt x="35941" y="32385"/>
                    <a:pt x="40767" y="29718"/>
                    <a:pt x="43180" y="26543"/>
                  </a:cubicBezTo>
                  <a:lnTo>
                    <a:pt x="60452" y="25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5" name="Google Shape;2835;p35"/>
            <p:cNvSpPr/>
            <p:nvPr/>
          </p:nvSpPr>
          <p:spPr>
            <a:xfrm>
              <a:off x="456438" y="63500"/>
              <a:ext cx="108331" cy="109093"/>
            </a:xfrm>
            <a:custGeom>
              <a:rect b="b" l="l" r="r" t="t"/>
              <a:pathLst>
                <a:path extrusionOk="0" h="109093" w="108331">
                  <a:moveTo>
                    <a:pt x="11557" y="101092"/>
                  </a:moveTo>
                  <a:lnTo>
                    <a:pt x="20320" y="70358"/>
                  </a:lnTo>
                  <a:cubicBezTo>
                    <a:pt x="21082" y="66675"/>
                    <a:pt x="19939" y="61595"/>
                    <a:pt x="17780" y="58547"/>
                  </a:cubicBezTo>
                  <a:lnTo>
                    <a:pt x="0" y="32893"/>
                  </a:lnTo>
                  <a:cubicBezTo>
                    <a:pt x="9652" y="32893"/>
                    <a:pt x="19304" y="33528"/>
                    <a:pt x="28702" y="32639"/>
                  </a:cubicBezTo>
                  <a:lnTo>
                    <a:pt x="37973" y="29337"/>
                  </a:lnTo>
                  <a:cubicBezTo>
                    <a:pt x="46736" y="18288"/>
                    <a:pt x="51562" y="9779"/>
                    <a:pt x="57912" y="0"/>
                  </a:cubicBezTo>
                  <a:lnTo>
                    <a:pt x="68834" y="29210"/>
                  </a:lnTo>
                  <a:cubicBezTo>
                    <a:pt x="70612" y="32893"/>
                    <a:pt x="74549" y="36576"/>
                    <a:pt x="78232" y="37973"/>
                  </a:cubicBezTo>
                  <a:lnTo>
                    <a:pt x="108331" y="46355"/>
                  </a:lnTo>
                  <a:cubicBezTo>
                    <a:pt x="99314" y="53467"/>
                    <a:pt x="91948" y="59817"/>
                    <a:pt x="84074" y="65405"/>
                  </a:cubicBezTo>
                  <a:lnTo>
                    <a:pt x="77724" y="72517"/>
                  </a:lnTo>
                  <a:cubicBezTo>
                    <a:pt x="79121" y="87630"/>
                    <a:pt x="79375" y="97155"/>
                    <a:pt x="80010" y="109093"/>
                  </a:cubicBezTo>
                  <a:lnTo>
                    <a:pt x="53848" y="91567"/>
                  </a:lnTo>
                  <a:cubicBezTo>
                    <a:pt x="50292" y="89662"/>
                    <a:pt x="44958" y="89027"/>
                    <a:pt x="41021" y="90170"/>
                  </a:cubicBezTo>
                  <a:lnTo>
                    <a:pt x="11684" y="10109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6" name="Google Shape;2836;p35"/>
            <p:cNvSpPr/>
            <p:nvPr/>
          </p:nvSpPr>
          <p:spPr>
            <a:xfrm>
              <a:off x="901227" y="881375"/>
              <a:ext cx="94960" cy="67696"/>
            </a:xfrm>
            <a:custGeom>
              <a:rect b="b" l="l" r="r" t="t"/>
              <a:pathLst>
                <a:path extrusionOk="0" h="67696" w="94960">
                  <a:moveTo>
                    <a:pt x="23587" y="67696"/>
                  </a:moveTo>
                  <a:cubicBezTo>
                    <a:pt x="11268" y="67442"/>
                    <a:pt x="3267" y="61346"/>
                    <a:pt x="854" y="52456"/>
                  </a:cubicBezTo>
                  <a:cubicBezTo>
                    <a:pt x="-1813" y="43058"/>
                    <a:pt x="1870" y="33279"/>
                    <a:pt x="10506" y="28707"/>
                  </a:cubicBezTo>
                  <a:lnTo>
                    <a:pt x="63338" y="2418"/>
                  </a:lnTo>
                  <a:cubicBezTo>
                    <a:pt x="72863" y="-2154"/>
                    <a:pt x="80356" y="-122"/>
                    <a:pt x="86325" y="7498"/>
                  </a:cubicBezTo>
                  <a:lnTo>
                    <a:pt x="94961" y="25532"/>
                  </a:lnTo>
                  <a:cubicBezTo>
                    <a:pt x="70450" y="51694"/>
                    <a:pt x="45558" y="59949"/>
                    <a:pt x="23587" y="675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7" name="Google Shape;2837;p35"/>
            <p:cNvSpPr/>
            <p:nvPr/>
          </p:nvSpPr>
          <p:spPr>
            <a:xfrm>
              <a:off x="641537" y="236171"/>
              <a:ext cx="88654" cy="73780"/>
            </a:xfrm>
            <a:custGeom>
              <a:rect b="b" l="l" r="r" t="t"/>
              <a:pathLst>
                <a:path extrusionOk="0" h="73780" w="88654">
                  <a:moveTo>
                    <a:pt x="23943" y="49"/>
                  </a:moveTo>
                  <a:lnTo>
                    <a:pt x="30547" y="1446"/>
                  </a:lnTo>
                  <a:cubicBezTo>
                    <a:pt x="50105" y="14781"/>
                    <a:pt x="66234" y="25449"/>
                    <a:pt x="81347" y="37514"/>
                  </a:cubicBezTo>
                  <a:cubicBezTo>
                    <a:pt x="90745" y="44880"/>
                    <a:pt x="90745" y="58088"/>
                    <a:pt x="83252" y="66597"/>
                  </a:cubicBezTo>
                  <a:cubicBezTo>
                    <a:pt x="75886" y="74979"/>
                    <a:pt x="64329" y="76122"/>
                    <a:pt x="54804" y="69518"/>
                  </a:cubicBezTo>
                  <a:lnTo>
                    <a:pt x="9592" y="37768"/>
                  </a:lnTo>
                  <a:cubicBezTo>
                    <a:pt x="1972" y="32307"/>
                    <a:pt x="-2219" y="25322"/>
                    <a:pt x="1210" y="15543"/>
                  </a:cubicBezTo>
                  <a:cubicBezTo>
                    <a:pt x="4893" y="5002"/>
                    <a:pt x="12005" y="-586"/>
                    <a:pt x="23943" y="4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8" name="Google Shape;2838;p35"/>
            <p:cNvSpPr/>
            <p:nvPr/>
          </p:nvSpPr>
          <p:spPr>
            <a:xfrm>
              <a:off x="464561" y="919978"/>
              <a:ext cx="45217" cy="45095"/>
            </a:xfrm>
            <a:custGeom>
              <a:rect b="b" l="l" r="r" t="t"/>
              <a:pathLst>
                <a:path extrusionOk="0" h="45095" w="45217">
                  <a:moveTo>
                    <a:pt x="5" y="22870"/>
                  </a:moveTo>
                  <a:cubicBezTo>
                    <a:pt x="-249" y="10551"/>
                    <a:pt x="9657" y="264"/>
                    <a:pt x="21976" y="10"/>
                  </a:cubicBezTo>
                  <a:cubicBezTo>
                    <a:pt x="34803" y="-371"/>
                    <a:pt x="45217" y="9789"/>
                    <a:pt x="45217" y="22616"/>
                  </a:cubicBezTo>
                  <a:cubicBezTo>
                    <a:pt x="45217" y="34808"/>
                    <a:pt x="34930" y="45095"/>
                    <a:pt x="22738" y="45095"/>
                  </a:cubicBezTo>
                  <a:cubicBezTo>
                    <a:pt x="10546" y="45095"/>
                    <a:pt x="259" y="35189"/>
                    <a:pt x="5" y="2287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9" name="Google Shape;2839;p35"/>
            <p:cNvSpPr/>
            <p:nvPr/>
          </p:nvSpPr>
          <p:spPr>
            <a:xfrm>
              <a:off x="231892" y="520055"/>
              <a:ext cx="45224" cy="45097"/>
            </a:xfrm>
            <a:custGeom>
              <a:rect b="b" l="l" r="r" t="t"/>
              <a:pathLst>
                <a:path extrusionOk="0" h="45097" w="45224">
                  <a:moveTo>
                    <a:pt x="45222" y="22997"/>
                  </a:moveTo>
                  <a:cubicBezTo>
                    <a:pt x="44968" y="35570"/>
                    <a:pt x="35189" y="45222"/>
                    <a:pt x="22616" y="45095"/>
                  </a:cubicBezTo>
                  <a:cubicBezTo>
                    <a:pt x="9789" y="44968"/>
                    <a:pt x="-371" y="34554"/>
                    <a:pt x="10" y="21727"/>
                  </a:cubicBezTo>
                  <a:cubicBezTo>
                    <a:pt x="391" y="9662"/>
                    <a:pt x="11059" y="-371"/>
                    <a:pt x="23251" y="10"/>
                  </a:cubicBezTo>
                  <a:cubicBezTo>
                    <a:pt x="35697" y="391"/>
                    <a:pt x="45349" y="10551"/>
                    <a:pt x="45222" y="2299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0" name="Google Shape;2840;p35"/>
            <p:cNvSpPr/>
            <p:nvPr/>
          </p:nvSpPr>
          <p:spPr>
            <a:xfrm>
              <a:off x="943355" y="559180"/>
              <a:ext cx="44959" cy="45224"/>
            </a:xfrm>
            <a:custGeom>
              <a:rect b="b" l="l" r="r" t="t"/>
              <a:pathLst>
                <a:path extrusionOk="0" h="45224" w="44959">
                  <a:moveTo>
                    <a:pt x="1" y="22099"/>
                  </a:moveTo>
                  <a:cubicBezTo>
                    <a:pt x="128" y="9653"/>
                    <a:pt x="10161" y="-126"/>
                    <a:pt x="22607" y="1"/>
                  </a:cubicBezTo>
                  <a:cubicBezTo>
                    <a:pt x="35053" y="128"/>
                    <a:pt x="44959" y="10034"/>
                    <a:pt x="44959" y="22480"/>
                  </a:cubicBezTo>
                  <a:cubicBezTo>
                    <a:pt x="44959" y="35434"/>
                    <a:pt x="34545" y="45594"/>
                    <a:pt x="21845" y="45213"/>
                  </a:cubicBezTo>
                  <a:cubicBezTo>
                    <a:pt x="9526" y="44832"/>
                    <a:pt x="-126" y="34672"/>
                    <a:pt x="1" y="222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1" name="Google Shape;2841;p35"/>
            <p:cNvSpPr/>
            <p:nvPr/>
          </p:nvSpPr>
          <p:spPr>
            <a:xfrm>
              <a:off x="773684" y="687705"/>
              <a:ext cx="60071" cy="58801"/>
            </a:xfrm>
            <a:custGeom>
              <a:rect b="b" l="l" r="r" t="t"/>
              <a:pathLst>
                <a:path extrusionOk="0" h="58801" w="60071">
                  <a:moveTo>
                    <a:pt x="7366" y="54737"/>
                  </a:moveTo>
                  <a:cubicBezTo>
                    <a:pt x="13589" y="40132"/>
                    <a:pt x="12065" y="28702"/>
                    <a:pt x="0" y="18796"/>
                  </a:cubicBezTo>
                  <a:cubicBezTo>
                    <a:pt x="14224" y="18796"/>
                    <a:pt x="26416" y="16891"/>
                    <a:pt x="30861" y="0"/>
                  </a:cubicBezTo>
                  <a:cubicBezTo>
                    <a:pt x="35052" y="14859"/>
                    <a:pt x="42164" y="24511"/>
                    <a:pt x="60071" y="23622"/>
                  </a:cubicBezTo>
                  <a:lnTo>
                    <a:pt x="46482" y="32893"/>
                  </a:lnTo>
                  <a:cubicBezTo>
                    <a:pt x="41783" y="43180"/>
                    <a:pt x="43688" y="50292"/>
                    <a:pt x="43688" y="58801"/>
                  </a:cubicBezTo>
                  <a:cubicBezTo>
                    <a:pt x="32258" y="49149"/>
                    <a:pt x="20955" y="43815"/>
                    <a:pt x="7366" y="5473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2" name="Google Shape;2842;p35"/>
            <p:cNvSpPr/>
            <p:nvPr/>
          </p:nvSpPr>
          <p:spPr>
            <a:xfrm>
              <a:off x="622681" y="843280"/>
              <a:ext cx="37719" cy="37338"/>
            </a:xfrm>
            <a:custGeom>
              <a:rect b="b" l="l" r="r" t="t"/>
              <a:pathLst>
                <a:path extrusionOk="0" h="37338" w="37719">
                  <a:moveTo>
                    <a:pt x="37719" y="18669"/>
                  </a:moveTo>
                  <a:cubicBezTo>
                    <a:pt x="37719" y="28956"/>
                    <a:pt x="29210" y="37338"/>
                    <a:pt x="18796" y="37338"/>
                  </a:cubicBezTo>
                  <a:cubicBezTo>
                    <a:pt x="8255" y="37338"/>
                    <a:pt x="0" y="29083"/>
                    <a:pt x="0" y="18669"/>
                  </a:cubicBezTo>
                  <a:cubicBezTo>
                    <a:pt x="0" y="8255"/>
                    <a:pt x="8255" y="0"/>
                    <a:pt x="18796" y="0"/>
                  </a:cubicBezTo>
                  <a:cubicBezTo>
                    <a:pt x="29337" y="0"/>
                    <a:pt x="37719" y="8509"/>
                    <a:pt x="37719" y="1866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3" name="Google Shape;2843;p35"/>
            <p:cNvSpPr/>
            <p:nvPr/>
          </p:nvSpPr>
          <p:spPr>
            <a:xfrm>
              <a:off x="449453" y="334264"/>
              <a:ext cx="42291" cy="42164"/>
            </a:xfrm>
            <a:custGeom>
              <a:rect b="b" l="l" r="r" t="t"/>
              <a:pathLst>
                <a:path extrusionOk="0" h="42164" w="42291">
                  <a:moveTo>
                    <a:pt x="24765" y="127"/>
                  </a:moveTo>
                  <a:lnTo>
                    <a:pt x="42291" y="24638"/>
                  </a:lnTo>
                  <a:cubicBezTo>
                    <a:pt x="34290" y="30226"/>
                    <a:pt x="25273" y="36576"/>
                    <a:pt x="17399" y="42164"/>
                  </a:cubicBezTo>
                  <a:lnTo>
                    <a:pt x="0" y="17145"/>
                  </a:lnTo>
                  <a:cubicBezTo>
                    <a:pt x="7620" y="11938"/>
                    <a:pt x="16510" y="5715"/>
                    <a:pt x="2476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44" name="Google Shape;2844;p35"/>
          <p:cNvSpPr/>
          <p:nvPr/>
        </p:nvSpPr>
        <p:spPr>
          <a:xfrm>
            <a:off x="235748" y="1856293"/>
            <a:ext cx="605965" cy="614645"/>
          </a:xfrm>
          <a:custGeom>
            <a:rect b="b" l="l" r="r" t="t"/>
            <a:pathLst>
              <a:path extrusionOk="0" h="945607" w="932254">
                <a:moveTo>
                  <a:pt x="514905" y="852495"/>
                </a:moveTo>
                <a:cubicBezTo>
                  <a:pt x="497125" y="852622"/>
                  <a:pt x="483028" y="866592"/>
                  <a:pt x="483282" y="883991"/>
                </a:cubicBezTo>
                <a:cubicBezTo>
                  <a:pt x="483536" y="901390"/>
                  <a:pt x="498268" y="915614"/>
                  <a:pt x="515540" y="915360"/>
                </a:cubicBezTo>
                <a:cubicBezTo>
                  <a:pt x="532177" y="914979"/>
                  <a:pt x="546528" y="900120"/>
                  <a:pt x="546274" y="883483"/>
                </a:cubicBezTo>
                <a:cubicBezTo>
                  <a:pt x="546020" y="866211"/>
                  <a:pt x="532050" y="852495"/>
                  <a:pt x="514905" y="852622"/>
                </a:cubicBezTo>
                <a:moveTo>
                  <a:pt x="129714" y="852622"/>
                </a:moveTo>
                <a:cubicBezTo>
                  <a:pt x="111934" y="852622"/>
                  <a:pt x="97583" y="866465"/>
                  <a:pt x="97456" y="883737"/>
                </a:cubicBezTo>
                <a:cubicBezTo>
                  <a:pt x="97456" y="900501"/>
                  <a:pt x="112696" y="915614"/>
                  <a:pt x="129587" y="915487"/>
                </a:cubicBezTo>
                <a:cubicBezTo>
                  <a:pt x="146732" y="915360"/>
                  <a:pt x="160321" y="901390"/>
                  <a:pt x="160321" y="883864"/>
                </a:cubicBezTo>
                <a:cubicBezTo>
                  <a:pt x="160321" y="866084"/>
                  <a:pt x="147113" y="852622"/>
                  <a:pt x="129714" y="852622"/>
                </a:cubicBezTo>
                <a:moveTo>
                  <a:pt x="112188" y="562173"/>
                </a:moveTo>
                <a:cubicBezTo>
                  <a:pt x="112315" y="544901"/>
                  <a:pt x="98599" y="530931"/>
                  <a:pt x="81327" y="530677"/>
                </a:cubicBezTo>
                <a:cubicBezTo>
                  <a:pt x="64436" y="530423"/>
                  <a:pt x="49450" y="545282"/>
                  <a:pt x="49323" y="562427"/>
                </a:cubicBezTo>
                <a:cubicBezTo>
                  <a:pt x="49196" y="579191"/>
                  <a:pt x="63547" y="593288"/>
                  <a:pt x="80692" y="593415"/>
                </a:cubicBezTo>
                <a:cubicBezTo>
                  <a:pt x="98853" y="593542"/>
                  <a:pt x="112061" y="580334"/>
                  <a:pt x="112188" y="562046"/>
                </a:cubicBezTo>
                <a:moveTo>
                  <a:pt x="787066" y="95448"/>
                </a:moveTo>
                <a:cubicBezTo>
                  <a:pt x="805354" y="95448"/>
                  <a:pt x="818943" y="82367"/>
                  <a:pt x="819070" y="64460"/>
                </a:cubicBezTo>
                <a:cubicBezTo>
                  <a:pt x="819070" y="47315"/>
                  <a:pt x="805354" y="32837"/>
                  <a:pt x="788463" y="32583"/>
                </a:cubicBezTo>
                <a:cubicBezTo>
                  <a:pt x="771318" y="32329"/>
                  <a:pt x="756332" y="46934"/>
                  <a:pt x="756205" y="64079"/>
                </a:cubicBezTo>
                <a:cubicBezTo>
                  <a:pt x="756078" y="81224"/>
                  <a:pt x="770048" y="95448"/>
                  <a:pt x="787066" y="95448"/>
                </a:cubicBezTo>
                <a:moveTo>
                  <a:pt x="386254" y="95448"/>
                </a:moveTo>
                <a:cubicBezTo>
                  <a:pt x="403653" y="95448"/>
                  <a:pt x="417369" y="81986"/>
                  <a:pt x="417496" y="64714"/>
                </a:cubicBezTo>
                <a:cubicBezTo>
                  <a:pt x="417623" y="47061"/>
                  <a:pt x="403526" y="32710"/>
                  <a:pt x="386254" y="32710"/>
                </a:cubicBezTo>
                <a:cubicBezTo>
                  <a:pt x="369490" y="32710"/>
                  <a:pt x="355012" y="47061"/>
                  <a:pt x="354758" y="63825"/>
                </a:cubicBezTo>
                <a:cubicBezTo>
                  <a:pt x="354504" y="81351"/>
                  <a:pt x="368474" y="95448"/>
                  <a:pt x="386254" y="95448"/>
                </a:cubicBezTo>
                <a:moveTo>
                  <a:pt x="321865" y="691586"/>
                </a:moveTo>
                <a:cubicBezTo>
                  <a:pt x="304593" y="691713"/>
                  <a:pt x="289734" y="706699"/>
                  <a:pt x="290242" y="723590"/>
                </a:cubicBezTo>
                <a:cubicBezTo>
                  <a:pt x="290750" y="740481"/>
                  <a:pt x="305228" y="754578"/>
                  <a:pt x="321992" y="754451"/>
                </a:cubicBezTo>
                <a:cubicBezTo>
                  <a:pt x="339772" y="754324"/>
                  <a:pt x="353361" y="740354"/>
                  <a:pt x="353107" y="722574"/>
                </a:cubicBezTo>
                <a:cubicBezTo>
                  <a:pt x="352853" y="705302"/>
                  <a:pt x="338883" y="691459"/>
                  <a:pt x="321865" y="691713"/>
                </a:cubicBezTo>
                <a:moveTo>
                  <a:pt x="594026" y="545282"/>
                </a:moveTo>
                <a:cubicBezTo>
                  <a:pt x="612314" y="545409"/>
                  <a:pt x="626284" y="532201"/>
                  <a:pt x="626538" y="514675"/>
                </a:cubicBezTo>
                <a:cubicBezTo>
                  <a:pt x="626792" y="497530"/>
                  <a:pt x="612314" y="482671"/>
                  <a:pt x="595169" y="482544"/>
                </a:cubicBezTo>
                <a:cubicBezTo>
                  <a:pt x="578278" y="482290"/>
                  <a:pt x="563927" y="496514"/>
                  <a:pt x="563800" y="513532"/>
                </a:cubicBezTo>
                <a:cubicBezTo>
                  <a:pt x="563546" y="531185"/>
                  <a:pt x="576881" y="545155"/>
                  <a:pt x="594026" y="545282"/>
                </a:cubicBezTo>
                <a:moveTo>
                  <a:pt x="321992" y="402661"/>
                </a:moveTo>
                <a:cubicBezTo>
                  <a:pt x="295068" y="402407"/>
                  <a:pt x="275129" y="421965"/>
                  <a:pt x="274748" y="448635"/>
                </a:cubicBezTo>
                <a:cubicBezTo>
                  <a:pt x="274494" y="476829"/>
                  <a:pt x="293671" y="496768"/>
                  <a:pt x="321484" y="497022"/>
                </a:cubicBezTo>
                <a:cubicBezTo>
                  <a:pt x="348281" y="497276"/>
                  <a:pt x="369109" y="477464"/>
                  <a:pt x="369363" y="451429"/>
                </a:cubicBezTo>
                <a:cubicBezTo>
                  <a:pt x="369617" y="422854"/>
                  <a:pt x="350186" y="402788"/>
                  <a:pt x="321992" y="402534"/>
                </a:cubicBezTo>
                <a:moveTo>
                  <a:pt x="804465" y="674822"/>
                </a:moveTo>
                <a:cubicBezTo>
                  <a:pt x="804338" y="701238"/>
                  <a:pt x="825293" y="722320"/>
                  <a:pt x="851836" y="722574"/>
                </a:cubicBezTo>
                <a:cubicBezTo>
                  <a:pt x="878379" y="722828"/>
                  <a:pt x="899080" y="702254"/>
                  <a:pt x="899588" y="675203"/>
                </a:cubicBezTo>
                <a:cubicBezTo>
                  <a:pt x="900096" y="648914"/>
                  <a:pt x="879141" y="627324"/>
                  <a:pt x="852725" y="626943"/>
                </a:cubicBezTo>
                <a:cubicBezTo>
                  <a:pt x="825928" y="626562"/>
                  <a:pt x="804592" y="647771"/>
                  <a:pt x="804592" y="674822"/>
                </a:cubicBezTo>
                <a:moveTo>
                  <a:pt x="80819" y="240101"/>
                </a:moveTo>
                <a:cubicBezTo>
                  <a:pt x="108251" y="240101"/>
                  <a:pt x="128571" y="219781"/>
                  <a:pt x="128571" y="192222"/>
                </a:cubicBezTo>
                <a:cubicBezTo>
                  <a:pt x="128571" y="166060"/>
                  <a:pt x="107997" y="145486"/>
                  <a:pt x="81581" y="145486"/>
                </a:cubicBezTo>
                <a:cubicBezTo>
                  <a:pt x="53895" y="145359"/>
                  <a:pt x="33702" y="165171"/>
                  <a:pt x="33448" y="192857"/>
                </a:cubicBezTo>
                <a:cubicBezTo>
                  <a:pt x="33194" y="219527"/>
                  <a:pt x="53768" y="240101"/>
                  <a:pt x="80819" y="240101"/>
                </a:cubicBezTo>
                <a:moveTo>
                  <a:pt x="547290" y="224734"/>
                </a:moveTo>
                <a:cubicBezTo>
                  <a:pt x="547163" y="251150"/>
                  <a:pt x="568245" y="272613"/>
                  <a:pt x="594534" y="272613"/>
                </a:cubicBezTo>
                <a:cubicBezTo>
                  <a:pt x="621204" y="272740"/>
                  <a:pt x="643048" y="251023"/>
                  <a:pt x="642794" y="224480"/>
                </a:cubicBezTo>
                <a:cubicBezTo>
                  <a:pt x="642540" y="198572"/>
                  <a:pt x="621585" y="177363"/>
                  <a:pt x="595804" y="176982"/>
                </a:cubicBezTo>
                <a:cubicBezTo>
                  <a:pt x="569134" y="176601"/>
                  <a:pt x="547417" y="197937"/>
                  <a:pt x="547290" y="224607"/>
                </a:cubicBezTo>
                <a:moveTo>
                  <a:pt x="279574" y="772231"/>
                </a:moveTo>
                <a:lnTo>
                  <a:pt x="189785" y="849701"/>
                </a:lnTo>
                <a:cubicBezTo>
                  <a:pt x="188134" y="851098"/>
                  <a:pt x="188261" y="856178"/>
                  <a:pt x="189277" y="858972"/>
                </a:cubicBezTo>
                <a:cubicBezTo>
                  <a:pt x="201469" y="890468"/>
                  <a:pt x="189150" y="924631"/>
                  <a:pt x="160194" y="941014"/>
                </a:cubicBezTo>
                <a:cubicBezTo>
                  <a:pt x="148510" y="947618"/>
                  <a:pt x="136191" y="945078"/>
                  <a:pt x="124126" y="945332"/>
                </a:cubicBezTo>
                <a:cubicBezTo>
                  <a:pt x="95678" y="945713"/>
                  <a:pt x="71802" y="926536"/>
                  <a:pt x="66087" y="898850"/>
                </a:cubicBezTo>
                <a:cubicBezTo>
                  <a:pt x="60753" y="873196"/>
                  <a:pt x="67738" y="850971"/>
                  <a:pt x="88058" y="834207"/>
                </a:cubicBezTo>
                <a:cubicBezTo>
                  <a:pt x="109013" y="816935"/>
                  <a:pt x="132508" y="814776"/>
                  <a:pt x="157273" y="825444"/>
                </a:cubicBezTo>
                <a:lnTo>
                  <a:pt x="160575" y="827095"/>
                </a:lnTo>
                <a:cubicBezTo>
                  <a:pt x="179117" y="814522"/>
                  <a:pt x="195500" y="800679"/>
                  <a:pt x="211756" y="786709"/>
                </a:cubicBezTo>
                <a:lnTo>
                  <a:pt x="255317" y="749371"/>
                </a:lnTo>
                <a:cubicBezTo>
                  <a:pt x="259381" y="745942"/>
                  <a:pt x="260016" y="743021"/>
                  <a:pt x="258873" y="737687"/>
                </a:cubicBezTo>
                <a:cubicBezTo>
                  <a:pt x="252015" y="705556"/>
                  <a:pt x="268144" y="675838"/>
                  <a:pt x="298497" y="662630"/>
                </a:cubicBezTo>
                <a:lnTo>
                  <a:pt x="304847" y="657931"/>
                </a:lnTo>
                <a:cubicBezTo>
                  <a:pt x="305228" y="613862"/>
                  <a:pt x="305101" y="572206"/>
                  <a:pt x="305101" y="531439"/>
                </a:cubicBezTo>
                <a:lnTo>
                  <a:pt x="273732" y="515056"/>
                </a:lnTo>
                <a:cubicBezTo>
                  <a:pt x="264588" y="508198"/>
                  <a:pt x="257476" y="498673"/>
                  <a:pt x="248713" y="489529"/>
                </a:cubicBezTo>
                <a:lnTo>
                  <a:pt x="157146" y="535376"/>
                </a:lnTo>
                <a:cubicBezTo>
                  <a:pt x="154352" y="536773"/>
                  <a:pt x="151812" y="538551"/>
                  <a:pt x="148891" y="539440"/>
                </a:cubicBezTo>
                <a:lnTo>
                  <a:pt x="143176" y="543631"/>
                </a:lnTo>
                <a:cubicBezTo>
                  <a:pt x="151558" y="584398"/>
                  <a:pt x="130857" y="617037"/>
                  <a:pt x="95424" y="625673"/>
                </a:cubicBezTo>
                <a:cubicBezTo>
                  <a:pt x="61769" y="633928"/>
                  <a:pt x="26082" y="612084"/>
                  <a:pt x="17954" y="578175"/>
                </a:cubicBezTo>
                <a:cubicBezTo>
                  <a:pt x="9572" y="542742"/>
                  <a:pt x="32051" y="506547"/>
                  <a:pt x="66976" y="499181"/>
                </a:cubicBezTo>
                <a:cubicBezTo>
                  <a:pt x="86280" y="495117"/>
                  <a:pt x="103425" y="499435"/>
                  <a:pt x="119554" y="510230"/>
                </a:cubicBezTo>
                <a:lnTo>
                  <a:pt x="127047" y="512516"/>
                </a:lnTo>
                <a:cubicBezTo>
                  <a:pt x="165020" y="493974"/>
                  <a:pt x="200072" y="476067"/>
                  <a:pt x="235378" y="458668"/>
                </a:cubicBezTo>
                <a:lnTo>
                  <a:pt x="241601" y="454985"/>
                </a:lnTo>
                <a:cubicBezTo>
                  <a:pt x="240585" y="434157"/>
                  <a:pt x="245538" y="419679"/>
                  <a:pt x="254047" y="405201"/>
                </a:cubicBezTo>
                <a:lnTo>
                  <a:pt x="229282" y="377134"/>
                </a:lnTo>
                <a:cubicBezTo>
                  <a:pt x="196516" y="340685"/>
                  <a:pt x="163623" y="304236"/>
                  <a:pt x="131111" y="267660"/>
                </a:cubicBezTo>
                <a:lnTo>
                  <a:pt x="123364" y="262453"/>
                </a:lnTo>
                <a:cubicBezTo>
                  <a:pt x="87423" y="278836"/>
                  <a:pt x="58467" y="277058"/>
                  <a:pt x="31797" y="257246"/>
                </a:cubicBezTo>
                <a:cubicBezTo>
                  <a:pt x="5127" y="237434"/>
                  <a:pt x="-4017" y="209494"/>
                  <a:pt x="1571" y="177871"/>
                </a:cubicBezTo>
                <a:cubicBezTo>
                  <a:pt x="7286" y="145486"/>
                  <a:pt x="27352" y="124023"/>
                  <a:pt x="59356" y="114752"/>
                </a:cubicBezTo>
                <a:cubicBezTo>
                  <a:pt x="90217" y="105862"/>
                  <a:pt x="124761" y="117038"/>
                  <a:pt x="144192" y="141676"/>
                </a:cubicBezTo>
                <a:cubicBezTo>
                  <a:pt x="164639" y="167584"/>
                  <a:pt x="167814" y="203398"/>
                  <a:pt x="152193" y="231973"/>
                </a:cubicBezTo>
                <a:lnTo>
                  <a:pt x="150034" y="235656"/>
                </a:lnTo>
                <a:cubicBezTo>
                  <a:pt x="191817" y="285694"/>
                  <a:pt x="234743" y="333319"/>
                  <a:pt x="275256" y="378404"/>
                </a:cubicBezTo>
                <a:cubicBezTo>
                  <a:pt x="292782" y="375102"/>
                  <a:pt x="307895" y="370022"/>
                  <a:pt x="323135" y="369641"/>
                </a:cubicBezTo>
                <a:cubicBezTo>
                  <a:pt x="360854" y="368752"/>
                  <a:pt x="391969" y="394152"/>
                  <a:pt x="400605" y="430982"/>
                </a:cubicBezTo>
                <a:lnTo>
                  <a:pt x="403653" y="437459"/>
                </a:lnTo>
                <a:cubicBezTo>
                  <a:pt x="451278" y="450286"/>
                  <a:pt x="494458" y="462351"/>
                  <a:pt x="537765" y="473908"/>
                </a:cubicBezTo>
                <a:lnTo>
                  <a:pt x="543861" y="472892"/>
                </a:lnTo>
                <a:cubicBezTo>
                  <a:pt x="555291" y="465526"/>
                  <a:pt x="564054" y="459557"/>
                  <a:pt x="572690" y="453207"/>
                </a:cubicBezTo>
                <a:lnTo>
                  <a:pt x="578151" y="448127"/>
                </a:lnTo>
                <a:cubicBezTo>
                  <a:pt x="578532" y="400502"/>
                  <a:pt x="578532" y="355417"/>
                  <a:pt x="578151" y="310332"/>
                </a:cubicBezTo>
                <a:lnTo>
                  <a:pt x="574849" y="303728"/>
                </a:lnTo>
                <a:cubicBezTo>
                  <a:pt x="535606" y="293187"/>
                  <a:pt x="507031" y="253944"/>
                  <a:pt x="515540" y="210637"/>
                </a:cubicBezTo>
                <a:lnTo>
                  <a:pt x="515286" y="201112"/>
                </a:lnTo>
                <a:cubicBezTo>
                  <a:pt x="495474" y="184729"/>
                  <a:pt x="480615" y="171902"/>
                  <a:pt x="465629" y="158948"/>
                </a:cubicBezTo>
                <a:lnTo>
                  <a:pt x="420163" y="119959"/>
                </a:lnTo>
                <a:cubicBezTo>
                  <a:pt x="402383" y="129484"/>
                  <a:pt x="383841" y="132151"/>
                  <a:pt x="364410" y="125293"/>
                </a:cubicBezTo>
                <a:cubicBezTo>
                  <a:pt x="349932" y="120086"/>
                  <a:pt x="338756" y="110815"/>
                  <a:pt x="330755" y="97861"/>
                </a:cubicBezTo>
                <a:cubicBezTo>
                  <a:pt x="315134" y="72842"/>
                  <a:pt x="319452" y="40965"/>
                  <a:pt x="339899" y="18740"/>
                </a:cubicBezTo>
                <a:cubicBezTo>
                  <a:pt x="359457" y="-2469"/>
                  <a:pt x="399208" y="-3993"/>
                  <a:pt x="419401" y="8580"/>
                </a:cubicBezTo>
                <a:cubicBezTo>
                  <a:pt x="448865" y="26868"/>
                  <a:pt x="457247" y="55697"/>
                  <a:pt x="443785" y="96210"/>
                </a:cubicBezTo>
                <a:lnTo>
                  <a:pt x="532812" y="172537"/>
                </a:lnTo>
                <a:cubicBezTo>
                  <a:pt x="548179" y="155265"/>
                  <a:pt x="567229" y="145486"/>
                  <a:pt x="589835" y="144216"/>
                </a:cubicBezTo>
                <a:cubicBezTo>
                  <a:pt x="612187" y="142946"/>
                  <a:pt x="632380" y="149677"/>
                  <a:pt x="649906" y="165044"/>
                </a:cubicBezTo>
                <a:lnTo>
                  <a:pt x="715311" y="109545"/>
                </a:lnTo>
                <a:cubicBezTo>
                  <a:pt x="725852" y="101163"/>
                  <a:pt x="729916" y="94686"/>
                  <a:pt x="725344" y="79700"/>
                </a:cubicBezTo>
                <a:cubicBezTo>
                  <a:pt x="715692" y="48077"/>
                  <a:pt x="733218" y="15184"/>
                  <a:pt x="764079" y="4389"/>
                </a:cubicBezTo>
                <a:cubicBezTo>
                  <a:pt x="788336" y="-4120"/>
                  <a:pt x="814752" y="-691"/>
                  <a:pt x="833421" y="18486"/>
                </a:cubicBezTo>
                <a:cubicBezTo>
                  <a:pt x="852090" y="37663"/>
                  <a:pt x="857678" y="64968"/>
                  <a:pt x="847391" y="89225"/>
                </a:cubicBezTo>
                <a:cubicBezTo>
                  <a:pt x="837104" y="113482"/>
                  <a:pt x="813863" y="129738"/>
                  <a:pt x="788209" y="128722"/>
                </a:cubicBezTo>
                <a:lnTo>
                  <a:pt x="758745" y="122626"/>
                </a:lnTo>
                <a:cubicBezTo>
                  <a:pt x="755951" y="122118"/>
                  <a:pt x="751887" y="121991"/>
                  <a:pt x="749982" y="123515"/>
                </a:cubicBezTo>
                <a:lnTo>
                  <a:pt x="669337" y="192222"/>
                </a:lnTo>
                <a:cubicBezTo>
                  <a:pt x="677973" y="215717"/>
                  <a:pt x="678481" y="239212"/>
                  <a:pt x="667051" y="261818"/>
                </a:cubicBezTo>
                <a:cubicBezTo>
                  <a:pt x="655621" y="284678"/>
                  <a:pt x="636444" y="298267"/>
                  <a:pt x="611552" y="304617"/>
                </a:cubicBezTo>
                <a:lnTo>
                  <a:pt x="611298" y="426156"/>
                </a:lnTo>
                <a:cubicBezTo>
                  <a:pt x="611044" y="441396"/>
                  <a:pt x="611806" y="452318"/>
                  <a:pt x="629078" y="460319"/>
                </a:cubicBezTo>
                <a:cubicBezTo>
                  <a:pt x="649906" y="469844"/>
                  <a:pt x="658669" y="490545"/>
                  <a:pt x="659685" y="513659"/>
                </a:cubicBezTo>
                <a:lnTo>
                  <a:pt x="661082" y="521406"/>
                </a:lnTo>
                <a:cubicBezTo>
                  <a:pt x="710485" y="551378"/>
                  <a:pt x="757729" y="579699"/>
                  <a:pt x="804719" y="607893"/>
                </a:cubicBezTo>
                <a:cubicBezTo>
                  <a:pt x="845613" y="582239"/>
                  <a:pt x="891206" y="593796"/>
                  <a:pt x="915463" y="624657"/>
                </a:cubicBezTo>
                <a:cubicBezTo>
                  <a:pt x="939085" y="654629"/>
                  <a:pt x="937561" y="700984"/>
                  <a:pt x="912288" y="728670"/>
                </a:cubicBezTo>
                <a:cubicBezTo>
                  <a:pt x="884348" y="759277"/>
                  <a:pt x="840152" y="764865"/>
                  <a:pt x="805735" y="741878"/>
                </a:cubicBezTo>
                <a:cubicBezTo>
                  <a:pt x="775890" y="721939"/>
                  <a:pt x="757729" y="678251"/>
                  <a:pt x="781478" y="632912"/>
                </a:cubicBezTo>
                <a:lnTo>
                  <a:pt x="648001" y="552648"/>
                </a:lnTo>
                <a:cubicBezTo>
                  <a:pt x="626665" y="576905"/>
                  <a:pt x="600757" y="586430"/>
                  <a:pt x="570277" y="573857"/>
                </a:cubicBezTo>
                <a:cubicBezTo>
                  <a:pt x="541448" y="561919"/>
                  <a:pt x="529256" y="538297"/>
                  <a:pt x="530018" y="506674"/>
                </a:cubicBezTo>
                <a:lnTo>
                  <a:pt x="403399" y="472003"/>
                </a:lnTo>
                <a:cubicBezTo>
                  <a:pt x="394382" y="484957"/>
                  <a:pt x="387524" y="498800"/>
                  <a:pt x="376983" y="508833"/>
                </a:cubicBezTo>
                <a:cubicBezTo>
                  <a:pt x="366696" y="518612"/>
                  <a:pt x="352599" y="524454"/>
                  <a:pt x="338248" y="533217"/>
                </a:cubicBezTo>
                <a:lnTo>
                  <a:pt x="338248" y="619577"/>
                </a:lnTo>
                <a:cubicBezTo>
                  <a:pt x="338248" y="630372"/>
                  <a:pt x="338502" y="641167"/>
                  <a:pt x="338121" y="651962"/>
                </a:cubicBezTo>
                <a:lnTo>
                  <a:pt x="339264" y="660344"/>
                </a:lnTo>
                <a:cubicBezTo>
                  <a:pt x="376602" y="675330"/>
                  <a:pt x="391842" y="705683"/>
                  <a:pt x="384730" y="739084"/>
                </a:cubicBezTo>
                <a:lnTo>
                  <a:pt x="385746" y="746323"/>
                </a:lnTo>
                <a:cubicBezTo>
                  <a:pt x="416480" y="773120"/>
                  <a:pt x="445309" y="797758"/>
                  <a:pt x="474011" y="822523"/>
                </a:cubicBezTo>
                <a:lnTo>
                  <a:pt x="482266" y="827476"/>
                </a:lnTo>
                <a:cubicBezTo>
                  <a:pt x="520874" y="809823"/>
                  <a:pt x="558974" y="824555"/>
                  <a:pt x="573706" y="857067"/>
                </a:cubicBezTo>
                <a:cubicBezTo>
                  <a:pt x="588311" y="889198"/>
                  <a:pt x="574468" y="927298"/>
                  <a:pt x="542083" y="941903"/>
                </a:cubicBezTo>
                <a:lnTo>
                  <a:pt x="525954" y="944443"/>
                </a:lnTo>
                <a:cubicBezTo>
                  <a:pt x="499284" y="946983"/>
                  <a:pt x="482647" y="944189"/>
                  <a:pt x="468804" y="929838"/>
                </a:cubicBezTo>
                <a:cubicBezTo>
                  <a:pt x="452802" y="913201"/>
                  <a:pt x="442261" y="885388"/>
                  <a:pt x="457374" y="852114"/>
                </a:cubicBezTo>
                <a:lnTo>
                  <a:pt x="364537" y="772485"/>
                </a:lnTo>
                <a:cubicBezTo>
                  <a:pt x="351837" y="781375"/>
                  <a:pt x="338248" y="788106"/>
                  <a:pt x="322246" y="787979"/>
                </a:cubicBezTo>
                <a:cubicBezTo>
                  <a:pt x="306244" y="787852"/>
                  <a:pt x="292147" y="782518"/>
                  <a:pt x="279447" y="772231"/>
                </a:cubicBezTo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45" name="Google Shape;2845;p35"/>
          <p:cNvGrpSpPr/>
          <p:nvPr/>
        </p:nvGrpSpPr>
        <p:grpSpPr>
          <a:xfrm>
            <a:off x="138506" y="9307774"/>
            <a:ext cx="801318" cy="443295"/>
            <a:chOff x="63500" y="63500"/>
            <a:chExt cx="1508506" cy="834517"/>
          </a:xfrm>
        </p:grpSpPr>
        <p:sp>
          <p:nvSpPr>
            <p:cNvPr id="2846" name="Google Shape;2846;p35"/>
            <p:cNvSpPr/>
            <p:nvPr/>
          </p:nvSpPr>
          <p:spPr>
            <a:xfrm>
              <a:off x="63500" y="63500"/>
              <a:ext cx="1508506" cy="834517"/>
            </a:xfrm>
            <a:custGeom>
              <a:rect b="b" l="l" r="r" t="t"/>
              <a:pathLst>
                <a:path extrusionOk="0" h="834517" w="1508506">
                  <a:moveTo>
                    <a:pt x="754253" y="30988"/>
                  </a:moveTo>
                  <a:cubicBezTo>
                    <a:pt x="355473" y="30988"/>
                    <a:pt x="30988" y="204216"/>
                    <a:pt x="30988" y="417195"/>
                  </a:cubicBezTo>
                  <a:cubicBezTo>
                    <a:pt x="30988" y="630174"/>
                    <a:pt x="355473" y="803402"/>
                    <a:pt x="754253" y="803402"/>
                  </a:cubicBezTo>
                  <a:cubicBezTo>
                    <a:pt x="1153033" y="803402"/>
                    <a:pt x="1477518" y="630174"/>
                    <a:pt x="1477518" y="417195"/>
                  </a:cubicBezTo>
                  <a:cubicBezTo>
                    <a:pt x="1477518" y="204216"/>
                    <a:pt x="1153033" y="30988"/>
                    <a:pt x="754253" y="30988"/>
                  </a:cubicBezTo>
                  <a:moveTo>
                    <a:pt x="754253" y="834390"/>
                  </a:moveTo>
                  <a:cubicBezTo>
                    <a:pt x="338328" y="834517"/>
                    <a:pt x="0" y="647319"/>
                    <a:pt x="0" y="417195"/>
                  </a:cubicBezTo>
                  <a:cubicBezTo>
                    <a:pt x="0" y="187071"/>
                    <a:pt x="338328" y="0"/>
                    <a:pt x="754253" y="0"/>
                  </a:cubicBezTo>
                  <a:cubicBezTo>
                    <a:pt x="1170178" y="0"/>
                    <a:pt x="1508506" y="187198"/>
                    <a:pt x="1508506" y="417195"/>
                  </a:cubicBezTo>
                  <a:cubicBezTo>
                    <a:pt x="1508506" y="647192"/>
                    <a:pt x="1170178" y="834517"/>
                    <a:pt x="754253" y="8345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7" name="Google Shape;2847;p35"/>
            <p:cNvSpPr/>
            <p:nvPr/>
          </p:nvSpPr>
          <p:spPr>
            <a:xfrm>
              <a:off x="309372" y="287274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8" name="Google Shape;2848;p35"/>
            <p:cNvSpPr/>
            <p:nvPr/>
          </p:nvSpPr>
          <p:spPr>
            <a:xfrm>
              <a:off x="515239" y="642112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9" name="Google Shape;2849;p35"/>
            <p:cNvSpPr/>
            <p:nvPr/>
          </p:nvSpPr>
          <p:spPr>
            <a:xfrm>
              <a:off x="372745" y="561467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0" name="Google Shape;2850;p35"/>
            <p:cNvSpPr/>
            <p:nvPr/>
          </p:nvSpPr>
          <p:spPr>
            <a:xfrm>
              <a:off x="453390" y="39331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1" name="Google Shape;2851;p35"/>
            <p:cNvSpPr/>
            <p:nvPr/>
          </p:nvSpPr>
          <p:spPr>
            <a:xfrm>
              <a:off x="957580" y="325755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2" name="Google Shape;2852;p35"/>
            <p:cNvSpPr/>
            <p:nvPr/>
          </p:nvSpPr>
          <p:spPr>
            <a:xfrm>
              <a:off x="850392" y="727202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3" name="Google Shape;2853;p35"/>
            <p:cNvSpPr/>
            <p:nvPr/>
          </p:nvSpPr>
          <p:spPr>
            <a:xfrm>
              <a:off x="217170" y="451358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4" name="Google Shape;2854;p35"/>
            <p:cNvSpPr/>
            <p:nvPr/>
          </p:nvSpPr>
          <p:spPr>
            <a:xfrm>
              <a:off x="618490" y="302006"/>
              <a:ext cx="35052" cy="34798"/>
            </a:xfrm>
            <a:custGeom>
              <a:rect b="b" l="l" r="r" t="t"/>
              <a:pathLst>
                <a:path extrusionOk="0" h="34798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747"/>
                  </a:lnTo>
                  <a:cubicBezTo>
                    <a:pt x="0" y="27051"/>
                    <a:pt x="7874" y="34798"/>
                    <a:pt x="17526" y="34798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5" name="Google Shape;2855;p35"/>
            <p:cNvSpPr/>
            <p:nvPr/>
          </p:nvSpPr>
          <p:spPr>
            <a:xfrm>
              <a:off x="1103122" y="708914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6" name="Google Shape;2856;p35"/>
            <p:cNvSpPr/>
            <p:nvPr/>
          </p:nvSpPr>
          <p:spPr>
            <a:xfrm>
              <a:off x="845947" y="435483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127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7" name="Google Shape;2857;p35"/>
            <p:cNvSpPr/>
            <p:nvPr/>
          </p:nvSpPr>
          <p:spPr>
            <a:xfrm>
              <a:off x="1069594" y="284734"/>
              <a:ext cx="35052" cy="34798"/>
            </a:xfrm>
            <a:custGeom>
              <a:rect b="b" l="l" r="r" t="t"/>
              <a:pathLst>
                <a:path extrusionOk="0" h="34798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747"/>
                  </a:lnTo>
                  <a:cubicBezTo>
                    <a:pt x="0" y="27051"/>
                    <a:pt x="7874" y="34798"/>
                    <a:pt x="17526" y="34798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8" name="Google Shape;2858;p35"/>
            <p:cNvSpPr/>
            <p:nvPr/>
          </p:nvSpPr>
          <p:spPr>
            <a:xfrm>
              <a:off x="615950" y="758190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9" name="Google Shape;2859;p35"/>
            <p:cNvSpPr/>
            <p:nvPr/>
          </p:nvSpPr>
          <p:spPr>
            <a:xfrm>
              <a:off x="930148" y="19392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0" name="Google Shape;2860;p35"/>
            <p:cNvSpPr/>
            <p:nvPr/>
          </p:nvSpPr>
          <p:spPr>
            <a:xfrm>
              <a:off x="1380236" y="346964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1" name="Google Shape;2861;p35"/>
            <p:cNvSpPr/>
            <p:nvPr/>
          </p:nvSpPr>
          <p:spPr>
            <a:xfrm>
              <a:off x="1293622" y="603377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2" name="Google Shape;2862;p35"/>
            <p:cNvSpPr/>
            <p:nvPr/>
          </p:nvSpPr>
          <p:spPr>
            <a:xfrm>
              <a:off x="691261" y="174498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3" name="Google Shape;2863;p35"/>
            <p:cNvSpPr/>
            <p:nvPr/>
          </p:nvSpPr>
          <p:spPr>
            <a:xfrm>
              <a:off x="1224153" y="416433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4" name="Google Shape;2864;p35"/>
            <p:cNvSpPr/>
            <p:nvPr/>
          </p:nvSpPr>
          <p:spPr>
            <a:xfrm>
              <a:off x="276733" y="615696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5" name="Google Shape;2865;p35"/>
            <p:cNvSpPr/>
            <p:nvPr/>
          </p:nvSpPr>
          <p:spPr>
            <a:xfrm>
              <a:off x="995299" y="455295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6" name="Google Shape;2866;p35"/>
            <p:cNvSpPr/>
            <p:nvPr/>
          </p:nvSpPr>
          <p:spPr>
            <a:xfrm>
              <a:off x="701421" y="568579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7" name="Google Shape;2867;p35"/>
            <p:cNvSpPr/>
            <p:nvPr/>
          </p:nvSpPr>
          <p:spPr>
            <a:xfrm>
              <a:off x="740029" y="366141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8" name="Google Shape;2868;p35"/>
            <p:cNvSpPr/>
            <p:nvPr/>
          </p:nvSpPr>
          <p:spPr>
            <a:xfrm>
              <a:off x="517525" y="169799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58420" y="29210"/>
                  </a:moveTo>
                  <a:cubicBezTo>
                    <a:pt x="58420" y="13081"/>
                    <a:pt x="45339" y="0"/>
                    <a:pt x="29210" y="0"/>
                  </a:cubicBez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9" name="Google Shape;2869;p35"/>
            <p:cNvSpPr/>
            <p:nvPr/>
          </p:nvSpPr>
          <p:spPr>
            <a:xfrm>
              <a:off x="600075" y="435991"/>
              <a:ext cx="79502" cy="79502"/>
            </a:xfrm>
            <a:custGeom>
              <a:rect b="b" l="l" r="r" t="t"/>
              <a:pathLst>
                <a:path extrusionOk="0" h="79502" w="79502">
                  <a:moveTo>
                    <a:pt x="39751" y="0"/>
                  </a:moveTo>
                  <a:cubicBezTo>
                    <a:pt x="17780" y="0"/>
                    <a:pt x="0" y="17780"/>
                    <a:pt x="0" y="39751"/>
                  </a:cubicBezTo>
                  <a:cubicBezTo>
                    <a:pt x="0" y="61722"/>
                    <a:pt x="17780" y="79502"/>
                    <a:pt x="39751" y="79502"/>
                  </a:cubicBezTo>
                  <a:cubicBezTo>
                    <a:pt x="61722" y="79502"/>
                    <a:pt x="79502" y="61722"/>
                    <a:pt x="79502" y="39751"/>
                  </a:cubicBezTo>
                  <a:cubicBezTo>
                    <a:pt x="79502" y="17780"/>
                    <a:pt x="61722" y="0"/>
                    <a:pt x="3975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0" name="Google Shape;2870;p35"/>
            <p:cNvSpPr/>
            <p:nvPr/>
          </p:nvSpPr>
          <p:spPr>
            <a:xfrm>
              <a:off x="884809" y="609981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1" name="Google Shape;2871;p35"/>
            <p:cNvSpPr/>
            <p:nvPr/>
          </p:nvSpPr>
          <p:spPr>
            <a:xfrm>
              <a:off x="1108710" y="605028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2" name="Google Shape;2872;p35"/>
            <p:cNvSpPr/>
            <p:nvPr/>
          </p:nvSpPr>
          <p:spPr>
            <a:xfrm>
              <a:off x="1383157" y="511048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3" name="Google Shape;2873;p35"/>
            <p:cNvSpPr/>
            <p:nvPr/>
          </p:nvSpPr>
          <p:spPr>
            <a:xfrm>
              <a:off x="1134237" y="508381"/>
              <a:ext cx="35052" cy="34925"/>
            </a:xfrm>
            <a:custGeom>
              <a:rect b="b" l="l" r="r" t="t"/>
              <a:pathLst>
                <a:path extrusionOk="0" h="34925" w="35052">
                  <a:moveTo>
                    <a:pt x="17526" y="23495"/>
                  </a:moveTo>
                  <a:lnTo>
                    <a:pt x="11557" y="20828"/>
                  </a:lnTo>
                  <a:lnTo>
                    <a:pt x="14224" y="11557"/>
                  </a:lnTo>
                  <a:lnTo>
                    <a:pt x="23495" y="14224"/>
                  </a:lnTo>
                  <a:lnTo>
                    <a:pt x="20828" y="23495"/>
                  </a:lnTo>
                  <a:moveTo>
                    <a:pt x="17526" y="0"/>
                  </a:moveTo>
                  <a:lnTo>
                    <a:pt x="0" y="7874"/>
                  </a:lnTo>
                  <a:cubicBezTo>
                    <a:pt x="0" y="27178"/>
                    <a:pt x="7874" y="34925"/>
                    <a:pt x="17526" y="34925"/>
                  </a:cubicBezTo>
                  <a:lnTo>
                    <a:pt x="35052" y="27051"/>
                  </a:lnTo>
                  <a:cubicBezTo>
                    <a:pt x="35052" y="7747"/>
                    <a:pt x="27178" y="0"/>
                    <a:pt x="1752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4" name="Google Shape;2874;p35"/>
            <p:cNvSpPr/>
            <p:nvPr/>
          </p:nvSpPr>
          <p:spPr>
            <a:xfrm>
              <a:off x="1224407" y="237744"/>
              <a:ext cx="58420" cy="58420"/>
            </a:xfrm>
            <a:custGeom>
              <a:rect b="b" l="l" r="r" t="t"/>
              <a:pathLst>
                <a:path extrusionOk="0" h="58420" w="58420">
                  <a:moveTo>
                    <a:pt x="29210" y="0"/>
                  </a:moveTo>
                  <a:cubicBezTo>
                    <a:pt x="13081" y="0"/>
                    <a:pt x="0" y="13081"/>
                    <a:pt x="0" y="29210"/>
                  </a:cubicBezTo>
                  <a:cubicBezTo>
                    <a:pt x="0" y="45339"/>
                    <a:pt x="13081" y="58420"/>
                    <a:pt x="29210" y="58420"/>
                  </a:cubicBezTo>
                  <a:cubicBezTo>
                    <a:pt x="45339" y="58420"/>
                    <a:pt x="58420" y="45339"/>
                    <a:pt x="58420" y="29210"/>
                  </a:cubicBezTo>
                  <a:cubicBezTo>
                    <a:pt x="58420" y="13081"/>
                    <a:pt x="45339" y="0"/>
                    <a:pt x="292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75" name="Google Shape;2875;p35"/>
          <p:cNvGrpSpPr/>
          <p:nvPr/>
        </p:nvGrpSpPr>
        <p:grpSpPr>
          <a:xfrm>
            <a:off x="198554" y="3255792"/>
            <a:ext cx="678939" cy="675634"/>
            <a:chOff x="63500" y="63500"/>
            <a:chExt cx="1043559" cy="1038479"/>
          </a:xfrm>
        </p:grpSpPr>
        <p:sp>
          <p:nvSpPr>
            <p:cNvPr id="2876" name="Google Shape;2876;p35"/>
            <p:cNvSpPr/>
            <p:nvPr/>
          </p:nvSpPr>
          <p:spPr>
            <a:xfrm>
              <a:off x="66929" y="144399"/>
              <a:ext cx="242316" cy="611378"/>
            </a:xfrm>
            <a:custGeom>
              <a:rect b="b" l="l" r="r" t="t"/>
              <a:pathLst>
                <a:path extrusionOk="0" h="611378" w="242316">
                  <a:moveTo>
                    <a:pt x="225044" y="611378"/>
                  </a:moveTo>
                  <a:lnTo>
                    <a:pt x="178308" y="611378"/>
                  </a:lnTo>
                  <a:cubicBezTo>
                    <a:pt x="78359" y="611378"/>
                    <a:pt x="0" y="535305"/>
                    <a:pt x="0" y="438277"/>
                  </a:cubicBezTo>
                  <a:cubicBezTo>
                    <a:pt x="0" y="350520"/>
                    <a:pt x="63246" y="276733"/>
                    <a:pt x="148717" y="262509"/>
                  </a:cubicBezTo>
                  <a:cubicBezTo>
                    <a:pt x="138049" y="234061"/>
                    <a:pt x="132588" y="203962"/>
                    <a:pt x="132588" y="173101"/>
                  </a:cubicBezTo>
                  <a:cubicBezTo>
                    <a:pt x="132588" y="112649"/>
                    <a:pt x="154305" y="53975"/>
                    <a:pt x="193675" y="8001"/>
                  </a:cubicBezTo>
                  <a:lnTo>
                    <a:pt x="210820" y="0"/>
                  </a:lnTo>
                  <a:cubicBezTo>
                    <a:pt x="225298" y="12446"/>
                    <a:pt x="226187" y="23241"/>
                    <a:pt x="219964" y="30607"/>
                  </a:cubicBezTo>
                  <a:cubicBezTo>
                    <a:pt x="185928" y="70358"/>
                    <a:pt x="167259" y="121031"/>
                    <a:pt x="167259" y="173228"/>
                  </a:cubicBezTo>
                  <a:cubicBezTo>
                    <a:pt x="167259" y="202819"/>
                    <a:pt x="172974" y="231521"/>
                    <a:pt x="184404" y="258572"/>
                  </a:cubicBezTo>
                  <a:lnTo>
                    <a:pt x="189357" y="270256"/>
                  </a:lnTo>
                  <a:cubicBezTo>
                    <a:pt x="191516" y="275336"/>
                    <a:pt x="191135" y="281051"/>
                    <a:pt x="188341" y="285750"/>
                  </a:cubicBezTo>
                  <a:lnTo>
                    <a:pt x="180721" y="293624"/>
                  </a:lnTo>
                  <a:lnTo>
                    <a:pt x="162687" y="295656"/>
                  </a:lnTo>
                  <a:cubicBezTo>
                    <a:pt x="89662" y="303403"/>
                    <a:pt x="34671" y="364871"/>
                    <a:pt x="34671" y="438277"/>
                  </a:cubicBezTo>
                  <a:cubicBezTo>
                    <a:pt x="34671" y="515874"/>
                    <a:pt x="97790" y="576707"/>
                    <a:pt x="178308" y="576707"/>
                  </a:cubicBezTo>
                  <a:lnTo>
                    <a:pt x="225044" y="576707"/>
                  </a:lnTo>
                  <a:cubicBezTo>
                    <a:pt x="234569" y="576707"/>
                    <a:pt x="242316" y="584454"/>
                    <a:pt x="242316" y="593979"/>
                  </a:cubicBezTo>
                  <a:lnTo>
                    <a:pt x="234569" y="611251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7" name="Google Shape;2877;p35"/>
            <p:cNvSpPr/>
            <p:nvPr/>
          </p:nvSpPr>
          <p:spPr>
            <a:xfrm>
              <a:off x="370797" y="63500"/>
              <a:ext cx="734484" cy="692277"/>
            </a:xfrm>
            <a:custGeom>
              <a:rect b="b" l="l" r="r" t="t"/>
              <a:pathLst>
                <a:path extrusionOk="0" h="692277" w="734484">
                  <a:moveTo>
                    <a:pt x="594149" y="692277"/>
                  </a:moveTo>
                  <a:lnTo>
                    <a:pt x="509567" y="692277"/>
                  </a:lnTo>
                  <a:cubicBezTo>
                    <a:pt x="500042" y="692277"/>
                    <a:pt x="492295" y="684530"/>
                    <a:pt x="492295" y="675005"/>
                  </a:cubicBezTo>
                  <a:lnTo>
                    <a:pt x="500042" y="657733"/>
                  </a:lnTo>
                  <a:lnTo>
                    <a:pt x="594149" y="657733"/>
                  </a:lnTo>
                  <a:cubicBezTo>
                    <a:pt x="654474" y="657733"/>
                    <a:pt x="699940" y="614426"/>
                    <a:pt x="699940" y="557149"/>
                  </a:cubicBezTo>
                  <a:cubicBezTo>
                    <a:pt x="699940" y="499872"/>
                    <a:pt x="654982" y="453517"/>
                    <a:pt x="597705" y="451612"/>
                  </a:cubicBezTo>
                  <a:lnTo>
                    <a:pt x="584370" y="451231"/>
                  </a:lnTo>
                  <a:cubicBezTo>
                    <a:pt x="578782" y="451104"/>
                    <a:pt x="573575" y="448183"/>
                    <a:pt x="570527" y="443484"/>
                  </a:cubicBezTo>
                  <a:lnTo>
                    <a:pt x="566844" y="432816"/>
                  </a:lnTo>
                  <a:lnTo>
                    <a:pt x="573829" y="415036"/>
                  </a:lnTo>
                  <a:cubicBezTo>
                    <a:pt x="582211" y="393700"/>
                    <a:pt x="586402" y="371348"/>
                    <a:pt x="586402" y="348869"/>
                  </a:cubicBezTo>
                  <a:cubicBezTo>
                    <a:pt x="586402" y="248793"/>
                    <a:pt x="504868" y="167259"/>
                    <a:pt x="404792" y="167259"/>
                  </a:cubicBezTo>
                  <a:cubicBezTo>
                    <a:pt x="376471" y="167259"/>
                    <a:pt x="349039" y="173736"/>
                    <a:pt x="323385" y="186690"/>
                  </a:cubicBezTo>
                  <a:lnTo>
                    <a:pt x="314368" y="191262"/>
                  </a:lnTo>
                  <a:lnTo>
                    <a:pt x="304970" y="193675"/>
                  </a:lnTo>
                  <a:cubicBezTo>
                    <a:pt x="295953" y="190246"/>
                    <a:pt x="292270" y="186690"/>
                    <a:pt x="290492" y="182245"/>
                  </a:cubicBezTo>
                  <a:lnTo>
                    <a:pt x="286682" y="172593"/>
                  </a:lnTo>
                  <a:cubicBezTo>
                    <a:pt x="252900" y="88773"/>
                    <a:pt x="172890" y="34671"/>
                    <a:pt x="82720" y="34671"/>
                  </a:cubicBezTo>
                  <a:cubicBezTo>
                    <a:pt x="61638" y="34671"/>
                    <a:pt x="40937" y="37592"/>
                    <a:pt x="20998" y="43434"/>
                  </a:cubicBezTo>
                  <a:lnTo>
                    <a:pt x="2202" y="40894"/>
                  </a:lnTo>
                  <a:cubicBezTo>
                    <a:pt x="-3259" y="22606"/>
                    <a:pt x="2075" y="12954"/>
                    <a:pt x="11219" y="10287"/>
                  </a:cubicBezTo>
                  <a:cubicBezTo>
                    <a:pt x="34333" y="3429"/>
                    <a:pt x="58336" y="0"/>
                    <a:pt x="82720" y="0"/>
                  </a:cubicBezTo>
                  <a:cubicBezTo>
                    <a:pt x="184320" y="0"/>
                    <a:pt x="274744" y="59436"/>
                    <a:pt x="315257" y="152019"/>
                  </a:cubicBezTo>
                  <a:cubicBezTo>
                    <a:pt x="343705" y="139065"/>
                    <a:pt x="373677" y="132461"/>
                    <a:pt x="404665" y="132461"/>
                  </a:cubicBezTo>
                  <a:cubicBezTo>
                    <a:pt x="523918" y="132461"/>
                    <a:pt x="620819" y="229489"/>
                    <a:pt x="620819" y="348615"/>
                  </a:cubicBezTo>
                  <a:cubicBezTo>
                    <a:pt x="620819" y="371983"/>
                    <a:pt x="617009" y="395097"/>
                    <a:pt x="609389" y="417449"/>
                  </a:cubicBezTo>
                  <a:cubicBezTo>
                    <a:pt x="680382" y="425069"/>
                    <a:pt x="734484" y="484378"/>
                    <a:pt x="734484" y="556895"/>
                  </a:cubicBezTo>
                  <a:cubicBezTo>
                    <a:pt x="734484" y="632714"/>
                    <a:pt x="672762" y="692150"/>
                    <a:pt x="594022" y="692150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8" name="Google Shape;2878;p35"/>
            <p:cNvSpPr/>
            <p:nvPr/>
          </p:nvSpPr>
          <p:spPr>
            <a:xfrm>
              <a:off x="414528" y="998093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9" name="Google Shape;2879;p35"/>
            <p:cNvSpPr/>
            <p:nvPr/>
          </p:nvSpPr>
          <p:spPr>
            <a:xfrm>
              <a:off x="414528" y="790448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0" name="Google Shape;2880;p35"/>
            <p:cNvSpPr/>
            <p:nvPr/>
          </p:nvSpPr>
          <p:spPr>
            <a:xfrm>
              <a:off x="414528" y="582803"/>
              <a:ext cx="138430" cy="34544"/>
            </a:xfrm>
            <a:custGeom>
              <a:rect b="b" l="l" r="r" t="t"/>
              <a:pathLst>
                <a:path extrusionOk="0" h="34544" w="138430">
                  <a:moveTo>
                    <a:pt x="121158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lnTo>
                    <a:pt x="121158" y="0"/>
                  </a:lnTo>
                  <a:cubicBezTo>
                    <a:pt x="130683" y="0"/>
                    <a:pt x="138430" y="7747"/>
                    <a:pt x="138430" y="17272"/>
                  </a:cubicBezTo>
                  <a:lnTo>
                    <a:pt x="13068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1" name="Google Shape;2881;p35"/>
            <p:cNvSpPr/>
            <p:nvPr/>
          </p:nvSpPr>
          <p:spPr>
            <a:xfrm>
              <a:off x="343916" y="928878"/>
              <a:ext cx="484505" cy="173101"/>
            </a:xfrm>
            <a:custGeom>
              <a:rect b="b" l="l" r="r" t="t"/>
              <a:pathLst>
                <a:path extrusionOk="0" h="173101" w="484505">
                  <a:moveTo>
                    <a:pt x="34544" y="138430"/>
                  </a:moveTo>
                  <a:lnTo>
                    <a:pt x="449834" y="138430"/>
                  </a:lnTo>
                  <a:lnTo>
                    <a:pt x="449834" y="34544"/>
                  </a:lnTo>
                  <a:lnTo>
                    <a:pt x="34544" y="34544"/>
                  </a:lnTo>
                  <a:close/>
                  <a:moveTo>
                    <a:pt x="467233" y="173101"/>
                  </a:moveTo>
                  <a:lnTo>
                    <a:pt x="17272" y="173101"/>
                  </a:lnTo>
                  <a:cubicBezTo>
                    <a:pt x="7747" y="173101"/>
                    <a:pt x="0" y="165354"/>
                    <a:pt x="0" y="155829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2" name="Google Shape;2882;p35"/>
            <p:cNvSpPr/>
            <p:nvPr/>
          </p:nvSpPr>
          <p:spPr>
            <a:xfrm>
              <a:off x="343916" y="721233"/>
              <a:ext cx="484505" cy="172974"/>
            </a:xfrm>
            <a:custGeom>
              <a:rect b="b" l="l" r="r" t="t"/>
              <a:pathLst>
                <a:path extrusionOk="0" h="172974" w="484505">
                  <a:moveTo>
                    <a:pt x="34544" y="138303"/>
                  </a:moveTo>
                  <a:lnTo>
                    <a:pt x="449834" y="138303"/>
                  </a:lnTo>
                  <a:lnTo>
                    <a:pt x="449834" y="34544"/>
                  </a:lnTo>
                  <a:lnTo>
                    <a:pt x="34544" y="34544"/>
                  </a:lnTo>
                  <a:close/>
                  <a:moveTo>
                    <a:pt x="467233" y="172974"/>
                  </a:moveTo>
                  <a:lnTo>
                    <a:pt x="17272" y="172974"/>
                  </a:lnTo>
                  <a:cubicBezTo>
                    <a:pt x="7747" y="172974"/>
                    <a:pt x="0" y="165227"/>
                    <a:pt x="0" y="155702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3" name="Google Shape;2883;p35"/>
            <p:cNvSpPr/>
            <p:nvPr/>
          </p:nvSpPr>
          <p:spPr>
            <a:xfrm>
              <a:off x="343916" y="513461"/>
              <a:ext cx="484505" cy="173101"/>
            </a:xfrm>
            <a:custGeom>
              <a:rect b="b" l="l" r="r" t="t"/>
              <a:pathLst>
                <a:path extrusionOk="0" h="173101" w="484505">
                  <a:moveTo>
                    <a:pt x="34544" y="138430"/>
                  </a:moveTo>
                  <a:lnTo>
                    <a:pt x="449834" y="138430"/>
                  </a:lnTo>
                  <a:lnTo>
                    <a:pt x="449834" y="34671"/>
                  </a:lnTo>
                  <a:lnTo>
                    <a:pt x="34544" y="34671"/>
                  </a:lnTo>
                  <a:close/>
                  <a:moveTo>
                    <a:pt x="467233" y="173101"/>
                  </a:moveTo>
                  <a:lnTo>
                    <a:pt x="17272" y="173101"/>
                  </a:lnTo>
                  <a:cubicBezTo>
                    <a:pt x="7747" y="173101"/>
                    <a:pt x="0" y="165354"/>
                    <a:pt x="0" y="155829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467233" y="0"/>
                  </a:lnTo>
                  <a:cubicBezTo>
                    <a:pt x="476758" y="0"/>
                    <a:pt x="484505" y="7747"/>
                    <a:pt x="484505" y="17272"/>
                  </a:cubicBezTo>
                  <a:lnTo>
                    <a:pt x="484505" y="155702"/>
                  </a:lnTo>
                  <a:cubicBezTo>
                    <a:pt x="484505" y="165227"/>
                    <a:pt x="476758" y="172974"/>
                    <a:pt x="467233" y="172974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4" name="Google Shape;2884;p35"/>
            <p:cNvSpPr/>
            <p:nvPr/>
          </p:nvSpPr>
          <p:spPr>
            <a:xfrm>
              <a:off x="170815" y="824992"/>
              <a:ext cx="138430" cy="207645"/>
            </a:xfrm>
            <a:custGeom>
              <a:rect b="b" l="l" r="r" t="t"/>
              <a:pathLst>
                <a:path extrusionOk="0" h="207645" w="138430">
                  <a:moveTo>
                    <a:pt x="51943" y="207645"/>
                  </a:moveTo>
                  <a:lnTo>
                    <a:pt x="17272" y="207645"/>
                  </a:lnTo>
                  <a:cubicBezTo>
                    <a:pt x="7747" y="207645"/>
                    <a:pt x="0" y="199898"/>
                    <a:pt x="0" y="190373"/>
                  </a:cubicBezTo>
                  <a:lnTo>
                    <a:pt x="7747" y="173101"/>
                  </a:lnTo>
                  <a:lnTo>
                    <a:pt x="51943" y="173101"/>
                  </a:lnTo>
                  <a:cubicBezTo>
                    <a:pt x="80518" y="173101"/>
                    <a:pt x="103886" y="149860"/>
                    <a:pt x="103886" y="121158"/>
                  </a:cubicBezTo>
                  <a:lnTo>
                    <a:pt x="103886" y="17272"/>
                  </a:lnTo>
                  <a:cubicBezTo>
                    <a:pt x="103886" y="7747"/>
                    <a:pt x="111633" y="0"/>
                    <a:pt x="121158" y="0"/>
                  </a:cubicBezTo>
                  <a:lnTo>
                    <a:pt x="138430" y="7747"/>
                  </a:lnTo>
                  <a:lnTo>
                    <a:pt x="138430" y="121158"/>
                  </a:lnTo>
                  <a:cubicBezTo>
                    <a:pt x="138430" y="168910"/>
                    <a:pt x="99568" y="207645"/>
                    <a:pt x="51943" y="207645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5" name="Google Shape;2885;p35"/>
            <p:cNvSpPr/>
            <p:nvPr/>
          </p:nvSpPr>
          <p:spPr>
            <a:xfrm>
              <a:off x="136271" y="790448"/>
              <a:ext cx="103759" cy="138430"/>
            </a:xfrm>
            <a:custGeom>
              <a:rect b="b" l="l" r="r" t="t"/>
              <a:pathLst>
                <a:path extrusionOk="0" h="138430" w="103759">
                  <a:moveTo>
                    <a:pt x="51816" y="138430"/>
                  </a:moveTo>
                  <a:lnTo>
                    <a:pt x="17272" y="138430"/>
                  </a:lnTo>
                  <a:cubicBezTo>
                    <a:pt x="7747" y="138430"/>
                    <a:pt x="0" y="130683"/>
                    <a:pt x="0" y="121158"/>
                  </a:cubicBezTo>
                  <a:lnTo>
                    <a:pt x="7747" y="103886"/>
                  </a:lnTo>
                  <a:lnTo>
                    <a:pt x="51943" y="103886"/>
                  </a:lnTo>
                  <a:cubicBezTo>
                    <a:pt x="61468" y="103886"/>
                    <a:pt x="69215" y="96139"/>
                    <a:pt x="69215" y="86614"/>
                  </a:cubicBezTo>
                  <a:lnTo>
                    <a:pt x="69215" y="17272"/>
                  </a:lnTo>
                  <a:cubicBezTo>
                    <a:pt x="69215" y="7747"/>
                    <a:pt x="76962" y="0"/>
                    <a:pt x="86487" y="0"/>
                  </a:cubicBezTo>
                  <a:lnTo>
                    <a:pt x="103759" y="7747"/>
                  </a:lnTo>
                  <a:lnTo>
                    <a:pt x="103759" y="86487"/>
                  </a:lnTo>
                  <a:cubicBezTo>
                    <a:pt x="103759" y="115062"/>
                    <a:pt x="80518" y="138430"/>
                    <a:pt x="51816" y="138430"/>
                  </a:cubicBez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6" name="Google Shape;2886;p35"/>
            <p:cNvSpPr/>
            <p:nvPr/>
          </p:nvSpPr>
          <p:spPr>
            <a:xfrm>
              <a:off x="863092" y="824992"/>
              <a:ext cx="138430" cy="207645"/>
            </a:xfrm>
            <a:custGeom>
              <a:rect b="b" l="l" r="r" t="t"/>
              <a:pathLst>
                <a:path extrusionOk="0" h="207645" w="138430">
                  <a:moveTo>
                    <a:pt x="121031" y="207645"/>
                  </a:moveTo>
                  <a:lnTo>
                    <a:pt x="86487" y="207645"/>
                  </a:lnTo>
                  <a:cubicBezTo>
                    <a:pt x="38735" y="207645"/>
                    <a:pt x="0" y="168783"/>
                    <a:pt x="0" y="121158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34544" y="7747"/>
                  </a:lnTo>
                  <a:lnTo>
                    <a:pt x="34544" y="121158"/>
                  </a:lnTo>
                  <a:cubicBezTo>
                    <a:pt x="34544" y="149860"/>
                    <a:pt x="57785" y="173101"/>
                    <a:pt x="86487" y="173101"/>
                  </a:cubicBezTo>
                  <a:lnTo>
                    <a:pt x="121158" y="173101"/>
                  </a:lnTo>
                  <a:cubicBezTo>
                    <a:pt x="130683" y="173101"/>
                    <a:pt x="138430" y="180848"/>
                    <a:pt x="138430" y="190373"/>
                  </a:cubicBezTo>
                  <a:lnTo>
                    <a:pt x="130683" y="207645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7" name="Google Shape;2887;p35"/>
            <p:cNvSpPr/>
            <p:nvPr/>
          </p:nvSpPr>
          <p:spPr>
            <a:xfrm>
              <a:off x="932307" y="790448"/>
              <a:ext cx="103759" cy="138430"/>
            </a:xfrm>
            <a:custGeom>
              <a:rect b="b" l="l" r="r" t="t"/>
              <a:pathLst>
                <a:path extrusionOk="0" h="138430" w="103759">
                  <a:moveTo>
                    <a:pt x="86487" y="138430"/>
                  </a:moveTo>
                  <a:lnTo>
                    <a:pt x="51943" y="138430"/>
                  </a:lnTo>
                  <a:cubicBezTo>
                    <a:pt x="23241" y="138430"/>
                    <a:pt x="0" y="115189"/>
                    <a:pt x="0" y="86487"/>
                  </a:cubicBezTo>
                  <a:lnTo>
                    <a:pt x="0" y="17272"/>
                  </a:lnTo>
                  <a:cubicBezTo>
                    <a:pt x="0" y="7747"/>
                    <a:pt x="7747" y="0"/>
                    <a:pt x="17272" y="0"/>
                  </a:cubicBezTo>
                  <a:lnTo>
                    <a:pt x="34544" y="7747"/>
                  </a:lnTo>
                  <a:lnTo>
                    <a:pt x="34544" y="86487"/>
                  </a:lnTo>
                  <a:cubicBezTo>
                    <a:pt x="34544" y="96012"/>
                    <a:pt x="42291" y="103759"/>
                    <a:pt x="51816" y="103759"/>
                  </a:cubicBezTo>
                  <a:lnTo>
                    <a:pt x="86487" y="103759"/>
                  </a:lnTo>
                  <a:cubicBezTo>
                    <a:pt x="96012" y="103759"/>
                    <a:pt x="103759" y="111506"/>
                    <a:pt x="103759" y="121031"/>
                  </a:cubicBezTo>
                  <a:lnTo>
                    <a:pt x="96012" y="138303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8" name="Google Shape;2888;p35"/>
            <p:cNvSpPr/>
            <p:nvPr/>
          </p:nvSpPr>
          <p:spPr>
            <a:xfrm>
              <a:off x="1070737" y="894334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9" name="Google Shape;2889;p35"/>
            <p:cNvSpPr/>
            <p:nvPr/>
          </p:nvSpPr>
          <p:spPr>
            <a:xfrm>
              <a:off x="1036193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0" name="Google Shape;2890;p35"/>
            <p:cNvSpPr/>
            <p:nvPr/>
          </p:nvSpPr>
          <p:spPr>
            <a:xfrm>
              <a:off x="63500" y="894334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1" name="Google Shape;2891;p35"/>
            <p:cNvSpPr/>
            <p:nvPr/>
          </p:nvSpPr>
          <p:spPr>
            <a:xfrm>
              <a:off x="98171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2" name="Google Shape;2892;p35"/>
            <p:cNvSpPr/>
            <p:nvPr/>
          </p:nvSpPr>
          <p:spPr>
            <a:xfrm>
              <a:off x="652018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3" name="Google Shape;2893;p35"/>
            <p:cNvSpPr/>
            <p:nvPr/>
          </p:nvSpPr>
          <p:spPr>
            <a:xfrm>
              <a:off x="721233" y="99809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4" name="Google Shape;2894;p35"/>
            <p:cNvSpPr/>
            <p:nvPr/>
          </p:nvSpPr>
          <p:spPr>
            <a:xfrm>
              <a:off x="652018" y="790448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5" name="Google Shape;2895;p35"/>
            <p:cNvSpPr/>
            <p:nvPr/>
          </p:nvSpPr>
          <p:spPr>
            <a:xfrm>
              <a:off x="721233" y="790448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6" name="Google Shape;2896;p35"/>
            <p:cNvSpPr/>
            <p:nvPr/>
          </p:nvSpPr>
          <p:spPr>
            <a:xfrm>
              <a:off x="652018" y="58280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7" name="Google Shape;2897;p35"/>
            <p:cNvSpPr/>
            <p:nvPr/>
          </p:nvSpPr>
          <p:spPr>
            <a:xfrm>
              <a:off x="721233" y="582803"/>
              <a:ext cx="36322" cy="34544"/>
            </a:xfrm>
            <a:custGeom>
              <a:rect b="b" l="l" r="r" t="t"/>
              <a:pathLst>
                <a:path extrusionOk="0" h="34544" w="36322">
                  <a:moveTo>
                    <a:pt x="20701" y="34544"/>
                  </a:moveTo>
                  <a:lnTo>
                    <a:pt x="17272" y="34544"/>
                  </a:lnTo>
                  <a:cubicBezTo>
                    <a:pt x="7747" y="34544"/>
                    <a:pt x="0" y="26797"/>
                    <a:pt x="0" y="17272"/>
                  </a:cubicBezTo>
                  <a:lnTo>
                    <a:pt x="7747" y="0"/>
                  </a:lnTo>
                  <a:cubicBezTo>
                    <a:pt x="26924" y="0"/>
                    <a:pt x="36322" y="7747"/>
                    <a:pt x="36322" y="17272"/>
                  </a:cubicBezTo>
                  <a:lnTo>
                    <a:pt x="30353" y="34544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8" name="Google Shape;2898;p35"/>
            <p:cNvSpPr/>
            <p:nvPr/>
          </p:nvSpPr>
          <p:spPr>
            <a:xfrm>
              <a:off x="306395" y="98065"/>
              <a:ext cx="37902" cy="37063"/>
            </a:xfrm>
            <a:custGeom>
              <a:rect b="b" l="l" r="r" t="t"/>
              <a:pathLst>
                <a:path extrusionOk="0" h="37063" w="37902">
                  <a:moveTo>
                    <a:pt x="16693" y="37063"/>
                  </a:moveTo>
                  <a:lnTo>
                    <a:pt x="5898" y="34523"/>
                  </a:lnTo>
                  <a:cubicBezTo>
                    <a:pt x="-2992" y="21950"/>
                    <a:pt x="-1087" y="11155"/>
                    <a:pt x="6660" y="5567"/>
                  </a:cubicBezTo>
                  <a:lnTo>
                    <a:pt x="10089" y="3154"/>
                  </a:lnTo>
                  <a:cubicBezTo>
                    <a:pt x="17963" y="-2307"/>
                    <a:pt x="28758" y="-529"/>
                    <a:pt x="34219" y="7345"/>
                  </a:cubicBezTo>
                  <a:lnTo>
                    <a:pt x="37902" y="25887"/>
                  </a:lnTo>
                  <a:lnTo>
                    <a:pt x="26599" y="33888"/>
                  </a:lnTo>
                  <a:lnTo>
                    <a:pt x="20122" y="37063"/>
                  </a:lnTo>
                </a:path>
              </a:pathLst>
            </a:custGeom>
            <a:solidFill>
              <a:srgbClr val="00416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99" name="Google Shape;2899;p35"/>
          <p:cNvSpPr/>
          <p:nvPr/>
        </p:nvSpPr>
        <p:spPr>
          <a:xfrm>
            <a:off x="209864" y="4715635"/>
            <a:ext cx="743213" cy="804997"/>
          </a:xfrm>
          <a:custGeom>
            <a:rect b="b" l="l" r="r" t="t"/>
            <a:pathLst>
              <a:path extrusionOk="0" h="804997" w="743213">
                <a:moveTo>
                  <a:pt x="0" y="0"/>
                </a:moveTo>
                <a:lnTo>
                  <a:pt x="743213" y="0"/>
                </a:lnTo>
                <a:lnTo>
                  <a:pt x="743213" y="804997"/>
                </a:lnTo>
                <a:lnTo>
                  <a:pt x="0" y="804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291" l="-16090" r="-16830" t="-11419"/>
            </a:stretch>
          </a:blipFill>
          <a:ln>
            <a:noFill/>
          </a:ln>
        </p:spPr>
      </p:sp>
      <p:sp>
        <p:nvSpPr>
          <p:cNvPr id="2900" name="Google Shape;2900;p35"/>
          <p:cNvSpPr/>
          <p:nvPr/>
        </p:nvSpPr>
        <p:spPr>
          <a:xfrm>
            <a:off x="6873721" y="9529940"/>
            <a:ext cx="1354895" cy="466995"/>
          </a:xfrm>
          <a:custGeom>
            <a:rect b="b" l="l" r="r" t="t"/>
            <a:pathLst>
              <a:path extrusionOk="0" h="466995" w="1354895">
                <a:moveTo>
                  <a:pt x="0" y="0"/>
                </a:moveTo>
                <a:lnTo>
                  <a:pt x="1354895" y="0"/>
                </a:lnTo>
                <a:lnTo>
                  <a:pt x="1354895" y="466994"/>
                </a:lnTo>
                <a:lnTo>
                  <a:pt x="0" y="4669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01" name="Google Shape;2901;p35"/>
          <p:cNvSpPr/>
          <p:nvPr/>
        </p:nvSpPr>
        <p:spPr>
          <a:xfrm>
            <a:off x="8462186" y="9587767"/>
            <a:ext cx="1694380" cy="415653"/>
          </a:xfrm>
          <a:custGeom>
            <a:rect b="b" l="l" r="r" t="t"/>
            <a:pathLst>
              <a:path extrusionOk="0" h="415653" w="1694380">
                <a:moveTo>
                  <a:pt x="0" y="0"/>
                </a:moveTo>
                <a:lnTo>
                  <a:pt x="1694380" y="0"/>
                </a:lnTo>
                <a:lnTo>
                  <a:pt x="1694380" y="415652"/>
                </a:lnTo>
                <a:lnTo>
                  <a:pt x="0" y="4156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02" name="Google Shape;2902;p35"/>
          <p:cNvSpPr/>
          <p:nvPr/>
        </p:nvSpPr>
        <p:spPr>
          <a:xfrm>
            <a:off x="10317519" y="9477357"/>
            <a:ext cx="2368914" cy="614916"/>
          </a:xfrm>
          <a:custGeom>
            <a:rect b="b" l="l" r="r" t="t"/>
            <a:pathLst>
              <a:path extrusionOk="0" h="614916" w="2368914">
                <a:moveTo>
                  <a:pt x="0" y="0"/>
                </a:moveTo>
                <a:lnTo>
                  <a:pt x="2368913" y="0"/>
                </a:lnTo>
                <a:lnTo>
                  <a:pt x="2368913" y="614917"/>
                </a:lnTo>
                <a:lnTo>
                  <a:pt x="0" y="6149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03" name="Google Shape;2903;p35"/>
          <p:cNvSpPr/>
          <p:nvPr/>
        </p:nvSpPr>
        <p:spPr>
          <a:xfrm>
            <a:off x="5601568" y="9500406"/>
            <a:ext cx="1034028" cy="526062"/>
          </a:xfrm>
          <a:custGeom>
            <a:rect b="b" l="l" r="r" t="t"/>
            <a:pathLst>
              <a:path extrusionOk="0" h="526062" w="1034028">
                <a:moveTo>
                  <a:pt x="0" y="0"/>
                </a:moveTo>
                <a:lnTo>
                  <a:pt x="1034028" y="0"/>
                </a:lnTo>
                <a:lnTo>
                  <a:pt x="1034028" y="526062"/>
                </a:lnTo>
                <a:lnTo>
                  <a:pt x="0" y="526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04" name="Google Shape;2904;p35"/>
          <p:cNvSpPr txBox="1"/>
          <p:nvPr/>
        </p:nvSpPr>
        <p:spPr>
          <a:xfrm>
            <a:off x="4668025" y="2226775"/>
            <a:ext cx="122067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457200" lvl="0" marL="45720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3199">
              <a:solidFill>
                <a:schemeClr val="dk1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2905" name="Google Shape;2905;p35"/>
          <p:cNvSpPr txBox="1"/>
          <p:nvPr/>
        </p:nvSpPr>
        <p:spPr>
          <a:xfrm>
            <a:off x="1401000" y="2114650"/>
            <a:ext cx="14956500" cy="31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457200" lvl="0" marL="32004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4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       About the Hands-on tutorial</a:t>
            </a:r>
            <a:endParaRPr b="1" i="1" sz="4499">
              <a:solidFill>
                <a:schemeClr val="dk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457200" lvl="0" marL="22860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499">
              <a:solidFill>
                <a:schemeClr val="dk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44437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99"/>
              <a:buFont typeface="Barlow Condensed"/>
              <a:buAutoNum type="arabicPeriod"/>
            </a:pPr>
            <a:r>
              <a:rPr i="1" lang="en-US" sz="33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We will follow the tutorial </a:t>
            </a:r>
            <a:r>
              <a:rPr b="1" i="1" lang="en-US" sz="33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from the GitHub repository at </a:t>
            </a:r>
            <a:r>
              <a:rPr i="1" lang="en-US" sz="3399" u="sng">
                <a:solidFill>
                  <a:schemeClr val="hlink"/>
                </a:solidFill>
                <a:latin typeface="Barlow Condensed"/>
                <a:ea typeface="Barlow Condensed"/>
                <a:cs typeface="Barlow Condensed"/>
                <a:sym typeface="Barlow Condensed"/>
                <a:hlinkClick r:id="rId8"/>
              </a:rPr>
              <a:t>https://github.com/orviz/git-github-tutorial-master-datascience/blob/master/README.md</a:t>
            </a:r>
            <a:endParaRPr i="1" sz="3799">
              <a:solidFill>
                <a:schemeClr val="dk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69837" lvl="0" marL="457200" marR="0" rtl="0" algn="l">
              <a:lnSpc>
                <a:spcPct val="98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99"/>
              <a:buFont typeface="Barlow Condensed"/>
              <a:buAutoNum type="arabicPeriod"/>
            </a:pPr>
            <a:r>
              <a:rPr i="1" lang="en-US" sz="33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As student, you could copy/paste the commands</a:t>
            </a:r>
            <a:r>
              <a:rPr b="1" i="1" lang="en-US" sz="33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i="1" lang="en-US" sz="33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but</a:t>
            </a:r>
            <a:r>
              <a:rPr b="1" i="1" lang="en-US" sz="33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typing the git commands is recommended</a:t>
            </a:r>
            <a:r>
              <a:rPr i="1" lang="en-US" sz="3399">
                <a:solidFill>
                  <a:schemeClr val="dk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 as it builds muscle memory</a:t>
            </a:r>
            <a:endParaRPr i="1" sz="3399">
              <a:solidFill>
                <a:schemeClr val="dk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169"/>
        </a:solidFill>
      </p:bgPr>
    </p:bg>
    <p:spTree>
      <p:nvGrpSpPr>
        <p:cNvPr id="2909" name="Shape 2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10" name="Google Shape;2910;p36"/>
          <p:cNvGrpSpPr/>
          <p:nvPr/>
        </p:nvGrpSpPr>
        <p:grpSpPr>
          <a:xfrm>
            <a:off x="6663389" y="4151385"/>
            <a:ext cx="266517" cy="142975"/>
            <a:chOff x="63500" y="63500"/>
            <a:chExt cx="223012" cy="119634"/>
          </a:xfrm>
        </p:grpSpPr>
        <p:sp>
          <p:nvSpPr>
            <p:cNvPr id="2911" name="Google Shape;2911;p36"/>
            <p:cNvSpPr/>
            <p:nvPr/>
          </p:nvSpPr>
          <p:spPr>
            <a:xfrm>
              <a:off x="63500" y="63500"/>
              <a:ext cx="86995" cy="119634"/>
            </a:xfrm>
            <a:custGeom>
              <a:rect b="b" l="l" r="r" t="t"/>
              <a:pathLst>
                <a:path extrusionOk="0" h="119634" w="86995">
                  <a:moveTo>
                    <a:pt x="63500" y="59309"/>
                  </a:moveTo>
                  <a:lnTo>
                    <a:pt x="63246" y="42926"/>
                  </a:lnTo>
                  <a:cubicBezTo>
                    <a:pt x="61976" y="34417"/>
                    <a:pt x="60579" y="30861"/>
                    <a:pt x="58420" y="28321"/>
                  </a:cubicBezTo>
                  <a:lnTo>
                    <a:pt x="48514" y="20955"/>
                  </a:lnTo>
                  <a:lnTo>
                    <a:pt x="23368" y="20955"/>
                  </a:lnTo>
                  <a:lnTo>
                    <a:pt x="23368" y="98806"/>
                  </a:lnTo>
                  <a:lnTo>
                    <a:pt x="41021" y="98806"/>
                  </a:lnTo>
                  <a:cubicBezTo>
                    <a:pt x="48641" y="98806"/>
                    <a:pt x="54483" y="96393"/>
                    <a:pt x="58547" y="91440"/>
                  </a:cubicBezTo>
                  <a:lnTo>
                    <a:pt x="62103" y="85090"/>
                  </a:lnTo>
                  <a:cubicBezTo>
                    <a:pt x="63373" y="76073"/>
                    <a:pt x="63627" y="69088"/>
                    <a:pt x="63627" y="59309"/>
                  </a:cubicBezTo>
                  <a:moveTo>
                    <a:pt x="86995" y="59309"/>
                  </a:moveTo>
                  <a:cubicBezTo>
                    <a:pt x="86995" y="72644"/>
                    <a:pt x="86614" y="81407"/>
                    <a:pt x="85979" y="85471"/>
                  </a:cubicBezTo>
                  <a:lnTo>
                    <a:pt x="80899" y="102235"/>
                  </a:lnTo>
                  <a:cubicBezTo>
                    <a:pt x="67310" y="115824"/>
                    <a:pt x="56769" y="119634"/>
                    <a:pt x="43434" y="119634"/>
                  </a:cubicBezTo>
                  <a:lnTo>
                    <a:pt x="0" y="119634"/>
                  </a:lnTo>
                  <a:lnTo>
                    <a:pt x="0" y="0"/>
                  </a:lnTo>
                  <a:lnTo>
                    <a:pt x="43180" y="0"/>
                  </a:lnTo>
                  <a:cubicBezTo>
                    <a:pt x="56642" y="0"/>
                    <a:pt x="67183" y="3810"/>
                    <a:pt x="74803" y="11430"/>
                  </a:cubicBezTo>
                  <a:lnTo>
                    <a:pt x="84455" y="24765"/>
                  </a:lnTo>
                  <a:cubicBezTo>
                    <a:pt x="86614" y="37592"/>
                    <a:pt x="86868" y="46228"/>
                    <a:pt x="86868" y="5930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2" name="Google Shape;2912;p36"/>
            <p:cNvSpPr/>
            <p:nvPr/>
          </p:nvSpPr>
          <p:spPr>
            <a:xfrm>
              <a:off x="207772" y="63500"/>
              <a:ext cx="78740" cy="119507"/>
            </a:xfrm>
            <a:custGeom>
              <a:rect b="b" l="l" r="r" t="t"/>
              <a:pathLst>
                <a:path extrusionOk="0" h="119507" w="78740">
                  <a:moveTo>
                    <a:pt x="78740" y="119507"/>
                  </a:moveTo>
                  <a:lnTo>
                    <a:pt x="0" y="119507"/>
                  </a:lnTo>
                  <a:lnTo>
                    <a:pt x="0" y="0"/>
                  </a:lnTo>
                  <a:lnTo>
                    <a:pt x="78740" y="0"/>
                  </a:lnTo>
                  <a:lnTo>
                    <a:pt x="78740" y="20828"/>
                  </a:lnTo>
                  <a:lnTo>
                    <a:pt x="23241" y="20828"/>
                  </a:lnTo>
                  <a:lnTo>
                    <a:pt x="23241" y="48895"/>
                  </a:lnTo>
                  <a:lnTo>
                    <a:pt x="70485" y="48895"/>
                  </a:lnTo>
                  <a:lnTo>
                    <a:pt x="70485" y="69723"/>
                  </a:lnTo>
                  <a:lnTo>
                    <a:pt x="23241" y="69723"/>
                  </a:lnTo>
                  <a:lnTo>
                    <a:pt x="23241" y="98806"/>
                  </a:lnTo>
                  <a:lnTo>
                    <a:pt x="78613" y="988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2913" name="Google Shape;2913;p36"/>
          <p:cNvGrpSpPr/>
          <p:nvPr/>
        </p:nvGrpSpPr>
        <p:grpSpPr>
          <a:xfrm>
            <a:off x="7083931" y="4150188"/>
            <a:ext cx="256353" cy="145248"/>
            <a:chOff x="63500" y="63500"/>
            <a:chExt cx="214503" cy="121539"/>
          </a:xfrm>
        </p:grpSpPr>
        <p:sp>
          <p:nvSpPr>
            <p:cNvPr id="2914" name="Google Shape;2914;p36"/>
            <p:cNvSpPr/>
            <p:nvPr/>
          </p:nvSpPr>
          <p:spPr>
            <a:xfrm>
              <a:off x="63500" y="64516"/>
              <a:ext cx="77597" cy="119507"/>
            </a:xfrm>
            <a:custGeom>
              <a:rect b="b" l="l" r="r" t="t"/>
              <a:pathLst>
                <a:path extrusionOk="0" h="119507" w="77597">
                  <a:moveTo>
                    <a:pt x="77597" y="119507"/>
                  </a:moveTo>
                  <a:lnTo>
                    <a:pt x="0" y="119507"/>
                  </a:lnTo>
                  <a:lnTo>
                    <a:pt x="0" y="0"/>
                  </a:lnTo>
                  <a:lnTo>
                    <a:pt x="23368" y="0"/>
                  </a:lnTo>
                  <a:lnTo>
                    <a:pt x="23368" y="98679"/>
                  </a:lnTo>
                  <a:lnTo>
                    <a:pt x="77597" y="986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915" name="Google Shape;2915;p36"/>
            <p:cNvSpPr/>
            <p:nvPr/>
          </p:nvSpPr>
          <p:spPr>
            <a:xfrm>
              <a:off x="189611" y="63500"/>
              <a:ext cx="88392" cy="121539"/>
            </a:xfrm>
            <a:custGeom>
              <a:rect b="b" l="l" r="r" t="t"/>
              <a:pathLst>
                <a:path extrusionOk="0" h="121539" w="88392">
                  <a:moveTo>
                    <a:pt x="64897" y="60833"/>
                  </a:moveTo>
                  <a:lnTo>
                    <a:pt x="64897" y="45720"/>
                  </a:lnTo>
                  <a:cubicBezTo>
                    <a:pt x="64008" y="35941"/>
                    <a:pt x="62103" y="30480"/>
                    <a:pt x="59182" y="27178"/>
                  </a:cubicBezTo>
                  <a:lnTo>
                    <a:pt x="50419" y="20828"/>
                  </a:lnTo>
                  <a:cubicBezTo>
                    <a:pt x="37973" y="20828"/>
                    <a:pt x="33020" y="22987"/>
                    <a:pt x="29210" y="27178"/>
                  </a:cubicBezTo>
                  <a:lnTo>
                    <a:pt x="24511" y="35941"/>
                  </a:lnTo>
                  <a:cubicBezTo>
                    <a:pt x="23622" y="45339"/>
                    <a:pt x="23495" y="51181"/>
                    <a:pt x="23495" y="60833"/>
                  </a:cubicBezTo>
                  <a:lnTo>
                    <a:pt x="23368" y="76200"/>
                  </a:lnTo>
                  <a:cubicBezTo>
                    <a:pt x="24257" y="85598"/>
                    <a:pt x="26035" y="90932"/>
                    <a:pt x="28956" y="94361"/>
                  </a:cubicBezTo>
                  <a:lnTo>
                    <a:pt x="37846" y="100711"/>
                  </a:lnTo>
                  <a:cubicBezTo>
                    <a:pt x="51054" y="100711"/>
                    <a:pt x="56515" y="98044"/>
                    <a:pt x="60452" y="92710"/>
                  </a:cubicBezTo>
                  <a:cubicBezTo>
                    <a:pt x="63500" y="88519"/>
                    <a:pt x="65024" y="77978"/>
                    <a:pt x="65024" y="60833"/>
                  </a:cubicBezTo>
                  <a:moveTo>
                    <a:pt x="88392" y="60833"/>
                  </a:moveTo>
                  <a:cubicBezTo>
                    <a:pt x="88392" y="73787"/>
                    <a:pt x="87884" y="82804"/>
                    <a:pt x="86868" y="87884"/>
                  </a:cubicBezTo>
                  <a:lnTo>
                    <a:pt x="81915" y="102997"/>
                  </a:lnTo>
                  <a:cubicBezTo>
                    <a:pt x="67691" y="117221"/>
                    <a:pt x="56896" y="121539"/>
                    <a:pt x="44196" y="121539"/>
                  </a:cubicBezTo>
                  <a:cubicBezTo>
                    <a:pt x="31369" y="121539"/>
                    <a:pt x="20574" y="117221"/>
                    <a:pt x="11811" y="108458"/>
                  </a:cubicBezTo>
                  <a:lnTo>
                    <a:pt x="2921" y="96266"/>
                  </a:lnTo>
                  <a:cubicBezTo>
                    <a:pt x="508" y="82931"/>
                    <a:pt x="0" y="73914"/>
                    <a:pt x="0" y="60833"/>
                  </a:cubicBezTo>
                  <a:cubicBezTo>
                    <a:pt x="0" y="47752"/>
                    <a:pt x="381" y="38735"/>
                    <a:pt x="1397" y="33782"/>
                  </a:cubicBezTo>
                  <a:lnTo>
                    <a:pt x="6477" y="18542"/>
                  </a:lnTo>
                  <a:cubicBezTo>
                    <a:pt x="20447" y="4318"/>
                    <a:pt x="31242" y="0"/>
                    <a:pt x="44196" y="0"/>
                  </a:cubicBezTo>
                  <a:cubicBezTo>
                    <a:pt x="56896" y="0"/>
                    <a:pt x="67691" y="4318"/>
                    <a:pt x="76454" y="13081"/>
                  </a:cubicBezTo>
                  <a:lnTo>
                    <a:pt x="85344" y="25400"/>
                  </a:lnTo>
                  <a:cubicBezTo>
                    <a:pt x="87757" y="38735"/>
                    <a:pt x="88265" y="47752"/>
                    <a:pt x="88265" y="607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16" name="Google Shape;2916;p36"/>
          <p:cNvGrpSpPr/>
          <p:nvPr/>
        </p:nvGrpSpPr>
        <p:grpSpPr>
          <a:xfrm>
            <a:off x="7495446" y="4103426"/>
            <a:ext cx="463530" cy="192146"/>
            <a:chOff x="63500" y="63500"/>
            <a:chExt cx="387858" cy="160782"/>
          </a:xfrm>
        </p:grpSpPr>
        <p:sp>
          <p:nvSpPr>
            <p:cNvPr id="2917" name="Google Shape;2917;p36"/>
            <p:cNvSpPr/>
            <p:nvPr/>
          </p:nvSpPr>
          <p:spPr>
            <a:xfrm>
              <a:off x="63500" y="103632"/>
              <a:ext cx="108331" cy="119634"/>
            </a:xfrm>
            <a:custGeom>
              <a:rect b="b" l="l" r="r" t="t"/>
              <a:pathLst>
                <a:path extrusionOk="0" h="119634" w="108331">
                  <a:moveTo>
                    <a:pt x="108331" y="119507"/>
                  </a:moveTo>
                  <a:lnTo>
                    <a:pt x="84963" y="119507"/>
                  </a:lnTo>
                  <a:lnTo>
                    <a:pt x="84963" y="49911"/>
                  </a:lnTo>
                  <a:lnTo>
                    <a:pt x="62103" y="95250"/>
                  </a:lnTo>
                  <a:lnTo>
                    <a:pt x="46355" y="95250"/>
                  </a:lnTo>
                  <a:lnTo>
                    <a:pt x="23368" y="49911"/>
                  </a:lnTo>
                  <a:lnTo>
                    <a:pt x="23368" y="119634"/>
                  </a:lnTo>
                  <a:lnTo>
                    <a:pt x="0" y="119634"/>
                  </a:lnTo>
                  <a:lnTo>
                    <a:pt x="0" y="0"/>
                  </a:lnTo>
                  <a:lnTo>
                    <a:pt x="22860" y="0"/>
                  </a:lnTo>
                  <a:lnTo>
                    <a:pt x="53975" y="64643"/>
                  </a:lnTo>
                  <a:lnTo>
                    <a:pt x="84963" y="0"/>
                  </a:lnTo>
                  <a:lnTo>
                    <a:pt x="1083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918" name="Google Shape;2918;p36"/>
            <p:cNvSpPr/>
            <p:nvPr/>
          </p:nvSpPr>
          <p:spPr>
            <a:xfrm>
              <a:off x="220091" y="63500"/>
              <a:ext cx="105537" cy="159639"/>
            </a:xfrm>
            <a:custGeom>
              <a:rect b="b" l="l" r="r" t="t"/>
              <a:pathLst>
                <a:path extrusionOk="0" h="159639" w="105537">
                  <a:moveTo>
                    <a:pt x="76962" y="0"/>
                  </a:moveTo>
                  <a:lnTo>
                    <a:pt x="57785" y="28575"/>
                  </a:lnTo>
                  <a:lnTo>
                    <a:pt x="43180" y="28575"/>
                  </a:lnTo>
                  <a:lnTo>
                    <a:pt x="53975" y="0"/>
                  </a:lnTo>
                  <a:close/>
                  <a:moveTo>
                    <a:pt x="67945" y="118872"/>
                  </a:moveTo>
                  <a:lnTo>
                    <a:pt x="53340" y="75438"/>
                  </a:lnTo>
                  <a:lnTo>
                    <a:pt x="38227" y="118872"/>
                  </a:lnTo>
                  <a:close/>
                  <a:moveTo>
                    <a:pt x="105537" y="159639"/>
                  </a:moveTo>
                  <a:lnTo>
                    <a:pt x="81153" y="159639"/>
                  </a:lnTo>
                  <a:lnTo>
                    <a:pt x="74041" y="138430"/>
                  </a:lnTo>
                  <a:lnTo>
                    <a:pt x="31623" y="138430"/>
                  </a:lnTo>
                  <a:lnTo>
                    <a:pt x="24384" y="159639"/>
                  </a:lnTo>
                  <a:lnTo>
                    <a:pt x="0" y="159639"/>
                  </a:lnTo>
                  <a:lnTo>
                    <a:pt x="43434" y="40132"/>
                  </a:lnTo>
                  <a:lnTo>
                    <a:pt x="61849" y="401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919" name="Google Shape;2919;p36"/>
            <p:cNvSpPr/>
            <p:nvPr/>
          </p:nvSpPr>
          <p:spPr>
            <a:xfrm>
              <a:off x="363347" y="102743"/>
              <a:ext cx="88011" cy="121539"/>
            </a:xfrm>
            <a:custGeom>
              <a:rect b="b" l="l" r="r" t="t"/>
              <a:pathLst>
                <a:path extrusionOk="0" h="121539" w="88011">
                  <a:moveTo>
                    <a:pt x="88011" y="85217"/>
                  </a:moveTo>
                  <a:cubicBezTo>
                    <a:pt x="88011" y="96520"/>
                    <a:pt x="83820" y="105410"/>
                    <a:pt x="75438" y="111887"/>
                  </a:cubicBezTo>
                  <a:cubicBezTo>
                    <a:pt x="67056" y="118364"/>
                    <a:pt x="56515" y="121539"/>
                    <a:pt x="43688" y="121539"/>
                  </a:cubicBezTo>
                  <a:cubicBezTo>
                    <a:pt x="25019" y="121539"/>
                    <a:pt x="10414" y="116332"/>
                    <a:pt x="0" y="105791"/>
                  </a:cubicBezTo>
                  <a:lnTo>
                    <a:pt x="15113" y="90678"/>
                  </a:lnTo>
                  <a:cubicBezTo>
                    <a:pt x="21844" y="97409"/>
                    <a:pt x="31496" y="100711"/>
                    <a:pt x="43942" y="100711"/>
                  </a:cubicBezTo>
                  <a:cubicBezTo>
                    <a:pt x="58039" y="100711"/>
                    <a:pt x="65151" y="95758"/>
                    <a:pt x="65151" y="85979"/>
                  </a:cubicBezTo>
                  <a:lnTo>
                    <a:pt x="64008" y="78232"/>
                  </a:lnTo>
                  <a:lnTo>
                    <a:pt x="55753" y="72390"/>
                  </a:lnTo>
                  <a:lnTo>
                    <a:pt x="36449" y="69723"/>
                  </a:lnTo>
                  <a:cubicBezTo>
                    <a:pt x="15240" y="66802"/>
                    <a:pt x="4699" y="55626"/>
                    <a:pt x="4699" y="36322"/>
                  </a:cubicBezTo>
                  <a:cubicBezTo>
                    <a:pt x="4699" y="25527"/>
                    <a:pt x="8382" y="16764"/>
                    <a:pt x="16002" y="10033"/>
                  </a:cubicBezTo>
                  <a:cubicBezTo>
                    <a:pt x="23622" y="3302"/>
                    <a:pt x="33655" y="0"/>
                    <a:pt x="46355" y="0"/>
                  </a:cubicBezTo>
                  <a:cubicBezTo>
                    <a:pt x="62484" y="0"/>
                    <a:pt x="75311" y="4572"/>
                    <a:pt x="84963" y="13970"/>
                  </a:cubicBezTo>
                  <a:lnTo>
                    <a:pt x="70231" y="28575"/>
                  </a:lnTo>
                  <a:cubicBezTo>
                    <a:pt x="64516" y="23114"/>
                    <a:pt x="56388" y="20320"/>
                    <a:pt x="45720" y="20320"/>
                  </a:cubicBezTo>
                  <a:lnTo>
                    <a:pt x="35179" y="21717"/>
                  </a:lnTo>
                  <a:lnTo>
                    <a:pt x="27178" y="30988"/>
                  </a:lnTo>
                  <a:lnTo>
                    <a:pt x="28448" y="41783"/>
                  </a:lnTo>
                  <a:lnTo>
                    <a:pt x="37084" y="48006"/>
                  </a:lnTo>
                  <a:lnTo>
                    <a:pt x="55880" y="50673"/>
                  </a:lnTo>
                  <a:cubicBezTo>
                    <a:pt x="66040" y="52070"/>
                    <a:pt x="73660" y="55245"/>
                    <a:pt x="78740" y="59944"/>
                  </a:cubicBezTo>
                  <a:cubicBezTo>
                    <a:pt x="84836" y="65786"/>
                    <a:pt x="88011" y="74168"/>
                    <a:pt x="88011" y="8534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20" name="Google Shape;2920;p36"/>
          <p:cNvGrpSpPr/>
          <p:nvPr/>
        </p:nvGrpSpPr>
        <p:grpSpPr>
          <a:xfrm>
            <a:off x="8111800" y="4109651"/>
            <a:ext cx="1782618" cy="190930"/>
            <a:chOff x="63500" y="63500"/>
            <a:chExt cx="1491615" cy="159766"/>
          </a:xfrm>
        </p:grpSpPr>
        <p:sp>
          <p:nvSpPr>
            <p:cNvPr id="2921" name="Google Shape;2921;p36"/>
            <p:cNvSpPr/>
            <p:nvPr/>
          </p:nvSpPr>
          <p:spPr>
            <a:xfrm>
              <a:off x="63500" y="98425"/>
              <a:ext cx="85852" cy="119380"/>
            </a:xfrm>
            <a:custGeom>
              <a:rect b="b" l="l" r="r" t="t"/>
              <a:pathLst>
                <a:path extrusionOk="0" h="119380" w="85852">
                  <a:moveTo>
                    <a:pt x="62484" y="37211"/>
                  </a:moveTo>
                  <a:lnTo>
                    <a:pt x="60960" y="28321"/>
                  </a:lnTo>
                  <a:lnTo>
                    <a:pt x="50546" y="20701"/>
                  </a:lnTo>
                  <a:lnTo>
                    <a:pt x="23368" y="20701"/>
                  </a:lnTo>
                  <a:lnTo>
                    <a:pt x="23368" y="53467"/>
                  </a:lnTo>
                  <a:lnTo>
                    <a:pt x="45212" y="53467"/>
                  </a:lnTo>
                  <a:cubicBezTo>
                    <a:pt x="50419" y="53467"/>
                    <a:pt x="54610" y="51943"/>
                    <a:pt x="57785" y="49022"/>
                  </a:cubicBezTo>
                  <a:lnTo>
                    <a:pt x="62484" y="42164"/>
                  </a:lnTo>
                  <a:moveTo>
                    <a:pt x="85852" y="37211"/>
                  </a:moveTo>
                  <a:cubicBezTo>
                    <a:pt x="85852" y="47752"/>
                    <a:pt x="82423" y="56515"/>
                    <a:pt x="75438" y="63373"/>
                  </a:cubicBezTo>
                  <a:cubicBezTo>
                    <a:pt x="68072" y="70739"/>
                    <a:pt x="58420" y="74422"/>
                    <a:pt x="46355" y="74422"/>
                  </a:cubicBezTo>
                  <a:lnTo>
                    <a:pt x="23368" y="74422"/>
                  </a:lnTo>
                  <a:lnTo>
                    <a:pt x="23368" y="119380"/>
                  </a:lnTo>
                  <a:lnTo>
                    <a:pt x="0" y="119380"/>
                  </a:lnTo>
                  <a:lnTo>
                    <a:pt x="0" y="0"/>
                  </a:lnTo>
                  <a:lnTo>
                    <a:pt x="46355" y="0"/>
                  </a:lnTo>
                  <a:cubicBezTo>
                    <a:pt x="58293" y="0"/>
                    <a:pt x="68072" y="3683"/>
                    <a:pt x="75438" y="11049"/>
                  </a:cubicBezTo>
                  <a:cubicBezTo>
                    <a:pt x="82423" y="18034"/>
                    <a:pt x="85852" y="26670"/>
                    <a:pt x="85852" y="372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2" name="Google Shape;2922;p36"/>
            <p:cNvSpPr/>
            <p:nvPr/>
          </p:nvSpPr>
          <p:spPr>
            <a:xfrm>
              <a:off x="202565" y="98425"/>
              <a:ext cx="78740" cy="119507"/>
            </a:xfrm>
            <a:custGeom>
              <a:rect b="b" l="l" r="r" t="t"/>
              <a:pathLst>
                <a:path extrusionOk="0" h="119507" w="78740">
                  <a:moveTo>
                    <a:pt x="78740" y="119507"/>
                  </a:moveTo>
                  <a:lnTo>
                    <a:pt x="0" y="119507"/>
                  </a:lnTo>
                  <a:lnTo>
                    <a:pt x="0" y="0"/>
                  </a:lnTo>
                  <a:lnTo>
                    <a:pt x="78740" y="0"/>
                  </a:lnTo>
                  <a:lnTo>
                    <a:pt x="78740" y="20828"/>
                  </a:lnTo>
                  <a:lnTo>
                    <a:pt x="23241" y="20828"/>
                  </a:lnTo>
                  <a:lnTo>
                    <a:pt x="23241" y="48895"/>
                  </a:lnTo>
                  <a:lnTo>
                    <a:pt x="70485" y="48895"/>
                  </a:lnTo>
                  <a:lnTo>
                    <a:pt x="70485" y="69723"/>
                  </a:lnTo>
                  <a:lnTo>
                    <a:pt x="23241" y="69723"/>
                  </a:lnTo>
                  <a:lnTo>
                    <a:pt x="23241" y="98806"/>
                  </a:lnTo>
                  <a:lnTo>
                    <a:pt x="78613" y="988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923" name="Google Shape;2923;p36"/>
            <p:cNvSpPr/>
            <p:nvPr/>
          </p:nvSpPr>
          <p:spPr>
            <a:xfrm>
              <a:off x="333883" y="97790"/>
              <a:ext cx="91059" cy="125476"/>
            </a:xfrm>
            <a:custGeom>
              <a:rect b="b" l="l" r="r" t="t"/>
              <a:pathLst>
                <a:path extrusionOk="0" h="125476" w="91059">
                  <a:moveTo>
                    <a:pt x="64770" y="60452"/>
                  </a:moveTo>
                  <a:lnTo>
                    <a:pt x="64643" y="45466"/>
                  </a:lnTo>
                  <a:cubicBezTo>
                    <a:pt x="63754" y="35687"/>
                    <a:pt x="61849" y="30226"/>
                    <a:pt x="58928" y="26924"/>
                  </a:cubicBezTo>
                  <a:lnTo>
                    <a:pt x="50165" y="20574"/>
                  </a:lnTo>
                  <a:cubicBezTo>
                    <a:pt x="37719" y="20574"/>
                    <a:pt x="32766" y="22733"/>
                    <a:pt x="28956" y="26924"/>
                  </a:cubicBezTo>
                  <a:lnTo>
                    <a:pt x="24257" y="35687"/>
                  </a:lnTo>
                  <a:cubicBezTo>
                    <a:pt x="23368" y="45085"/>
                    <a:pt x="23241" y="50927"/>
                    <a:pt x="23241" y="60579"/>
                  </a:cubicBezTo>
                  <a:lnTo>
                    <a:pt x="23368" y="76073"/>
                  </a:lnTo>
                  <a:cubicBezTo>
                    <a:pt x="24257" y="85471"/>
                    <a:pt x="26035" y="90805"/>
                    <a:pt x="28956" y="94234"/>
                  </a:cubicBezTo>
                  <a:lnTo>
                    <a:pt x="37846" y="100584"/>
                  </a:lnTo>
                  <a:lnTo>
                    <a:pt x="49657" y="99822"/>
                  </a:lnTo>
                  <a:lnTo>
                    <a:pt x="41402" y="88138"/>
                  </a:lnTo>
                  <a:lnTo>
                    <a:pt x="53848" y="75946"/>
                  </a:lnTo>
                  <a:lnTo>
                    <a:pt x="62738" y="84836"/>
                  </a:lnTo>
                  <a:lnTo>
                    <a:pt x="64897" y="72644"/>
                  </a:lnTo>
                  <a:moveTo>
                    <a:pt x="91059" y="113157"/>
                  </a:moveTo>
                  <a:lnTo>
                    <a:pt x="78867" y="125476"/>
                  </a:lnTo>
                  <a:lnTo>
                    <a:pt x="68326" y="114935"/>
                  </a:lnTo>
                  <a:cubicBezTo>
                    <a:pt x="61595" y="119253"/>
                    <a:pt x="53594" y="121412"/>
                    <a:pt x="44196" y="121412"/>
                  </a:cubicBezTo>
                  <a:cubicBezTo>
                    <a:pt x="31369" y="121412"/>
                    <a:pt x="20574" y="117094"/>
                    <a:pt x="11811" y="108331"/>
                  </a:cubicBezTo>
                  <a:lnTo>
                    <a:pt x="2921" y="96139"/>
                  </a:lnTo>
                  <a:cubicBezTo>
                    <a:pt x="508" y="82804"/>
                    <a:pt x="0" y="73787"/>
                    <a:pt x="0" y="60706"/>
                  </a:cubicBezTo>
                  <a:cubicBezTo>
                    <a:pt x="0" y="47625"/>
                    <a:pt x="508" y="38608"/>
                    <a:pt x="1397" y="33655"/>
                  </a:cubicBezTo>
                  <a:lnTo>
                    <a:pt x="6477" y="18415"/>
                  </a:lnTo>
                  <a:cubicBezTo>
                    <a:pt x="20574" y="4318"/>
                    <a:pt x="31369" y="0"/>
                    <a:pt x="44196" y="0"/>
                  </a:cubicBezTo>
                  <a:cubicBezTo>
                    <a:pt x="57023" y="0"/>
                    <a:pt x="67691" y="4318"/>
                    <a:pt x="76454" y="13081"/>
                  </a:cubicBezTo>
                  <a:lnTo>
                    <a:pt x="85471" y="25400"/>
                  </a:lnTo>
                  <a:cubicBezTo>
                    <a:pt x="87884" y="38735"/>
                    <a:pt x="88392" y="47752"/>
                    <a:pt x="88392" y="60706"/>
                  </a:cubicBezTo>
                  <a:lnTo>
                    <a:pt x="88138" y="80010"/>
                  </a:lnTo>
                  <a:cubicBezTo>
                    <a:pt x="86614" y="91821"/>
                    <a:pt x="84328" y="98044"/>
                    <a:pt x="81026" y="1029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4" name="Google Shape;2924;p36"/>
            <p:cNvSpPr/>
            <p:nvPr/>
          </p:nvSpPr>
          <p:spPr>
            <a:xfrm>
              <a:off x="477393" y="98425"/>
              <a:ext cx="88011" cy="120650"/>
            </a:xfrm>
            <a:custGeom>
              <a:rect b="b" l="l" r="r" t="t"/>
              <a:pathLst>
                <a:path extrusionOk="0" h="120650" w="88011">
                  <a:moveTo>
                    <a:pt x="87884" y="78613"/>
                  </a:moveTo>
                  <a:cubicBezTo>
                    <a:pt x="87884" y="91059"/>
                    <a:pt x="83693" y="101092"/>
                    <a:pt x="75311" y="108966"/>
                  </a:cubicBezTo>
                  <a:cubicBezTo>
                    <a:pt x="66929" y="116840"/>
                    <a:pt x="56388" y="120650"/>
                    <a:pt x="43942" y="120650"/>
                  </a:cubicBezTo>
                  <a:cubicBezTo>
                    <a:pt x="31496" y="120650"/>
                    <a:pt x="20955" y="116713"/>
                    <a:pt x="12573" y="108966"/>
                  </a:cubicBezTo>
                  <a:cubicBezTo>
                    <a:pt x="4191" y="101219"/>
                    <a:pt x="0" y="91059"/>
                    <a:pt x="0" y="78613"/>
                  </a:cubicBezTo>
                  <a:lnTo>
                    <a:pt x="0" y="0"/>
                  </a:lnTo>
                  <a:lnTo>
                    <a:pt x="23368" y="0"/>
                  </a:lnTo>
                  <a:lnTo>
                    <a:pt x="23368" y="77724"/>
                  </a:lnTo>
                  <a:cubicBezTo>
                    <a:pt x="23368" y="84582"/>
                    <a:pt x="25273" y="89916"/>
                    <a:pt x="28956" y="93853"/>
                  </a:cubicBezTo>
                  <a:lnTo>
                    <a:pt x="37719" y="99695"/>
                  </a:lnTo>
                  <a:cubicBezTo>
                    <a:pt x="50546" y="99695"/>
                    <a:pt x="55499" y="97790"/>
                    <a:pt x="59309" y="93853"/>
                  </a:cubicBezTo>
                  <a:lnTo>
                    <a:pt x="64897" y="84582"/>
                  </a:lnTo>
                  <a:lnTo>
                    <a:pt x="64897" y="0"/>
                  </a:lnTo>
                  <a:lnTo>
                    <a:pt x="880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5" name="Google Shape;2925;p36"/>
            <p:cNvSpPr/>
            <p:nvPr/>
          </p:nvSpPr>
          <p:spPr>
            <a:xfrm>
              <a:off x="624967" y="98425"/>
              <a:ext cx="78740" cy="119507"/>
            </a:xfrm>
            <a:custGeom>
              <a:rect b="b" l="l" r="r" t="t"/>
              <a:pathLst>
                <a:path extrusionOk="0" h="119507" w="78740">
                  <a:moveTo>
                    <a:pt x="78740" y="119507"/>
                  </a:moveTo>
                  <a:lnTo>
                    <a:pt x="0" y="119507"/>
                  </a:lnTo>
                  <a:lnTo>
                    <a:pt x="0" y="0"/>
                  </a:lnTo>
                  <a:lnTo>
                    <a:pt x="78740" y="0"/>
                  </a:lnTo>
                  <a:lnTo>
                    <a:pt x="78740" y="20828"/>
                  </a:lnTo>
                  <a:lnTo>
                    <a:pt x="23241" y="20828"/>
                  </a:lnTo>
                  <a:lnTo>
                    <a:pt x="23241" y="48895"/>
                  </a:lnTo>
                  <a:lnTo>
                    <a:pt x="70485" y="48895"/>
                  </a:lnTo>
                  <a:lnTo>
                    <a:pt x="70485" y="69723"/>
                  </a:lnTo>
                  <a:lnTo>
                    <a:pt x="23241" y="69723"/>
                  </a:lnTo>
                  <a:lnTo>
                    <a:pt x="23241" y="98806"/>
                  </a:lnTo>
                  <a:lnTo>
                    <a:pt x="78613" y="988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926" name="Google Shape;2926;p36"/>
            <p:cNvSpPr/>
            <p:nvPr/>
          </p:nvSpPr>
          <p:spPr>
            <a:xfrm>
              <a:off x="760095" y="63500"/>
              <a:ext cx="91567" cy="154432"/>
            </a:xfrm>
            <a:custGeom>
              <a:rect b="b" l="l" r="r" t="t"/>
              <a:pathLst>
                <a:path extrusionOk="0" h="154432" w="91567">
                  <a:moveTo>
                    <a:pt x="76073" y="11557"/>
                  </a:moveTo>
                  <a:lnTo>
                    <a:pt x="63119" y="21463"/>
                  </a:lnTo>
                  <a:cubicBezTo>
                    <a:pt x="52959" y="21463"/>
                    <a:pt x="48641" y="20193"/>
                    <a:pt x="44196" y="17653"/>
                  </a:cubicBezTo>
                  <a:lnTo>
                    <a:pt x="37592" y="14605"/>
                  </a:lnTo>
                  <a:lnTo>
                    <a:pt x="28194" y="16256"/>
                  </a:lnTo>
                  <a:lnTo>
                    <a:pt x="15494" y="9906"/>
                  </a:lnTo>
                  <a:lnTo>
                    <a:pt x="28321" y="0"/>
                  </a:lnTo>
                  <a:cubicBezTo>
                    <a:pt x="38608" y="0"/>
                    <a:pt x="42926" y="1270"/>
                    <a:pt x="47244" y="3810"/>
                  </a:cubicBezTo>
                  <a:lnTo>
                    <a:pt x="53721" y="6858"/>
                  </a:lnTo>
                  <a:lnTo>
                    <a:pt x="63119" y="5207"/>
                  </a:lnTo>
                  <a:close/>
                  <a:moveTo>
                    <a:pt x="91567" y="154432"/>
                  </a:moveTo>
                  <a:lnTo>
                    <a:pt x="70612" y="154432"/>
                  </a:lnTo>
                  <a:lnTo>
                    <a:pt x="23241" y="81026"/>
                  </a:lnTo>
                  <a:lnTo>
                    <a:pt x="23241" y="154432"/>
                  </a:lnTo>
                  <a:lnTo>
                    <a:pt x="0" y="154432"/>
                  </a:lnTo>
                  <a:lnTo>
                    <a:pt x="0" y="34925"/>
                  </a:lnTo>
                  <a:lnTo>
                    <a:pt x="20828" y="34925"/>
                  </a:lnTo>
                  <a:lnTo>
                    <a:pt x="68199" y="108077"/>
                  </a:lnTo>
                  <a:lnTo>
                    <a:pt x="68199" y="34925"/>
                  </a:lnTo>
                  <a:lnTo>
                    <a:pt x="91567" y="3492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7" name="Google Shape;2927;p36"/>
            <p:cNvSpPr/>
            <p:nvPr/>
          </p:nvSpPr>
          <p:spPr>
            <a:xfrm>
              <a:off x="909193" y="97790"/>
              <a:ext cx="88392" cy="121412"/>
            </a:xfrm>
            <a:custGeom>
              <a:rect b="b" l="l" r="r" t="t"/>
              <a:pathLst>
                <a:path extrusionOk="0" h="121412" w="88392">
                  <a:moveTo>
                    <a:pt x="64770" y="60452"/>
                  </a:moveTo>
                  <a:lnTo>
                    <a:pt x="64643" y="45466"/>
                  </a:lnTo>
                  <a:cubicBezTo>
                    <a:pt x="63754" y="35687"/>
                    <a:pt x="61849" y="30226"/>
                    <a:pt x="58928" y="26924"/>
                  </a:cubicBezTo>
                  <a:lnTo>
                    <a:pt x="50165" y="20574"/>
                  </a:lnTo>
                  <a:cubicBezTo>
                    <a:pt x="37719" y="20574"/>
                    <a:pt x="32766" y="22733"/>
                    <a:pt x="28956" y="26924"/>
                  </a:cubicBezTo>
                  <a:lnTo>
                    <a:pt x="24257" y="35687"/>
                  </a:lnTo>
                  <a:cubicBezTo>
                    <a:pt x="23368" y="45085"/>
                    <a:pt x="23241" y="50927"/>
                    <a:pt x="23241" y="60579"/>
                  </a:cubicBezTo>
                  <a:lnTo>
                    <a:pt x="23368" y="76073"/>
                  </a:lnTo>
                  <a:cubicBezTo>
                    <a:pt x="24257" y="85471"/>
                    <a:pt x="26035" y="90805"/>
                    <a:pt x="28956" y="94234"/>
                  </a:cubicBezTo>
                  <a:lnTo>
                    <a:pt x="37846" y="100584"/>
                  </a:lnTo>
                  <a:cubicBezTo>
                    <a:pt x="51054" y="100584"/>
                    <a:pt x="56515" y="97917"/>
                    <a:pt x="60452" y="92583"/>
                  </a:cubicBezTo>
                  <a:cubicBezTo>
                    <a:pt x="63500" y="88392"/>
                    <a:pt x="65024" y="77851"/>
                    <a:pt x="65024" y="60706"/>
                  </a:cubicBezTo>
                  <a:moveTo>
                    <a:pt x="88392" y="60706"/>
                  </a:moveTo>
                  <a:cubicBezTo>
                    <a:pt x="88392" y="73660"/>
                    <a:pt x="87884" y="82677"/>
                    <a:pt x="86868" y="87757"/>
                  </a:cubicBezTo>
                  <a:lnTo>
                    <a:pt x="81915" y="102870"/>
                  </a:lnTo>
                  <a:cubicBezTo>
                    <a:pt x="67691" y="117094"/>
                    <a:pt x="56896" y="121412"/>
                    <a:pt x="44196" y="121412"/>
                  </a:cubicBezTo>
                  <a:cubicBezTo>
                    <a:pt x="31496" y="121412"/>
                    <a:pt x="20574" y="117094"/>
                    <a:pt x="11811" y="108331"/>
                  </a:cubicBezTo>
                  <a:lnTo>
                    <a:pt x="2921" y="96139"/>
                  </a:lnTo>
                  <a:cubicBezTo>
                    <a:pt x="508" y="82804"/>
                    <a:pt x="0" y="73787"/>
                    <a:pt x="0" y="60706"/>
                  </a:cubicBezTo>
                  <a:cubicBezTo>
                    <a:pt x="0" y="47625"/>
                    <a:pt x="508" y="38608"/>
                    <a:pt x="1397" y="33655"/>
                  </a:cubicBezTo>
                  <a:lnTo>
                    <a:pt x="6477" y="18415"/>
                  </a:lnTo>
                  <a:cubicBezTo>
                    <a:pt x="20574" y="4318"/>
                    <a:pt x="31369" y="0"/>
                    <a:pt x="44196" y="0"/>
                  </a:cubicBezTo>
                  <a:cubicBezTo>
                    <a:pt x="57023" y="0"/>
                    <a:pt x="67691" y="4318"/>
                    <a:pt x="76454" y="13081"/>
                  </a:cubicBezTo>
                  <a:lnTo>
                    <a:pt x="85471" y="25400"/>
                  </a:lnTo>
                  <a:cubicBezTo>
                    <a:pt x="87884" y="38735"/>
                    <a:pt x="88392" y="47752"/>
                    <a:pt x="88392" y="607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8" name="Google Shape;2928;p36"/>
            <p:cNvSpPr/>
            <p:nvPr/>
          </p:nvSpPr>
          <p:spPr>
            <a:xfrm>
              <a:off x="1114171" y="98425"/>
              <a:ext cx="105410" cy="119507"/>
            </a:xfrm>
            <a:custGeom>
              <a:rect b="b" l="l" r="r" t="t"/>
              <a:pathLst>
                <a:path extrusionOk="0" h="119507" w="105410">
                  <a:moveTo>
                    <a:pt x="67818" y="78740"/>
                  </a:moveTo>
                  <a:lnTo>
                    <a:pt x="53213" y="35306"/>
                  </a:lnTo>
                  <a:lnTo>
                    <a:pt x="38100" y="78740"/>
                  </a:lnTo>
                  <a:close/>
                  <a:moveTo>
                    <a:pt x="105410" y="119507"/>
                  </a:moveTo>
                  <a:lnTo>
                    <a:pt x="81026" y="119507"/>
                  </a:lnTo>
                  <a:lnTo>
                    <a:pt x="73914" y="98298"/>
                  </a:lnTo>
                  <a:lnTo>
                    <a:pt x="31496" y="98298"/>
                  </a:lnTo>
                  <a:lnTo>
                    <a:pt x="24257" y="119507"/>
                  </a:lnTo>
                  <a:lnTo>
                    <a:pt x="0" y="119507"/>
                  </a:lnTo>
                  <a:lnTo>
                    <a:pt x="43434" y="0"/>
                  </a:lnTo>
                  <a:lnTo>
                    <a:pt x="617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929" name="Google Shape;2929;p36"/>
            <p:cNvSpPr/>
            <p:nvPr/>
          </p:nvSpPr>
          <p:spPr>
            <a:xfrm>
              <a:off x="1340485" y="98425"/>
              <a:ext cx="77597" cy="119507"/>
            </a:xfrm>
            <a:custGeom>
              <a:rect b="b" l="l" r="r" t="t"/>
              <a:pathLst>
                <a:path extrusionOk="0" h="119507" w="77597">
                  <a:moveTo>
                    <a:pt x="77597" y="119507"/>
                  </a:moveTo>
                  <a:lnTo>
                    <a:pt x="0" y="119507"/>
                  </a:lnTo>
                  <a:lnTo>
                    <a:pt x="0" y="0"/>
                  </a:lnTo>
                  <a:lnTo>
                    <a:pt x="23368" y="0"/>
                  </a:lnTo>
                  <a:lnTo>
                    <a:pt x="23368" y="98679"/>
                  </a:lnTo>
                  <a:lnTo>
                    <a:pt x="77597" y="986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930" name="Google Shape;2930;p36"/>
            <p:cNvSpPr/>
            <p:nvPr/>
          </p:nvSpPr>
          <p:spPr>
            <a:xfrm>
              <a:off x="1466723" y="97790"/>
              <a:ext cx="88392" cy="121412"/>
            </a:xfrm>
            <a:custGeom>
              <a:rect b="b" l="l" r="r" t="t"/>
              <a:pathLst>
                <a:path extrusionOk="0" h="121412" w="88392">
                  <a:moveTo>
                    <a:pt x="64770" y="60452"/>
                  </a:moveTo>
                  <a:lnTo>
                    <a:pt x="64643" y="45466"/>
                  </a:lnTo>
                  <a:cubicBezTo>
                    <a:pt x="63754" y="35687"/>
                    <a:pt x="61976" y="30226"/>
                    <a:pt x="58928" y="26924"/>
                  </a:cubicBezTo>
                  <a:lnTo>
                    <a:pt x="50165" y="20574"/>
                  </a:lnTo>
                  <a:cubicBezTo>
                    <a:pt x="37719" y="20574"/>
                    <a:pt x="32766" y="22733"/>
                    <a:pt x="28956" y="26924"/>
                  </a:cubicBezTo>
                  <a:lnTo>
                    <a:pt x="24257" y="35687"/>
                  </a:lnTo>
                  <a:cubicBezTo>
                    <a:pt x="23368" y="45085"/>
                    <a:pt x="23241" y="50927"/>
                    <a:pt x="23241" y="60579"/>
                  </a:cubicBezTo>
                  <a:lnTo>
                    <a:pt x="23368" y="76073"/>
                  </a:lnTo>
                  <a:cubicBezTo>
                    <a:pt x="24257" y="85471"/>
                    <a:pt x="26035" y="90805"/>
                    <a:pt x="28956" y="94234"/>
                  </a:cubicBezTo>
                  <a:lnTo>
                    <a:pt x="37846" y="100584"/>
                  </a:lnTo>
                  <a:cubicBezTo>
                    <a:pt x="51054" y="100584"/>
                    <a:pt x="56515" y="97917"/>
                    <a:pt x="60452" y="92583"/>
                  </a:cubicBezTo>
                  <a:cubicBezTo>
                    <a:pt x="63500" y="88392"/>
                    <a:pt x="65024" y="77851"/>
                    <a:pt x="65024" y="60706"/>
                  </a:cubicBezTo>
                  <a:moveTo>
                    <a:pt x="88392" y="60706"/>
                  </a:moveTo>
                  <a:cubicBezTo>
                    <a:pt x="88392" y="73660"/>
                    <a:pt x="87884" y="82677"/>
                    <a:pt x="86868" y="87757"/>
                  </a:cubicBezTo>
                  <a:lnTo>
                    <a:pt x="81915" y="102870"/>
                  </a:lnTo>
                  <a:cubicBezTo>
                    <a:pt x="67691" y="117094"/>
                    <a:pt x="56896" y="121412"/>
                    <a:pt x="44196" y="121412"/>
                  </a:cubicBezTo>
                  <a:cubicBezTo>
                    <a:pt x="31496" y="121412"/>
                    <a:pt x="20574" y="117094"/>
                    <a:pt x="11811" y="108331"/>
                  </a:cubicBezTo>
                  <a:lnTo>
                    <a:pt x="2921" y="96139"/>
                  </a:lnTo>
                  <a:cubicBezTo>
                    <a:pt x="508" y="82804"/>
                    <a:pt x="0" y="73787"/>
                    <a:pt x="0" y="60706"/>
                  </a:cubicBezTo>
                  <a:cubicBezTo>
                    <a:pt x="0" y="47625"/>
                    <a:pt x="508" y="38608"/>
                    <a:pt x="1397" y="33655"/>
                  </a:cubicBezTo>
                  <a:lnTo>
                    <a:pt x="6477" y="18415"/>
                  </a:lnTo>
                  <a:cubicBezTo>
                    <a:pt x="20574" y="4318"/>
                    <a:pt x="31369" y="0"/>
                    <a:pt x="44196" y="0"/>
                  </a:cubicBezTo>
                  <a:cubicBezTo>
                    <a:pt x="57023" y="0"/>
                    <a:pt x="67691" y="4318"/>
                    <a:pt x="76454" y="13081"/>
                  </a:cubicBezTo>
                  <a:lnTo>
                    <a:pt x="85471" y="25400"/>
                  </a:lnTo>
                  <a:cubicBezTo>
                    <a:pt x="87884" y="38735"/>
                    <a:pt x="88392" y="47752"/>
                    <a:pt x="88392" y="6070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31" name="Google Shape;2931;p36"/>
          <p:cNvGrpSpPr/>
          <p:nvPr/>
        </p:nvGrpSpPr>
        <p:grpSpPr>
          <a:xfrm>
            <a:off x="10049394" y="4103429"/>
            <a:ext cx="1575291" cy="192153"/>
            <a:chOff x="63500" y="63500"/>
            <a:chExt cx="1318133" cy="160782"/>
          </a:xfrm>
        </p:grpSpPr>
        <p:sp>
          <p:nvSpPr>
            <p:cNvPr id="2932" name="Google Shape;2932;p36"/>
            <p:cNvSpPr/>
            <p:nvPr/>
          </p:nvSpPr>
          <p:spPr>
            <a:xfrm>
              <a:off x="63500" y="103632"/>
              <a:ext cx="108331" cy="119634"/>
            </a:xfrm>
            <a:custGeom>
              <a:rect b="b" l="l" r="r" t="t"/>
              <a:pathLst>
                <a:path extrusionOk="0" h="119634" w="108331">
                  <a:moveTo>
                    <a:pt x="108331" y="119507"/>
                  </a:moveTo>
                  <a:lnTo>
                    <a:pt x="84963" y="119507"/>
                  </a:lnTo>
                  <a:lnTo>
                    <a:pt x="84963" y="49911"/>
                  </a:lnTo>
                  <a:lnTo>
                    <a:pt x="62103" y="95250"/>
                  </a:lnTo>
                  <a:lnTo>
                    <a:pt x="46355" y="95250"/>
                  </a:lnTo>
                  <a:lnTo>
                    <a:pt x="23368" y="49911"/>
                  </a:lnTo>
                  <a:lnTo>
                    <a:pt x="23368" y="119634"/>
                  </a:lnTo>
                  <a:lnTo>
                    <a:pt x="0" y="119634"/>
                  </a:lnTo>
                  <a:lnTo>
                    <a:pt x="0" y="0"/>
                  </a:lnTo>
                  <a:lnTo>
                    <a:pt x="22860" y="0"/>
                  </a:lnTo>
                  <a:lnTo>
                    <a:pt x="53975" y="64643"/>
                  </a:lnTo>
                  <a:lnTo>
                    <a:pt x="84963" y="0"/>
                  </a:lnTo>
                  <a:lnTo>
                    <a:pt x="1083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933" name="Google Shape;2933;p36"/>
            <p:cNvSpPr/>
            <p:nvPr/>
          </p:nvSpPr>
          <p:spPr>
            <a:xfrm>
              <a:off x="220091" y="63500"/>
              <a:ext cx="105537" cy="159639"/>
            </a:xfrm>
            <a:custGeom>
              <a:rect b="b" l="l" r="r" t="t"/>
              <a:pathLst>
                <a:path extrusionOk="0" h="159639" w="105537">
                  <a:moveTo>
                    <a:pt x="76962" y="0"/>
                  </a:moveTo>
                  <a:lnTo>
                    <a:pt x="57785" y="28575"/>
                  </a:lnTo>
                  <a:lnTo>
                    <a:pt x="43180" y="28575"/>
                  </a:lnTo>
                  <a:lnTo>
                    <a:pt x="53975" y="0"/>
                  </a:lnTo>
                  <a:close/>
                  <a:moveTo>
                    <a:pt x="67945" y="118872"/>
                  </a:moveTo>
                  <a:lnTo>
                    <a:pt x="53340" y="75438"/>
                  </a:lnTo>
                  <a:lnTo>
                    <a:pt x="38227" y="118872"/>
                  </a:lnTo>
                  <a:close/>
                  <a:moveTo>
                    <a:pt x="105537" y="159639"/>
                  </a:moveTo>
                  <a:lnTo>
                    <a:pt x="81153" y="159639"/>
                  </a:lnTo>
                  <a:lnTo>
                    <a:pt x="74168" y="138430"/>
                  </a:lnTo>
                  <a:lnTo>
                    <a:pt x="31623" y="138430"/>
                  </a:lnTo>
                  <a:lnTo>
                    <a:pt x="24384" y="159639"/>
                  </a:lnTo>
                  <a:lnTo>
                    <a:pt x="0" y="159639"/>
                  </a:lnTo>
                  <a:lnTo>
                    <a:pt x="43434" y="40132"/>
                  </a:lnTo>
                  <a:lnTo>
                    <a:pt x="61849" y="401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934" name="Google Shape;2934;p36"/>
            <p:cNvSpPr/>
            <p:nvPr/>
          </p:nvSpPr>
          <p:spPr>
            <a:xfrm>
              <a:off x="363347" y="102743"/>
              <a:ext cx="88011" cy="121539"/>
            </a:xfrm>
            <a:custGeom>
              <a:rect b="b" l="l" r="r" t="t"/>
              <a:pathLst>
                <a:path extrusionOk="0" h="121539" w="88011">
                  <a:moveTo>
                    <a:pt x="88011" y="85217"/>
                  </a:moveTo>
                  <a:cubicBezTo>
                    <a:pt x="88011" y="96520"/>
                    <a:pt x="83820" y="105410"/>
                    <a:pt x="75565" y="111887"/>
                  </a:cubicBezTo>
                  <a:cubicBezTo>
                    <a:pt x="67310" y="118364"/>
                    <a:pt x="56642" y="121539"/>
                    <a:pt x="43688" y="121539"/>
                  </a:cubicBezTo>
                  <a:cubicBezTo>
                    <a:pt x="25019" y="121539"/>
                    <a:pt x="10414" y="116332"/>
                    <a:pt x="0" y="105791"/>
                  </a:cubicBezTo>
                  <a:lnTo>
                    <a:pt x="15113" y="90678"/>
                  </a:lnTo>
                  <a:cubicBezTo>
                    <a:pt x="21844" y="97409"/>
                    <a:pt x="31496" y="100711"/>
                    <a:pt x="43942" y="100711"/>
                  </a:cubicBezTo>
                  <a:cubicBezTo>
                    <a:pt x="58039" y="100711"/>
                    <a:pt x="65151" y="95758"/>
                    <a:pt x="65151" y="85979"/>
                  </a:cubicBezTo>
                  <a:lnTo>
                    <a:pt x="64008" y="78232"/>
                  </a:lnTo>
                  <a:lnTo>
                    <a:pt x="55753" y="72390"/>
                  </a:lnTo>
                  <a:lnTo>
                    <a:pt x="36449" y="69723"/>
                  </a:lnTo>
                  <a:cubicBezTo>
                    <a:pt x="15240" y="66802"/>
                    <a:pt x="4699" y="55626"/>
                    <a:pt x="4699" y="36322"/>
                  </a:cubicBezTo>
                  <a:cubicBezTo>
                    <a:pt x="4699" y="25527"/>
                    <a:pt x="8509" y="16764"/>
                    <a:pt x="16002" y="10033"/>
                  </a:cubicBezTo>
                  <a:cubicBezTo>
                    <a:pt x="23495" y="3302"/>
                    <a:pt x="33655" y="0"/>
                    <a:pt x="46355" y="0"/>
                  </a:cubicBezTo>
                  <a:cubicBezTo>
                    <a:pt x="62484" y="0"/>
                    <a:pt x="75311" y="4572"/>
                    <a:pt x="84963" y="13970"/>
                  </a:cubicBezTo>
                  <a:lnTo>
                    <a:pt x="70231" y="28575"/>
                  </a:lnTo>
                  <a:cubicBezTo>
                    <a:pt x="64516" y="23114"/>
                    <a:pt x="56388" y="20320"/>
                    <a:pt x="45720" y="20320"/>
                  </a:cubicBezTo>
                  <a:lnTo>
                    <a:pt x="35179" y="21717"/>
                  </a:lnTo>
                  <a:lnTo>
                    <a:pt x="27178" y="30988"/>
                  </a:lnTo>
                  <a:lnTo>
                    <a:pt x="28448" y="41783"/>
                  </a:lnTo>
                  <a:lnTo>
                    <a:pt x="37084" y="48006"/>
                  </a:lnTo>
                  <a:lnTo>
                    <a:pt x="55880" y="50673"/>
                  </a:lnTo>
                  <a:cubicBezTo>
                    <a:pt x="66040" y="52070"/>
                    <a:pt x="73660" y="55245"/>
                    <a:pt x="78740" y="59944"/>
                  </a:cubicBezTo>
                  <a:cubicBezTo>
                    <a:pt x="84836" y="65786"/>
                    <a:pt x="88011" y="74168"/>
                    <a:pt x="88011" y="8534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5" name="Google Shape;2935;p36"/>
            <p:cNvSpPr/>
            <p:nvPr/>
          </p:nvSpPr>
          <p:spPr>
            <a:xfrm>
              <a:off x="575056" y="102743"/>
              <a:ext cx="89408" cy="121412"/>
            </a:xfrm>
            <a:custGeom>
              <a:rect b="b" l="l" r="r" t="t"/>
              <a:pathLst>
                <a:path extrusionOk="0" h="121412" w="89408">
                  <a:moveTo>
                    <a:pt x="89281" y="71247"/>
                  </a:moveTo>
                  <a:cubicBezTo>
                    <a:pt x="89281" y="87630"/>
                    <a:pt x="85471" y="99822"/>
                    <a:pt x="77851" y="107823"/>
                  </a:cubicBezTo>
                  <a:cubicBezTo>
                    <a:pt x="69088" y="116840"/>
                    <a:pt x="57912" y="121412"/>
                    <a:pt x="44069" y="121412"/>
                  </a:cubicBezTo>
                  <a:cubicBezTo>
                    <a:pt x="31369" y="121412"/>
                    <a:pt x="20574" y="117094"/>
                    <a:pt x="11811" y="108331"/>
                  </a:cubicBezTo>
                  <a:lnTo>
                    <a:pt x="2921" y="96139"/>
                  </a:lnTo>
                  <a:cubicBezTo>
                    <a:pt x="508" y="82804"/>
                    <a:pt x="0" y="73787"/>
                    <a:pt x="0" y="60706"/>
                  </a:cubicBezTo>
                  <a:cubicBezTo>
                    <a:pt x="0" y="47625"/>
                    <a:pt x="508" y="38608"/>
                    <a:pt x="1397" y="33655"/>
                  </a:cubicBezTo>
                  <a:lnTo>
                    <a:pt x="6477" y="18415"/>
                  </a:lnTo>
                  <a:cubicBezTo>
                    <a:pt x="20574" y="4318"/>
                    <a:pt x="31369" y="0"/>
                    <a:pt x="44196" y="0"/>
                  </a:cubicBezTo>
                  <a:cubicBezTo>
                    <a:pt x="57150" y="0"/>
                    <a:pt x="67818" y="3810"/>
                    <a:pt x="75946" y="11557"/>
                  </a:cubicBezTo>
                  <a:cubicBezTo>
                    <a:pt x="83058" y="18415"/>
                    <a:pt x="87376" y="27305"/>
                    <a:pt x="89281" y="38227"/>
                  </a:cubicBezTo>
                  <a:lnTo>
                    <a:pt x="65786" y="38227"/>
                  </a:lnTo>
                  <a:cubicBezTo>
                    <a:pt x="62992" y="26543"/>
                    <a:pt x="55753" y="20701"/>
                    <a:pt x="44196" y="20701"/>
                  </a:cubicBezTo>
                  <a:lnTo>
                    <a:pt x="33020" y="22860"/>
                  </a:lnTo>
                  <a:cubicBezTo>
                    <a:pt x="26289" y="30480"/>
                    <a:pt x="24511" y="35814"/>
                    <a:pt x="23749" y="43180"/>
                  </a:cubicBezTo>
                  <a:lnTo>
                    <a:pt x="23368" y="51054"/>
                  </a:lnTo>
                  <a:cubicBezTo>
                    <a:pt x="23368" y="70358"/>
                    <a:pt x="23495" y="76073"/>
                    <a:pt x="23749" y="78105"/>
                  </a:cubicBezTo>
                  <a:lnTo>
                    <a:pt x="26162" y="91059"/>
                  </a:lnTo>
                  <a:cubicBezTo>
                    <a:pt x="32766" y="98552"/>
                    <a:pt x="37719" y="100584"/>
                    <a:pt x="44069" y="100584"/>
                  </a:cubicBezTo>
                  <a:lnTo>
                    <a:pt x="56642" y="98298"/>
                  </a:lnTo>
                  <a:cubicBezTo>
                    <a:pt x="64262" y="89916"/>
                    <a:pt x="66040" y="84582"/>
                    <a:pt x="66040" y="77851"/>
                  </a:cubicBezTo>
                  <a:lnTo>
                    <a:pt x="66040" y="73279"/>
                  </a:lnTo>
                  <a:lnTo>
                    <a:pt x="44196" y="73279"/>
                  </a:lnTo>
                  <a:lnTo>
                    <a:pt x="44196" y="53721"/>
                  </a:lnTo>
                  <a:lnTo>
                    <a:pt x="89408" y="5372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6" name="Google Shape;2936;p36"/>
            <p:cNvSpPr/>
            <p:nvPr/>
          </p:nvSpPr>
          <p:spPr>
            <a:xfrm>
              <a:off x="721614" y="103632"/>
              <a:ext cx="90424" cy="119380"/>
            </a:xfrm>
            <a:custGeom>
              <a:rect b="b" l="l" r="r" t="t"/>
              <a:pathLst>
                <a:path extrusionOk="0" h="119380" w="90424">
                  <a:moveTo>
                    <a:pt x="62230" y="36449"/>
                  </a:moveTo>
                  <a:lnTo>
                    <a:pt x="60706" y="27940"/>
                  </a:lnTo>
                  <a:lnTo>
                    <a:pt x="50419" y="20701"/>
                  </a:lnTo>
                  <a:lnTo>
                    <a:pt x="23368" y="20701"/>
                  </a:lnTo>
                  <a:lnTo>
                    <a:pt x="23368" y="52070"/>
                  </a:lnTo>
                  <a:lnTo>
                    <a:pt x="45339" y="52070"/>
                  </a:lnTo>
                  <a:cubicBezTo>
                    <a:pt x="50419" y="52070"/>
                    <a:pt x="54483" y="50673"/>
                    <a:pt x="57531" y="47752"/>
                  </a:cubicBezTo>
                  <a:lnTo>
                    <a:pt x="62230" y="41021"/>
                  </a:lnTo>
                  <a:moveTo>
                    <a:pt x="90424" y="119380"/>
                  </a:moveTo>
                  <a:lnTo>
                    <a:pt x="63500" y="119380"/>
                  </a:lnTo>
                  <a:lnTo>
                    <a:pt x="40132" y="71755"/>
                  </a:lnTo>
                  <a:lnTo>
                    <a:pt x="23368" y="71755"/>
                  </a:lnTo>
                  <a:lnTo>
                    <a:pt x="23368" y="119380"/>
                  </a:lnTo>
                  <a:lnTo>
                    <a:pt x="0" y="119380"/>
                  </a:lnTo>
                  <a:lnTo>
                    <a:pt x="0" y="0"/>
                  </a:lnTo>
                  <a:lnTo>
                    <a:pt x="46863" y="0"/>
                  </a:lnTo>
                  <a:cubicBezTo>
                    <a:pt x="58674" y="0"/>
                    <a:pt x="68199" y="3556"/>
                    <a:pt x="75438" y="10795"/>
                  </a:cubicBezTo>
                  <a:cubicBezTo>
                    <a:pt x="82296" y="17653"/>
                    <a:pt x="85725" y="26289"/>
                    <a:pt x="85725" y="36703"/>
                  </a:cubicBezTo>
                  <a:lnTo>
                    <a:pt x="83566" y="51435"/>
                  </a:lnTo>
                  <a:cubicBezTo>
                    <a:pt x="75311" y="62230"/>
                    <a:pt x="70231" y="65786"/>
                    <a:pt x="63881" y="6807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7" name="Google Shape;2937;p36"/>
            <p:cNvSpPr/>
            <p:nvPr/>
          </p:nvSpPr>
          <p:spPr>
            <a:xfrm>
              <a:off x="851916" y="103632"/>
              <a:ext cx="105410" cy="119507"/>
            </a:xfrm>
            <a:custGeom>
              <a:rect b="b" l="l" r="r" t="t"/>
              <a:pathLst>
                <a:path extrusionOk="0" h="119507" w="105410">
                  <a:moveTo>
                    <a:pt x="67818" y="78740"/>
                  </a:moveTo>
                  <a:lnTo>
                    <a:pt x="53213" y="35306"/>
                  </a:lnTo>
                  <a:lnTo>
                    <a:pt x="38100" y="78740"/>
                  </a:lnTo>
                  <a:close/>
                  <a:moveTo>
                    <a:pt x="105410" y="119507"/>
                  </a:moveTo>
                  <a:lnTo>
                    <a:pt x="81026" y="119507"/>
                  </a:lnTo>
                  <a:lnTo>
                    <a:pt x="74041" y="98298"/>
                  </a:lnTo>
                  <a:lnTo>
                    <a:pt x="31496" y="98298"/>
                  </a:lnTo>
                  <a:lnTo>
                    <a:pt x="24257" y="119507"/>
                  </a:lnTo>
                  <a:lnTo>
                    <a:pt x="0" y="119507"/>
                  </a:lnTo>
                  <a:lnTo>
                    <a:pt x="43434" y="0"/>
                  </a:lnTo>
                  <a:lnTo>
                    <a:pt x="617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938" name="Google Shape;2938;p36"/>
            <p:cNvSpPr/>
            <p:nvPr/>
          </p:nvSpPr>
          <p:spPr>
            <a:xfrm>
              <a:off x="1005713" y="103632"/>
              <a:ext cx="91567" cy="119507"/>
            </a:xfrm>
            <a:custGeom>
              <a:rect b="b" l="l" r="r" t="t"/>
              <a:pathLst>
                <a:path extrusionOk="0" h="119507" w="91567">
                  <a:moveTo>
                    <a:pt x="91440" y="119507"/>
                  </a:moveTo>
                  <a:lnTo>
                    <a:pt x="70612" y="119507"/>
                  </a:lnTo>
                  <a:lnTo>
                    <a:pt x="23241" y="46101"/>
                  </a:lnTo>
                  <a:lnTo>
                    <a:pt x="23241" y="119507"/>
                  </a:lnTo>
                  <a:lnTo>
                    <a:pt x="0" y="119507"/>
                  </a:lnTo>
                  <a:lnTo>
                    <a:pt x="0" y="0"/>
                  </a:lnTo>
                  <a:lnTo>
                    <a:pt x="20828" y="0"/>
                  </a:lnTo>
                  <a:lnTo>
                    <a:pt x="68199" y="73152"/>
                  </a:lnTo>
                  <a:lnTo>
                    <a:pt x="68199" y="0"/>
                  </a:lnTo>
                  <a:lnTo>
                    <a:pt x="915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939" name="Google Shape;2939;p36"/>
            <p:cNvSpPr/>
            <p:nvPr/>
          </p:nvSpPr>
          <p:spPr>
            <a:xfrm>
              <a:off x="1158748" y="103632"/>
              <a:ext cx="86868" cy="119634"/>
            </a:xfrm>
            <a:custGeom>
              <a:rect b="b" l="l" r="r" t="t"/>
              <a:pathLst>
                <a:path extrusionOk="0" h="119634" w="86868">
                  <a:moveTo>
                    <a:pt x="63373" y="59309"/>
                  </a:moveTo>
                  <a:lnTo>
                    <a:pt x="63119" y="42926"/>
                  </a:lnTo>
                  <a:cubicBezTo>
                    <a:pt x="61849" y="34417"/>
                    <a:pt x="60452" y="30861"/>
                    <a:pt x="58293" y="28321"/>
                  </a:cubicBezTo>
                  <a:lnTo>
                    <a:pt x="48514" y="20955"/>
                  </a:lnTo>
                  <a:lnTo>
                    <a:pt x="23241" y="20955"/>
                  </a:lnTo>
                  <a:lnTo>
                    <a:pt x="23241" y="98806"/>
                  </a:lnTo>
                  <a:lnTo>
                    <a:pt x="40894" y="98806"/>
                  </a:lnTo>
                  <a:cubicBezTo>
                    <a:pt x="48514" y="98806"/>
                    <a:pt x="54356" y="96393"/>
                    <a:pt x="58293" y="91440"/>
                  </a:cubicBezTo>
                  <a:lnTo>
                    <a:pt x="61849" y="85090"/>
                  </a:lnTo>
                  <a:cubicBezTo>
                    <a:pt x="63119" y="76073"/>
                    <a:pt x="63373" y="69088"/>
                    <a:pt x="63373" y="59309"/>
                  </a:cubicBezTo>
                  <a:moveTo>
                    <a:pt x="86741" y="59309"/>
                  </a:moveTo>
                  <a:cubicBezTo>
                    <a:pt x="86741" y="72644"/>
                    <a:pt x="86360" y="81407"/>
                    <a:pt x="85725" y="85471"/>
                  </a:cubicBezTo>
                  <a:lnTo>
                    <a:pt x="80645" y="102235"/>
                  </a:lnTo>
                  <a:cubicBezTo>
                    <a:pt x="67056" y="115824"/>
                    <a:pt x="56642" y="119634"/>
                    <a:pt x="43180" y="119634"/>
                  </a:cubicBezTo>
                  <a:lnTo>
                    <a:pt x="0" y="119634"/>
                  </a:lnTo>
                  <a:lnTo>
                    <a:pt x="0" y="0"/>
                  </a:lnTo>
                  <a:lnTo>
                    <a:pt x="43180" y="0"/>
                  </a:lnTo>
                  <a:cubicBezTo>
                    <a:pt x="56642" y="0"/>
                    <a:pt x="67183" y="3810"/>
                    <a:pt x="74803" y="11430"/>
                  </a:cubicBezTo>
                  <a:lnTo>
                    <a:pt x="84455" y="24765"/>
                  </a:lnTo>
                  <a:cubicBezTo>
                    <a:pt x="86614" y="37592"/>
                    <a:pt x="86868" y="46228"/>
                    <a:pt x="86868" y="5930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0" name="Google Shape;2940;p36"/>
            <p:cNvSpPr/>
            <p:nvPr/>
          </p:nvSpPr>
          <p:spPr>
            <a:xfrm>
              <a:off x="1302893" y="103632"/>
              <a:ext cx="78740" cy="119507"/>
            </a:xfrm>
            <a:custGeom>
              <a:rect b="b" l="l" r="r" t="t"/>
              <a:pathLst>
                <a:path extrusionOk="0" h="119507" w="78740">
                  <a:moveTo>
                    <a:pt x="78740" y="119507"/>
                  </a:moveTo>
                  <a:lnTo>
                    <a:pt x="0" y="119507"/>
                  </a:lnTo>
                  <a:lnTo>
                    <a:pt x="0" y="0"/>
                  </a:lnTo>
                  <a:lnTo>
                    <a:pt x="78740" y="0"/>
                  </a:lnTo>
                  <a:lnTo>
                    <a:pt x="78740" y="20828"/>
                  </a:lnTo>
                  <a:lnTo>
                    <a:pt x="23368" y="20828"/>
                  </a:lnTo>
                  <a:lnTo>
                    <a:pt x="23368" y="48895"/>
                  </a:lnTo>
                  <a:lnTo>
                    <a:pt x="70485" y="48895"/>
                  </a:lnTo>
                  <a:lnTo>
                    <a:pt x="70485" y="69723"/>
                  </a:lnTo>
                  <a:lnTo>
                    <a:pt x="23368" y="69723"/>
                  </a:lnTo>
                  <a:lnTo>
                    <a:pt x="23368" y="98806"/>
                  </a:lnTo>
                  <a:lnTo>
                    <a:pt x="78740" y="9880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2941" name="Google Shape;2941;p36"/>
          <p:cNvGrpSpPr/>
          <p:nvPr/>
        </p:nvGrpSpPr>
        <p:grpSpPr>
          <a:xfrm>
            <a:off x="6587807" y="6665735"/>
            <a:ext cx="5089559" cy="562464"/>
            <a:chOff x="408" y="0"/>
            <a:chExt cx="6786079" cy="749953"/>
          </a:xfrm>
        </p:grpSpPr>
        <p:grpSp>
          <p:nvGrpSpPr>
            <p:cNvPr id="2942" name="Google Shape;2942;p36"/>
            <p:cNvGrpSpPr/>
            <p:nvPr/>
          </p:nvGrpSpPr>
          <p:grpSpPr>
            <a:xfrm>
              <a:off x="3951107" y="128880"/>
              <a:ext cx="587479" cy="577739"/>
              <a:chOff x="63500" y="63500"/>
              <a:chExt cx="988187" cy="971804"/>
            </a:xfrm>
          </p:grpSpPr>
          <p:sp>
            <p:nvSpPr>
              <p:cNvPr id="2943" name="Google Shape;2943;p36"/>
              <p:cNvSpPr/>
              <p:nvPr/>
            </p:nvSpPr>
            <p:spPr>
              <a:xfrm>
                <a:off x="857250" y="840994"/>
                <a:ext cx="129540" cy="129540"/>
              </a:xfrm>
              <a:custGeom>
                <a:rect b="b" l="l" r="r" t="t"/>
                <a:pathLst>
                  <a:path extrusionOk="0" h="129540" w="129540">
                    <a:moveTo>
                      <a:pt x="64770" y="32385"/>
                    </a:moveTo>
                    <a:cubicBezTo>
                      <a:pt x="46863" y="32385"/>
                      <a:pt x="32385" y="46990"/>
                      <a:pt x="32385" y="64770"/>
                    </a:cubicBezTo>
                    <a:cubicBezTo>
                      <a:pt x="32385" y="82550"/>
                      <a:pt x="46990" y="97155"/>
                      <a:pt x="64770" y="97155"/>
                    </a:cubicBezTo>
                    <a:cubicBezTo>
                      <a:pt x="82550" y="97155"/>
                      <a:pt x="97155" y="82550"/>
                      <a:pt x="97155" y="64770"/>
                    </a:cubicBezTo>
                    <a:cubicBezTo>
                      <a:pt x="97155" y="46990"/>
                      <a:pt x="82550" y="32385"/>
                      <a:pt x="64770" y="32385"/>
                    </a:cubicBezTo>
                    <a:moveTo>
                      <a:pt x="64770" y="129540"/>
                    </a:moveTo>
                    <a:cubicBezTo>
                      <a:pt x="29083" y="129540"/>
                      <a:pt x="0" y="100457"/>
                      <a:pt x="0" y="64770"/>
                    </a:cubicBezTo>
                    <a:cubicBezTo>
                      <a:pt x="0" y="29083"/>
                      <a:pt x="29083" y="0"/>
                      <a:pt x="64770" y="0"/>
                    </a:cubicBezTo>
                    <a:cubicBezTo>
                      <a:pt x="100457" y="0"/>
                      <a:pt x="129540" y="29083"/>
                      <a:pt x="129540" y="64770"/>
                    </a:cubicBezTo>
                    <a:cubicBezTo>
                      <a:pt x="129540" y="100457"/>
                      <a:pt x="100457" y="129540"/>
                      <a:pt x="64770" y="12954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4" name="Google Shape;2944;p36"/>
              <p:cNvSpPr/>
              <p:nvPr/>
            </p:nvSpPr>
            <p:spPr>
              <a:xfrm>
                <a:off x="905764" y="225552"/>
                <a:ext cx="32512" cy="647827"/>
              </a:xfrm>
              <a:custGeom>
                <a:rect b="b" l="l" r="r" t="t"/>
                <a:pathLst>
                  <a:path extrusionOk="0" h="647827" w="32512">
                    <a:moveTo>
                      <a:pt x="16256" y="647827"/>
                    </a:moveTo>
                    <a:lnTo>
                      <a:pt x="0" y="640588"/>
                    </a:lnTo>
                    <a:lnTo>
                      <a:pt x="0" y="16129"/>
                    </a:lnTo>
                    <a:cubicBezTo>
                      <a:pt x="0" y="7112"/>
                      <a:pt x="7239" y="0"/>
                      <a:pt x="16256" y="0"/>
                    </a:cubicBezTo>
                    <a:lnTo>
                      <a:pt x="32512" y="7239"/>
                    </a:lnTo>
                    <a:lnTo>
                      <a:pt x="32512" y="631698"/>
                    </a:lnTo>
                    <a:cubicBezTo>
                      <a:pt x="32512" y="640588"/>
                      <a:pt x="25273" y="647827"/>
                      <a:pt x="16256" y="64782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5" name="Google Shape;2945;p36"/>
              <p:cNvSpPr/>
              <p:nvPr/>
            </p:nvSpPr>
            <p:spPr>
              <a:xfrm>
                <a:off x="121679" y="510286"/>
                <a:ext cx="44042" cy="38989"/>
              </a:xfrm>
              <a:custGeom>
                <a:rect b="b" l="l" r="r" t="t"/>
                <a:pathLst>
                  <a:path extrusionOk="0" h="38989" w="44042">
                    <a:moveTo>
                      <a:pt x="27927" y="38989"/>
                    </a:moveTo>
                    <a:lnTo>
                      <a:pt x="23990" y="38608"/>
                    </a:lnTo>
                    <a:lnTo>
                      <a:pt x="10401" y="33401"/>
                    </a:lnTo>
                    <a:cubicBezTo>
                      <a:pt x="2019" y="30226"/>
                      <a:pt x="-2172" y="20828"/>
                      <a:pt x="1130" y="12446"/>
                    </a:cubicBezTo>
                    <a:lnTo>
                      <a:pt x="13703" y="0"/>
                    </a:lnTo>
                    <a:lnTo>
                      <a:pt x="33642" y="7620"/>
                    </a:lnTo>
                    <a:cubicBezTo>
                      <a:pt x="42024" y="10795"/>
                      <a:pt x="46215" y="20193"/>
                      <a:pt x="42913" y="28575"/>
                    </a:cubicBezTo>
                    <a:lnTo>
                      <a:pt x="34277" y="38989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6" name="Google Shape;2946;p36"/>
              <p:cNvSpPr/>
              <p:nvPr/>
            </p:nvSpPr>
            <p:spPr>
              <a:xfrm>
                <a:off x="180213" y="535721"/>
                <a:ext cx="620903" cy="90770"/>
              </a:xfrm>
              <a:custGeom>
                <a:rect b="b" l="l" r="r" t="t"/>
                <a:pathLst>
                  <a:path extrusionOk="0" h="90770" w="620903">
                    <a:moveTo>
                      <a:pt x="476758" y="90770"/>
                    </a:moveTo>
                    <a:lnTo>
                      <a:pt x="300863" y="90770"/>
                    </a:lnTo>
                    <a:cubicBezTo>
                      <a:pt x="291211" y="90770"/>
                      <a:pt x="281813" y="88230"/>
                      <a:pt x="273431" y="83531"/>
                    </a:cubicBezTo>
                    <a:lnTo>
                      <a:pt x="193675" y="37938"/>
                    </a:lnTo>
                    <a:cubicBezTo>
                      <a:pt x="190246" y="36033"/>
                      <a:pt x="186309" y="34890"/>
                      <a:pt x="182245" y="34890"/>
                    </a:cubicBezTo>
                    <a:lnTo>
                      <a:pt x="32385" y="34890"/>
                    </a:lnTo>
                    <a:cubicBezTo>
                      <a:pt x="25527" y="34890"/>
                      <a:pt x="18923" y="33620"/>
                      <a:pt x="12446" y="31207"/>
                    </a:cubicBezTo>
                    <a:lnTo>
                      <a:pt x="0" y="18634"/>
                    </a:lnTo>
                    <a:cubicBezTo>
                      <a:pt x="6477" y="1997"/>
                      <a:pt x="15875" y="-2194"/>
                      <a:pt x="24130" y="981"/>
                    </a:cubicBezTo>
                    <a:lnTo>
                      <a:pt x="29464" y="2505"/>
                    </a:lnTo>
                    <a:lnTo>
                      <a:pt x="182372" y="2505"/>
                    </a:lnTo>
                    <a:cubicBezTo>
                      <a:pt x="192024" y="2505"/>
                      <a:pt x="201549" y="5045"/>
                      <a:pt x="209804" y="9744"/>
                    </a:cubicBezTo>
                    <a:lnTo>
                      <a:pt x="289560" y="55337"/>
                    </a:lnTo>
                    <a:cubicBezTo>
                      <a:pt x="292989" y="57242"/>
                      <a:pt x="296926" y="58385"/>
                      <a:pt x="300863" y="58385"/>
                    </a:cubicBezTo>
                    <a:lnTo>
                      <a:pt x="476758" y="58385"/>
                    </a:lnTo>
                    <a:cubicBezTo>
                      <a:pt x="480314" y="58385"/>
                      <a:pt x="483870" y="57496"/>
                      <a:pt x="486918" y="55972"/>
                    </a:cubicBezTo>
                    <a:lnTo>
                      <a:pt x="526288" y="36287"/>
                    </a:lnTo>
                    <a:cubicBezTo>
                      <a:pt x="533908" y="32477"/>
                      <a:pt x="542417" y="30445"/>
                      <a:pt x="551053" y="30445"/>
                    </a:cubicBezTo>
                    <a:lnTo>
                      <a:pt x="604647" y="30445"/>
                    </a:lnTo>
                    <a:cubicBezTo>
                      <a:pt x="613664" y="30445"/>
                      <a:pt x="620903" y="37684"/>
                      <a:pt x="620903" y="46574"/>
                    </a:cubicBezTo>
                    <a:lnTo>
                      <a:pt x="613664" y="62830"/>
                    </a:lnTo>
                    <a:lnTo>
                      <a:pt x="551053" y="62830"/>
                    </a:lnTo>
                    <a:cubicBezTo>
                      <a:pt x="547497" y="62830"/>
                      <a:pt x="543941" y="63719"/>
                      <a:pt x="540893" y="65243"/>
                    </a:cubicBezTo>
                    <a:lnTo>
                      <a:pt x="501523" y="84928"/>
                    </a:lnTo>
                    <a:cubicBezTo>
                      <a:pt x="493903" y="88738"/>
                      <a:pt x="485394" y="90770"/>
                      <a:pt x="476758" y="9077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7" name="Google Shape;2947;p36"/>
              <p:cNvSpPr/>
              <p:nvPr/>
            </p:nvSpPr>
            <p:spPr>
              <a:xfrm>
                <a:off x="378206" y="705739"/>
                <a:ext cx="120232" cy="139192"/>
              </a:xfrm>
              <a:custGeom>
                <a:rect b="b" l="l" r="r" t="t"/>
                <a:pathLst>
                  <a:path extrusionOk="0" h="139192" w="120232">
                    <a:moveTo>
                      <a:pt x="89916" y="139192"/>
                    </a:moveTo>
                    <a:lnTo>
                      <a:pt x="78232" y="135890"/>
                    </a:lnTo>
                    <a:cubicBezTo>
                      <a:pt x="65532" y="110490"/>
                      <a:pt x="68326" y="86995"/>
                      <a:pt x="82423" y="70104"/>
                    </a:cubicBezTo>
                    <a:lnTo>
                      <a:pt x="89408" y="53975"/>
                    </a:lnTo>
                    <a:cubicBezTo>
                      <a:pt x="81661" y="37465"/>
                      <a:pt x="73914" y="32512"/>
                      <a:pt x="64770" y="32512"/>
                    </a:cubicBezTo>
                    <a:lnTo>
                      <a:pt x="16256" y="32512"/>
                    </a:lnTo>
                    <a:cubicBezTo>
                      <a:pt x="7239" y="32512"/>
                      <a:pt x="0" y="25273"/>
                      <a:pt x="0" y="16256"/>
                    </a:cubicBezTo>
                    <a:lnTo>
                      <a:pt x="7239" y="0"/>
                    </a:lnTo>
                    <a:lnTo>
                      <a:pt x="64897" y="0"/>
                    </a:lnTo>
                    <a:cubicBezTo>
                      <a:pt x="86614" y="0"/>
                      <a:pt x="105791" y="12192"/>
                      <a:pt x="114935" y="31877"/>
                    </a:cubicBezTo>
                    <a:cubicBezTo>
                      <a:pt x="124079" y="51562"/>
                      <a:pt x="121285" y="74041"/>
                      <a:pt x="107315" y="90805"/>
                    </a:cubicBezTo>
                    <a:lnTo>
                      <a:pt x="100457" y="107569"/>
                    </a:lnTo>
                    <a:cubicBezTo>
                      <a:pt x="108585" y="123698"/>
                      <a:pt x="105283" y="133477"/>
                      <a:pt x="97282" y="137414"/>
                    </a:cubicBezTo>
                    <a:lnTo>
                      <a:pt x="92456" y="13906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8" name="Google Shape;2948;p36"/>
              <p:cNvSpPr/>
              <p:nvPr/>
            </p:nvSpPr>
            <p:spPr>
              <a:xfrm>
                <a:off x="322072" y="705866"/>
                <a:ext cx="49657" cy="32385"/>
              </a:xfrm>
              <a:custGeom>
                <a:rect b="b" l="l" r="r" t="t"/>
                <a:pathLst>
                  <a:path extrusionOk="0" h="32385" w="49657">
                    <a:moveTo>
                      <a:pt x="33401" y="32385"/>
                    </a:moveTo>
                    <a:lnTo>
                      <a:pt x="16256" y="32385"/>
                    </a:lnTo>
                    <a:cubicBezTo>
                      <a:pt x="7239" y="32385"/>
                      <a:pt x="0" y="25146"/>
                      <a:pt x="0" y="16256"/>
                    </a:cubicBezTo>
                    <a:lnTo>
                      <a:pt x="7239" y="0"/>
                    </a:lnTo>
                    <a:lnTo>
                      <a:pt x="33401" y="0"/>
                    </a:lnTo>
                    <a:cubicBezTo>
                      <a:pt x="42418" y="0"/>
                      <a:pt x="49657" y="7239"/>
                      <a:pt x="49657" y="16256"/>
                    </a:cubicBezTo>
                    <a:lnTo>
                      <a:pt x="42418" y="3238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9" name="Google Shape;2949;p36"/>
              <p:cNvSpPr/>
              <p:nvPr/>
            </p:nvSpPr>
            <p:spPr>
              <a:xfrm>
                <a:off x="247178" y="717997"/>
                <a:ext cx="67401" cy="46670"/>
              </a:xfrm>
              <a:custGeom>
                <a:rect b="b" l="l" r="r" t="t"/>
                <a:pathLst>
                  <a:path extrusionOk="0" h="46670" w="67401">
                    <a:moveTo>
                      <a:pt x="15204" y="46670"/>
                    </a:moveTo>
                    <a:lnTo>
                      <a:pt x="2631" y="42733"/>
                    </a:lnTo>
                    <a:cubicBezTo>
                      <a:pt x="-3084" y="27874"/>
                      <a:pt x="1107" y="18603"/>
                      <a:pt x="9489" y="15301"/>
                    </a:cubicBezTo>
                    <a:lnTo>
                      <a:pt x="46446" y="1077"/>
                    </a:lnTo>
                    <a:cubicBezTo>
                      <a:pt x="54828" y="-2098"/>
                      <a:pt x="64226" y="1966"/>
                      <a:pt x="67401" y="10348"/>
                    </a:cubicBezTo>
                    <a:lnTo>
                      <a:pt x="66385" y="28128"/>
                    </a:lnTo>
                    <a:lnTo>
                      <a:pt x="21046" y="45527"/>
                    </a:lnTo>
                    <a:cubicBezTo>
                      <a:pt x="19141" y="46289"/>
                      <a:pt x="17109" y="46670"/>
                      <a:pt x="15204" y="4667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0" name="Google Shape;2950;p36"/>
              <p:cNvSpPr/>
              <p:nvPr/>
            </p:nvSpPr>
            <p:spPr>
              <a:xfrm>
                <a:off x="719420" y="632964"/>
                <a:ext cx="70253" cy="65409"/>
              </a:xfrm>
              <a:custGeom>
                <a:rect b="b" l="l" r="r" t="t"/>
                <a:pathLst>
                  <a:path extrusionOk="0" h="65409" w="70253">
                    <a:moveTo>
                      <a:pt x="20609" y="65409"/>
                    </a:moveTo>
                    <a:lnTo>
                      <a:pt x="11084" y="63377"/>
                    </a:lnTo>
                    <a:cubicBezTo>
                      <a:pt x="2321" y="53852"/>
                      <a:pt x="-346" y="45978"/>
                      <a:pt x="35" y="37596"/>
                    </a:cubicBezTo>
                    <a:cubicBezTo>
                      <a:pt x="543" y="27690"/>
                      <a:pt x="5369" y="17911"/>
                      <a:pt x="13243" y="10672"/>
                    </a:cubicBezTo>
                    <a:cubicBezTo>
                      <a:pt x="20101" y="4449"/>
                      <a:pt x="28483" y="766"/>
                      <a:pt x="36992" y="131"/>
                    </a:cubicBezTo>
                    <a:cubicBezTo>
                      <a:pt x="46898" y="-758"/>
                      <a:pt x="56169" y="2925"/>
                      <a:pt x="62519" y="9783"/>
                    </a:cubicBezTo>
                    <a:cubicBezTo>
                      <a:pt x="71409" y="19562"/>
                      <a:pt x="72806" y="34294"/>
                      <a:pt x="65821" y="47375"/>
                    </a:cubicBezTo>
                    <a:lnTo>
                      <a:pt x="51851" y="58297"/>
                    </a:lnTo>
                    <a:cubicBezTo>
                      <a:pt x="36484" y="50169"/>
                      <a:pt x="33309" y="41025"/>
                      <a:pt x="36611" y="33405"/>
                    </a:cubicBezTo>
                    <a:lnTo>
                      <a:pt x="35595" y="34167"/>
                    </a:lnTo>
                    <a:lnTo>
                      <a:pt x="32420" y="38866"/>
                    </a:lnTo>
                    <a:cubicBezTo>
                      <a:pt x="38516" y="45851"/>
                      <a:pt x="37627" y="55376"/>
                      <a:pt x="31023" y="61472"/>
                    </a:cubicBezTo>
                    <a:lnTo>
                      <a:pt x="24419" y="65409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1" name="Google Shape;2951;p36"/>
              <p:cNvSpPr/>
              <p:nvPr/>
            </p:nvSpPr>
            <p:spPr>
              <a:xfrm>
                <a:off x="580547" y="726757"/>
                <a:ext cx="87425" cy="82106"/>
              </a:xfrm>
              <a:custGeom>
                <a:rect b="b" l="l" r="r" t="t"/>
                <a:pathLst>
                  <a:path extrusionOk="0" h="82106" w="87425">
                    <a:moveTo>
                      <a:pt x="30069" y="54801"/>
                    </a:moveTo>
                    <a:lnTo>
                      <a:pt x="30069" y="54801"/>
                    </a:lnTo>
                    <a:lnTo>
                      <a:pt x="30069" y="54801"/>
                    </a:lnTo>
                    <a:moveTo>
                      <a:pt x="18131" y="81852"/>
                    </a:moveTo>
                    <a:lnTo>
                      <a:pt x="9368" y="80074"/>
                    </a:lnTo>
                    <a:cubicBezTo>
                      <a:pt x="-7015" y="62040"/>
                      <a:pt x="-1046" y="37148"/>
                      <a:pt x="20544" y="17590"/>
                    </a:cubicBezTo>
                    <a:lnTo>
                      <a:pt x="48611" y="1461"/>
                    </a:lnTo>
                    <a:cubicBezTo>
                      <a:pt x="61438" y="-1968"/>
                      <a:pt x="73122" y="699"/>
                      <a:pt x="80488" y="8827"/>
                    </a:cubicBezTo>
                    <a:cubicBezTo>
                      <a:pt x="90521" y="19876"/>
                      <a:pt x="89632" y="37275"/>
                      <a:pt x="78075" y="54293"/>
                    </a:cubicBezTo>
                    <a:lnTo>
                      <a:pt x="62962" y="63564"/>
                    </a:lnTo>
                    <a:cubicBezTo>
                      <a:pt x="48230" y="53531"/>
                      <a:pt x="46325" y="43498"/>
                      <a:pt x="51278" y="36005"/>
                    </a:cubicBezTo>
                    <a:lnTo>
                      <a:pt x="51913" y="35116"/>
                    </a:lnTo>
                    <a:lnTo>
                      <a:pt x="45944" y="38291"/>
                    </a:lnTo>
                    <a:cubicBezTo>
                      <a:pt x="35149" y="48197"/>
                      <a:pt x="32355" y="54420"/>
                      <a:pt x="31720" y="57087"/>
                    </a:cubicBezTo>
                    <a:lnTo>
                      <a:pt x="34895" y="72454"/>
                    </a:lnTo>
                    <a:cubicBezTo>
                      <a:pt x="25878" y="80709"/>
                      <a:pt x="21941" y="82106"/>
                      <a:pt x="18131" y="8210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2" name="Google Shape;2952;p36"/>
              <p:cNvSpPr/>
              <p:nvPr/>
            </p:nvSpPr>
            <p:spPr>
              <a:xfrm>
                <a:off x="584327" y="177351"/>
                <a:ext cx="66294" cy="45407"/>
              </a:xfrm>
              <a:custGeom>
                <a:rect b="b" l="l" r="r" t="t"/>
                <a:pathLst>
                  <a:path extrusionOk="0" h="45407" w="66294">
                    <a:moveTo>
                      <a:pt x="49657" y="45280"/>
                    </a:moveTo>
                    <a:lnTo>
                      <a:pt x="39751" y="42994"/>
                    </a:lnTo>
                    <a:cubicBezTo>
                      <a:pt x="32258" y="32834"/>
                      <a:pt x="26543" y="31564"/>
                      <a:pt x="25019" y="32580"/>
                    </a:cubicBezTo>
                    <a:lnTo>
                      <a:pt x="7620" y="36390"/>
                    </a:lnTo>
                    <a:cubicBezTo>
                      <a:pt x="-3048" y="22039"/>
                      <a:pt x="-1397" y="11879"/>
                      <a:pt x="5715" y="6545"/>
                    </a:cubicBezTo>
                    <a:cubicBezTo>
                      <a:pt x="22606" y="-5901"/>
                      <a:pt x="48133" y="-59"/>
                      <a:pt x="62484" y="19499"/>
                    </a:cubicBezTo>
                    <a:lnTo>
                      <a:pt x="66294" y="36898"/>
                    </a:lnTo>
                    <a:cubicBezTo>
                      <a:pt x="56261" y="44264"/>
                      <a:pt x="52832" y="45407"/>
                      <a:pt x="49530" y="4540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3" name="Google Shape;2953;p36"/>
              <p:cNvSpPr/>
              <p:nvPr/>
            </p:nvSpPr>
            <p:spPr>
              <a:xfrm>
                <a:off x="175133" y="651383"/>
                <a:ext cx="32512" cy="33782"/>
              </a:xfrm>
              <a:custGeom>
                <a:rect b="b" l="l" r="r" t="t"/>
                <a:pathLst>
                  <a:path extrusionOk="0" h="33782" w="32512">
                    <a:moveTo>
                      <a:pt x="16256" y="33782"/>
                    </a:moveTo>
                    <a:lnTo>
                      <a:pt x="0" y="26543"/>
                    </a:lnTo>
                    <a:cubicBezTo>
                      <a:pt x="0" y="8636"/>
                      <a:pt x="7239" y="0"/>
                      <a:pt x="16256" y="0"/>
                    </a:cubicBezTo>
                    <a:lnTo>
                      <a:pt x="32512" y="5842"/>
                    </a:lnTo>
                    <a:lnTo>
                      <a:pt x="32512" y="17653"/>
                    </a:lnTo>
                    <a:cubicBezTo>
                      <a:pt x="32512" y="26543"/>
                      <a:pt x="25273" y="33782"/>
                      <a:pt x="16256" y="3378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4" name="Google Shape;2954;p36"/>
              <p:cNvSpPr/>
              <p:nvPr/>
            </p:nvSpPr>
            <p:spPr>
              <a:xfrm>
                <a:off x="175133" y="316230"/>
                <a:ext cx="32512" cy="33782"/>
              </a:xfrm>
              <a:custGeom>
                <a:rect b="b" l="l" r="r" t="t"/>
                <a:pathLst>
                  <a:path extrusionOk="0" h="33782" w="32512">
                    <a:moveTo>
                      <a:pt x="16256" y="33782"/>
                    </a:moveTo>
                    <a:lnTo>
                      <a:pt x="0" y="26543"/>
                    </a:lnTo>
                    <a:cubicBezTo>
                      <a:pt x="0" y="8636"/>
                      <a:pt x="7239" y="0"/>
                      <a:pt x="16256" y="0"/>
                    </a:cubicBezTo>
                    <a:lnTo>
                      <a:pt x="32512" y="5842"/>
                    </a:lnTo>
                    <a:lnTo>
                      <a:pt x="32512" y="17653"/>
                    </a:lnTo>
                    <a:cubicBezTo>
                      <a:pt x="32512" y="26543"/>
                      <a:pt x="25273" y="33782"/>
                      <a:pt x="16256" y="3378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5" name="Google Shape;2955;p36"/>
              <p:cNvSpPr/>
              <p:nvPr/>
            </p:nvSpPr>
            <p:spPr>
              <a:xfrm>
                <a:off x="538226" y="372110"/>
                <a:ext cx="32512" cy="33782"/>
              </a:xfrm>
              <a:custGeom>
                <a:rect b="b" l="l" r="r" t="t"/>
                <a:pathLst>
                  <a:path extrusionOk="0" h="33782" w="32512">
                    <a:moveTo>
                      <a:pt x="16256" y="33782"/>
                    </a:moveTo>
                    <a:lnTo>
                      <a:pt x="0" y="26543"/>
                    </a:lnTo>
                    <a:cubicBezTo>
                      <a:pt x="0" y="8636"/>
                      <a:pt x="7239" y="0"/>
                      <a:pt x="16256" y="0"/>
                    </a:cubicBezTo>
                    <a:lnTo>
                      <a:pt x="32512" y="5842"/>
                    </a:lnTo>
                    <a:lnTo>
                      <a:pt x="32512" y="17653"/>
                    </a:lnTo>
                    <a:cubicBezTo>
                      <a:pt x="32512" y="26543"/>
                      <a:pt x="25273" y="33782"/>
                      <a:pt x="16256" y="3378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6" name="Google Shape;2956;p36"/>
              <p:cNvSpPr/>
              <p:nvPr/>
            </p:nvSpPr>
            <p:spPr>
              <a:xfrm>
                <a:off x="538226" y="204597"/>
                <a:ext cx="32512" cy="33782"/>
              </a:xfrm>
              <a:custGeom>
                <a:rect b="b" l="l" r="r" t="t"/>
                <a:pathLst>
                  <a:path extrusionOk="0" h="33782" w="32512">
                    <a:moveTo>
                      <a:pt x="16256" y="33782"/>
                    </a:moveTo>
                    <a:lnTo>
                      <a:pt x="0" y="26543"/>
                    </a:lnTo>
                    <a:cubicBezTo>
                      <a:pt x="0" y="8636"/>
                      <a:pt x="7239" y="0"/>
                      <a:pt x="16256" y="0"/>
                    </a:cubicBezTo>
                    <a:lnTo>
                      <a:pt x="32512" y="5842"/>
                    </a:lnTo>
                    <a:lnTo>
                      <a:pt x="32512" y="17653"/>
                    </a:lnTo>
                    <a:cubicBezTo>
                      <a:pt x="32512" y="26543"/>
                      <a:pt x="25273" y="33782"/>
                      <a:pt x="16256" y="3378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7" name="Google Shape;2957;p36"/>
              <p:cNvSpPr/>
              <p:nvPr/>
            </p:nvSpPr>
            <p:spPr>
              <a:xfrm>
                <a:off x="566166" y="651383"/>
                <a:ext cx="32512" cy="33782"/>
              </a:xfrm>
              <a:custGeom>
                <a:rect b="b" l="l" r="r" t="t"/>
                <a:pathLst>
                  <a:path extrusionOk="0" h="33782" w="32512">
                    <a:moveTo>
                      <a:pt x="16256" y="33782"/>
                    </a:moveTo>
                    <a:lnTo>
                      <a:pt x="0" y="26543"/>
                    </a:lnTo>
                    <a:cubicBezTo>
                      <a:pt x="0" y="8636"/>
                      <a:pt x="7239" y="0"/>
                      <a:pt x="16256" y="0"/>
                    </a:cubicBezTo>
                    <a:lnTo>
                      <a:pt x="32512" y="5842"/>
                    </a:lnTo>
                    <a:lnTo>
                      <a:pt x="32512" y="17653"/>
                    </a:lnTo>
                    <a:cubicBezTo>
                      <a:pt x="32512" y="26543"/>
                      <a:pt x="25273" y="33782"/>
                      <a:pt x="16256" y="3378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8" name="Google Shape;2958;p36"/>
              <p:cNvSpPr/>
              <p:nvPr/>
            </p:nvSpPr>
            <p:spPr>
              <a:xfrm>
                <a:off x="370586" y="790956"/>
                <a:ext cx="32512" cy="33782"/>
              </a:xfrm>
              <a:custGeom>
                <a:rect b="b" l="l" r="r" t="t"/>
                <a:pathLst>
                  <a:path extrusionOk="0" h="33782" w="32512">
                    <a:moveTo>
                      <a:pt x="16256" y="33782"/>
                    </a:moveTo>
                    <a:lnTo>
                      <a:pt x="0" y="26543"/>
                    </a:lnTo>
                    <a:cubicBezTo>
                      <a:pt x="0" y="8636"/>
                      <a:pt x="7239" y="0"/>
                      <a:pt x="16256" y="0"/>
                    </a:cubicBezTo>
                    <a:lnTo>
                      <a:pt x="32512" y="5842"/>
                    </a:lnTo>
                    <a:lnTo>
                      <a:pt x="32512" y="17653"/>
                    </a:lnTo>
                    <a:cubicBezTo>
                      <a:pt x="32512" y="26543"/>
                      <a:pt x="25273" y="33782"/>
                      <a:pt x="16256" y="3378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9" name="Google Shape;2959;p36"/>
              <p:cNvSpPr/>
              <p:nvPr/>
            </p:nvSpPr>
            <p:spPr>
              <a:xfrm>
                <a:off x="398526" y="651383"/>
                <a:ext cx="32512" cy="33782"/>
              </a:xfrm>
              <a:custGeom>
                <a:rect b="b" l="l" r="r" t="t"/>
                <a:pathLst>
                  <a:path extrusionOk="0" h="33782" w="32512">
                    <a:moveTo>
                      <a:pt x="16256" y="33782"/>
                    </a:moveTo>
                    <a:lnTo>
                      <a:pt x="0" y="26543"/>
                    </a:lnTo>
                    <a:cubicBezTo>
                      <a:pt x="0" y="8636"/>
                      <a:pt x="7239" y="0"/>
                      <a:pt x="16256" y="0"/>
                    </a:cubicBezTo>
                    <a:lnTo>
                      <a:pt x="32512" y="5842"/>
                    </a:lnTo>
                    <a:lnTo>
                      <a:pt x="32512" y="17653"/>
                    </a:lnTo>
                    <a:cubicBezTo>
                      <a:pt x="32512" y="26543"/>
                      <a:pt x="25273" y="33782"/>
                      <a:pt x="16256" y="3378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0" name="Google Shape;2960;p36"/>
              <p:cNvSpPr/>
              <p:nvPr/>
            </p:nvSpPr>
            <p:spPr>
              <a:xfrm>
                <a:off x="258953" y="595503"/>
                <a:ext cx="32512" cy="33782"/>
              </a:xfrm>
              <a:custGeom>
                <a:rect b="b" l="l" r="r" t="t"/>
                <a:pathLst>
                  <a:path extrusionOk="0" h="33782" w="32512">
                    <a:moveTo>
                      <a:pt x="16256" y="33782"/>
                    </a:moveTo>
                    <a:lnTo>
                      <a:pt x="0" y="26543"/>
                    </a:lnTo>
                    <a:cubicBezTo>
                      <a:pt x="0" y="8636"/>
                      <a:pt x="7239" y="0"/>
                      <a:pt x="16256" y="0"/>
                    </a:cubicBezTo>
                    <a:lnTo>
                      <a:pt x="32512" y="5842"/>
                    </a:lnTo>
                    <a:lnTo>
                      <a:pt x="32512" y="17653"/>
                    </a:lnTo>
                    <a:cubicBezTo>
                      <a:pt x="32512" y="26543"/>
                      <a:pt x="25273" y="33782"/>
                      <a:pt x="16256" y="3378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1" name="Google Shape;2961;p36"/>
              <p:cNvSpPr/>
              <p:nvPr/>
            </p:nvSpPr>
            <p:spPr>
              <a:xfrm>
                <a:off x="337820" y="254635"/>
                <a:ext cx="72771" cy="71882"/>
              </a:xfrm>
              <a:custGeom>
                <a:rect b="b" l="l" r="r" t="t"/>
                <a:pathLst>
                  <a:path extrusionOk="0" h="71882" w="72771">
                    <a:moveTo>
                      <a:pt x="17653" y="71882"/>
                    </a:moveTo>
                    <a:lnTo>
                      <a:pt x="15621" y="71755"/>
                    </a:lnTo>
                    <a:lnTo>
                      <a:pt x="0" y="61341"/>
                    </a:lnTo>
                    <a:cubicBezTo>
                      <a:pt x="5969" y="30734"/>
                      <a:pt x="25781" y="0"/>
                      <a:pt x="56515" y="0"/>
                    </a:cubicBezTo>
                    <a:lnTo>
                      <a:pt x="72771" y="7239"/>
                    </a:lnTo>
                    <a:cubicBezTo>
                      <a:pt x="72771" y="25146"/>
                      <a:pt x="65532" y="32385"/>
                      <a:pt x="56515" y="32385"/>
                    </a:cubicBezTo>
                    <a:cubicBezTo>
                      <a:pt x="45720" y="32385"/>
                      <a:pt x="35560" y="48260"/>
                      <a:pt x="33528" y="58674"/>
                    </a:cubicBezTo>
                    <a:lnTo>
                      <a:pt x="25273" y="7175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2" name="Google Shape;2962;p36"/>
              <p:cNvSpPr/>
              <p:nvPr/>
            </p:nvSpPr>
            <p:spPr>
              <a:xfrm>
                <a:off x="406940" y="77309"/>
                <a:ext cx="195675" cy="104428"/>
              </a:xfrm>
              <a:custGeom>
                <a:rect b="b" l="l" r="r" t="t"/>
                <a:pathLst>
                  <a:path extrusionOk="0" h="104428" w="195675">
                    <a:moveTo>
                      <a:pt x="15208" y="104428"/>
                    </a:moveTo>
                    <a:lnTo>
                      <a:pt x="2127" y="100110"/>
                    </a:lnTo>
                    <a:cubicBezTo>
                      <a:pt x="-2953" y="84870"/>
                      <a:pt x="1619" y="75726"/>
                      <a:pt x="10001" y="72805"/>
                    </a:cubicBezTo>
                    <a:lnTo>
                      <a:pt x="49117" y="57565"/>
                    </a:lnTo>
                    <a:lnTo>
                      <a:pt x="174339" y="1431"/>
                    </a:lnTo>
                    <a:cubicBezTo>
                      <a:pt x="182467" y="-2252"/>
                      <a:pt x="192119" y="1431"/>
                      <a:pt x="195675" y="9559"/>
                    </a:cubicBezTo>
                    <a:lnTo>
                      <a:pt x="195675" y="27339"/>
                    </a:lnTo>
                    <a:lnTo>
                      <a:pt x="62452" y="87029"/>
                    </a:lnTo>
                    <a:cubicBezTo>
                      <a:pt x="48736" y="93125"/>
                      <a:pt x="34512" y="98713"/>
                      <a:pt x="20288" y="103539"/>
                    </a:cubicBezTo>
                    <a:lnTo>
                      <a:pt x="16859" y="104428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3" name="Google Shape;2963;p36"/>
              <p:cNvSpPr/>
              <p:nvPr/>
            </p:nvSpPr>
            <p:spPr>
              <a:xfrm>
                <a:off x="331397" y="164918"/>
                <a:ext cx="51127" cy="35107"/>
              </a:xfrm>
              <a:custGeom>
                <a:rect b="b" l="l" r="r" t="t"/>
                <a:pathLst>
                  <a:path extrusionOk="0" h="35107" w="51127">
                    <a:moveTo>
                      <a:pt x="15313" y="34980"/>
                    </a:moveTo>
                    <a:lnTo>
                      <a:pt x="581" y="29265"/>
                    </a:lnTo>
                    <a:cubicBezTo>
                      <a:pt x="-1959" y="12374"/>
                      <a:pt x="4137" y="4119"/>
                      <a:pt x="12900" y="2849"/>
                    </a:cubicBezTo>
                    <a:lnTo>
                      <a:pt x="25727" y="817"/>
                    </a:lnTo>
                    <a:cubicBezTo>
                      <a:pt x="40840" y="-2231"/>
                      <a:pt x="49476" y="3611"/>
                      <a:pt x="51127" y="12374"/>
                    </a:cubicBezTo>
                    <a:lnTo>
                      <a:pt x="47063" y="29646"/>
                    </a:lnTo>
                    <a:cubicBezTo>
                      <a:pt x="31442" y="32694"/>
                      <a:pt x="24584" y="33837"/>
                      <a:pt x="17726" y="34853"/>
                    </a:cubicBezTo>
                    <a:lnTo>
                      <a:pt x="16075" y="35107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4" name="Google Shape;2964;p36"/>
              <p:cNvSpPr/>
              <p:nvPr/>
            </p:nvSpPr>
            <p:spPr>
              <a:xfrm>
                <a:off x="264287" y="174137"/>
                <a:ext cx="43688" cy="34016"/>
              </a:xfrm>
              <a:custGeom>
                <a:rect b="b" l="l" r="r" t="t"/>
                <a:pathLst>
                  <a:path extrusionOk="0" h="34016" w="43688">
                    <a:moveTo>
                      <a:pt x="15494" y="34016"/>
                    </a:moveTo>
                    <a:lnTo>
                      <a:pt x="381" y="27920"/>
                    </a:lnTo>
                    <a:cubicBezTo>
                      <a:pt x="-1651" y="10775"/>
                      <a:pt x="4699" y="2774"/>
                      <a:pt x="13589" y="1631"/>
                    </a:cubicBezTo>
                    <a:lnTo>
                      <a:pt x="25654" y="107"/>
                    </a:lnTo>
                    <a:cubicBezTo>
                      <a:pt x="34544" y="-909"/>
                      <a:pt x="42545" y="5441"/>
                      <a:pt x="43688" y="14331"/>
                    </a:cubicBezTo>
                    <a:lnTo>
                      <a:pt x="38354" y="31222"/>
                    </a:lnTo>
                    <a:lnTo>
                      <a:pt x="17399" y="33762"/>
                    </a:lnTo>
                    <a:lnTo>
                      <a:pt x="16129" y="33889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5" name="Google Shape;2965;p36"/>
              <p:cNvSpPr/>
              <p:nvPr/>
            </p:nvSpPr>
            <p:spPr>
              <a:xfrm>
                <a:off x="63500" y="63500"/>
                <a:ext cx="746506" cy="842391"/>
              </a:xfrm>
              <a:custGeom>
                <a:rect b="b" l="l" r="r" t="t"/>
                <a:pathLst>
                  <a:path extrusionOk="0" h="842391" w="746506">
                    <a:moveTo>
                      <a:pt x="421132" y="842264"/>
                    </a:moveTo>
                    <a:cubicBezTo>
                      <a:pt x="188976" y="842264"/>
                      <a:pt x="0" y="653415"/>
                      <a:pt x="0" y="421132"/>
                    </a:cubicBezTo>
                    <a:cubicBezTo>
                      <a:pt x="0" y="188849"/>
                      <a:pt x="188976" y="0"/>
                      <a:pt x="421132" y="0"/>
                    </a:cubicBezTo>
                    <a:cubicBezTo>
                      <a:pt x="544449" y="0"/>
                      <a:pt x="661162" y="53975"/>
                      <a:pt x="741553" y="148082"/>
                    </a:cubicBezTo>
                    <a:lnTo>
                      <a:pt x="746506" y="165100"/>
                    </a:lnTo>
                    <a:cubicBezTo>
                      <a:pt x="732917" y="176657"/>
                      <a:pt x="722630" y="175895"/>
                      <a:pt x="716915" y="169164"/>
                    </a:cubicBezTo>
                    <a:cubicBezTo>
                      <a:pt x="642747" y="82169"/>
                      <a:pt x="534924" y="32385"/>
                      <a:pt x="421132" y="32385"/>
                    </a:cubicBezTo>
                    <a:cubicBezTo>
                      <a:pt x="206756" y="32385"/>
                      <a:pt x="32385" y="206756"/>
                      <a:pt x="32385" y="421132"/>
                    </a:cubicBezTo>
                    <a:cubicBezTo>
                      <a:pt x="32385" y="635508"/>
                      <a:pt x="206756" y="809879"/>
                      <a:pt x="421132" y="809879"/>
                    </a:cubicBezTo>
                    <a:cubicBezTo>
                      <a:pt x="531749" y="809879"/>
                      <a:pt x="637540" y="762381"/>
                      <a:pt x="711327" y="679577"/>
                    </a:cubicBezTo>
                    <a:lnTo>
                      <a:pt x="727583" y="672338"/>
                    </a:lnTo>
                    <a:cubicBezTo>
                      <a:pt x="740918" y="684276"/>
                      <a:pt x="741553" y="694436"/>
                      <a:pt x="735584" y="701167"/>
                    </a:cubicBezTo>
                    <a:cubicBezTo>
                      <a:pt x="655574" y="790956"/>
                      <a:pt x="541020" y="842391"/>
                      <a:pt x="421259" y="84239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6" name="Google Shape;2966;p36"/>
              <p:cNvSpPr/>
              <p:nvPr/>
            </p:nvSpPr>
            <p:spPr>
              <a:xfrm>
                <a:off x="792480" y="63500"/>
                <a:ext cx="259207" cy="971804"/>
              </a:xfrm>
              <a:custGeom>
                <a:rect b="b" l="l" r="r" t="t"/>
                <a:pathLst>
                  <a:path extrusionOk="0" h="971804" w="259207">
                    <a:moveTo>
                      <a:pt x="129540" y="32385"/>
                    </a:moveTo>
                    <a:cubicBezTo>
                      <a:pt x="102743" y="32385"/>
                      <a:pt x="80899" y="54229"/>
                      <a:pt x="80899" y="81026"/>
                    </a:cubicBezTo>
                    <a:lnTo>
                      <a:pt x="80899" y="749300"/>
                    </a:lnTo>
                    <a:cubicBezTo>
                      <a:pt x="80899" y="754507"/>
                      <a:pt x="78359" y="759460"/>
                      <a:pt x="74041" y="762508"/>
                    </a:cubicBezTo>
                    <a:cubicBezTo>
                      <a:pt x="47498" y="781177"/>
                      <a:pt x="32385" y="810260"/>
                      <a:pt x="32385" y="842264"/>
                    </a:cubicBezTo>
                    <a:cubicBezTo>
                      <a:pt x="32385" y="895858"/>
                      <a:pt x="75946" y="939419"/>
                      <a:pt x="129540" y="939419"/>
                    </a:cubicBezTo>
                    <a:cubicBezTo>
                      <a:pt x="183134" y="939419"/>
                      <a:pt x="226695" y="895858"/>
                      <a:pt x="226695" y="842264"/>
                    </a:cubicBezTo>
                    <a:cubicBezTo>
                      <a:pt x="226695" y="810260"/>
                      <a:pt x="211455" y="781177"/>
                      <a:pt x="185039" y="762508"/>
                    </a:cubicBezTo>
                    <a:lnTo>
                      <a:pt x="178181" y="754507"/>
                    </a:lnTo>
                    <a:lnTo>
                      <a:pt x="178181" y="81026"/>
                    </a:lnTo>
                    <a:cubicBezTo>
                      <a:pt x="178181" y="54229"/>
                      <a:pt x="156337" y="32385"/>
                      <a:pt x="129540" y="32385"/>
                    </a:cubicBezTo>
                    <a:moveTo>
                      <a:pt x="129540" y="971804"/>
                    </a:moveTo>
                    <a:cubicBezTo>
                      <a:pt x="58039" y="971804"/>
                      <a:pt x="0" y="913638"/>
                      <a:pt x="0" y="842264"/>
                    </a:cubicBezTo>
                    <a:cubicBezTo>
                      <a:pt x="0" y="802386"/>
                      <a:pt x="17653" y="766064"/>
                      <a:pt x="48641" y="741172"/>
                    </a:cubicBezTo>
                    <a:lnTo>
                      <a:pt x="48641" y="81026"/>
                    </a:lnTo>
                    <a:cubicBezTo>
                      <a:pt x="48514" y="36322"/>
                      <a:pt x="84836" y="0"/>
                      <a:pt x="129540" y="0"/>
                    </a:cubicBezTo>
                    <a:cubicBezTo>
                      <a:pt x="174244" y="0"/>
                      <a:pt x="210566" y="36322"/>
                      <a:pt x="210566" y="81026"/>
                    </a:cubicBezTo>
                    <a:lnTo>
                      <a:pt x="210566" y="741172"/>
                    </a:lnTo>
                    <a:cubicBezTo>
                      <a:pt x="241554" y="766064"/>
                      <a:pt x="259207" y="802386"/>
                      <a:pt x="259207" y="842264"/>
                    </a:cubicBezTo>
                    <a:cubicBezTo>
                      <a:pt x="259207" y="913765"/>
                      <a:pt x="201041" y="971804"/>
                      <a:pt x="129667" y="9718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7" name="Google Shape;2967;p36"/>
              <p:cNvSpPr/>
              <p:nvPr/>
            </p:nvSpPr>
            <p:spPr>
              <a:xfrm>
                <a:off x="938276" y="355092"/>
                <a:ext cx="64770" cy="32385"/>
              </a:xfrm>
              <a:custGeom>
                <a:rect b="b" l="l" r="r" t="t"/>
                <a:pathLst>
                  <a:path extrusionOk="0" h="32385" w="64770">
                    <a:moveTo>
                      <a:pt x="48514" y="32385"/>
                    </a:moveTo>
                    <a:lnTo>
                      <a:pt x="16129" y="32385"/>
                    </a:lnTo>
                    <a:cubicBezTo>
                      <a:pt x="7239" y="32385"/>
                      <a:pt x="0" y="25146"/>
                      <a:pt x="0" y="16256"/>
                    </a:cubicBezTo>
                    <a:lnTo>
                      <a:pt x="7239" y="0"/>
                    </a:lnTo>
                    <a:lnTo>
                      <a:pt x="48514" y="0"/>
                    </a:lnTo>
                    <a:cubicBezTo>
                      <a:pt x="57531" y="0"/>
                      <a:pt x="64770" y="7239"/>
                      <a:pt x="64770" y="16256"/>
                    </a:cubicBezTo>
                    <a:lnTo>
                      <a:pt x="57531" y="3238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8" name="Google Shape;2968;p36"/>
              <p:cNvSpPr/>
              <p:nvPr/>
            </p:nvSpPr>
            <p:spPr>
              <a:xfrm>
                <a:off x="938276" y="257937"/>
                <a:ext cx="64770" cy="32385"/>
              </a:xfrm>
              <a:custGeom>
                <a:rect b="b" l="l" r="r" t="t"/>
                <a:pathLst>
                  <a:path extrusionOk="0" h="32385" w="64770">
                    <a:moveTo>
                      <a:pt x="48514" y="32385"/>
                    </a:moveTo>
                    <a:lnTo>
                      <a:pt x="16129" y="32385"/>
                    </a:lnTo>
                    <a:cubicBezTo>
                      <a:pt x="7239" y="32385"/>
                      <a:pt x="0" y="25146"/>
                      <a:pt x="0" y="16256"/>
                    </a:cubicBezTo>
                    <a:lnTo>
                      <a:pt x="7239" y="0"/>
                    </a:lnTo>
                    <a:lnTo>
                      <a:pt x="48514" y="0"/>
                    </a:lnTo>
                    <a:cubicBezTo>
                      <a:pt x="57531" y="0"/>
                      <a:pt x="64770" y="7239"/>
                      <a:pt x="64770" y="16256"/>
                    </a:cubicBezTo>
                    <a:lnTo>
                      <a:pt x="57531" y="3238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9" name="Google Shape;2969;p36"/>
              <p:cNvSpPr/>
              <p:nvPr/>
            </p:nvSpPr>
            <p:spPr>
              <a:xfrm>
                <a:off x="938276" y="549402"/>
                <a:ext cx="64770" cy="32385"/>
              </a:xfrm>
              <a:custGeom>
                <a:rect b="b" l="l" r="r" t="t"/>
                <a:pathLst>
                  <a:path extrusionOk="0" h="32385" w="64770">
                    <a:moveTo>
                      <a:pt x="48514" y="32385"/>
                    </a:moveTo>
                    <a:lnTo>
                      <a:pt x="16129" y="32385"/>
                    </a:lnTo>
                    <a:cubicBezTo>
                      <a:pt x="7239" y="32385"/>
                      <a:pt x="0" y="25146"/>
                      <a:pt x="0" y="16256"/>
                    </a:cubicBezTo>
                    <a:lnTo>
                      <a:pt x="7239" y="0"/>
                    </a:lnTo>
                    <a:lnTo>
                      <a:pt x="48514" y="0"/>
                    </a:lnTo>
                    <a:cubicBezTo>
                      <a:pt x="57531" y="0"/>
                      <a:pt x="64770" y="7239"/>
                      <a:pt x="64770" y="16256"/>
                    </a:cubicBezTo>
                    <a:lnTo>
                      <a:pt x="57531" y="3238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0" name="Google Shape;2970;p36"/>
              <p:cNvSpPr/>
              <p:nvPr/>
            </p:nvSpPr>
            <p:spPr>
              <a:xfrm>
                <a:off x="938276" y="452247"/>
                <a:ext cx="64770" cy="32385"/>
              </a:xfrm>
              <a:custGeom>
                <a:rect b="b" l="l" r="r" t="t"/>
                <a:pathLst>
                  <a:path extrusionOk="0" h="32385" w="64770">
                    <a:moveTo>
                      <a:pt x="48514" y="32385"/>
                    </a:moveTo>
                    <a:lnTo>
                      <a:pt x="16129" y="32385"/>
                    </a:lnTo>
                    <a:cubicBezTo>
                      <a:pt x="7239" y="32385"/>
                      <a:pt x="0" y="25146"/>
                      <a:pt x="0" y="16256"/>
                    </a:cubicBezTo>
                    <a:lnTo>
                      <a:pt x="7239" y="0"/>
                    </a:lnTo>
                    <a:lnTo>
                      <a:pt x="48514" y="0"/>
                    </a:lnTo>
                    <a:cubicBezTo>
                      <a:pt x="57531" y="0"/>
                      <a:pt x="64770" y="7239"/>
                      <a:pt x="64770" y="16256"/>
                    </a:cubicBezTo>
                    <a:lnTo>
                      <a:pt x="57531" y="3238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1" name="Google Shape;2971;p36"/>
              <p:cNvSpPr/>
              <p:nvPr/>
            </p:nvSpPr>
            <p:spPr>
              <a:xfrm>
                <a:off x="938276" y="743839"/>
                <a:ext cx="64770" cy="32385"/>
              </a:xfrm>
              <a:custGeom>
                <a:rect b="b" l="l" r="r" t="t"/>
                <a:pathLst>
                  <a:path extrusionOk="0" h="32385" w="64770">
                    <a:moveTo>
                      <a:pt x="48514" y="32385"/>
                    </a:moveTo>
                    <a:lnTo>
                      <a:pt x="16129" y="32385"/>
                    </a:lnTo>
                    <a:cubicBezTo>
                      <a:pt x="7239" y="32385"/>
                      <a:pt x="0" y="25146"/>
                      <a:pt x="0" y="16256"/>
                    </a:cubicBezTo>
                    <a:lnTo>
                      <a:pt x="7239" y="0"/>
                    </a:lnTo>
                    <a:lnTo>
                      <a:pt x="48514" y="0"/>
                    </a:lnTo>
                    <a:cubicBezTo>
                      <a:pt x="57531" y="0"/>
                      <a:pt x="64770" y="7239"/>
                      <a:pt x="64770" y="16256"/>
                    </a:cubicBezTo>
                    <a:lnTo>
                      <a:pt x="57531" y="3238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2" name="Google Shape;2972;p36"/>
              <p:cNvSpPr/>
              <p:nvPr/>
            </p:nvSpPr>
            <p:spPr>
              <a:xfrm>
                <a:off x="938276" y="646684"/>
                <a:ext cx="64770" cy="32385"/>
              </a:xfrm>
              <a:custGeom>
                <a:rect b="b" l="l" r="r" t="t"/>
                <a:pathLst>
                  <a:path extrusionOk="0" h="32385" w="64770">
                    <a:moveTo>
                      <a:pt x="48514" y="32385"/>
                    </a:moveTo>
                    <a:lnTo>
                      <a:pt x="16129" y="32385"/>
                    </a:lnTo>
                    <a:cubicBezTo>
                      <a:pt x="7239" y="32385"/>
                      <a:pt x="0" y="25146"/>
                      <a:pt x="0" y="16256"/>
                    </a:cubicBezTo>
                    <a:lnTo>
                      <a:pt x="7239" y="0"/>
                    </a:lnTo>
                    <a:lnTo>
                      <a:pt x="48514" y="0"/>
                    </a:lnTo>
                    <a:cubicBezTo>
                      <a:pt x="57531" y="0"/>
                      <a:pt x="64770" y="7239"/>
                      <a:pt x="64770" y="16256"/>
                    </a:cubicBezTo>
                    <a:lnTo>
                      <a:pt x="57531" y="3238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973" name="Google Shape;2973;p36"/>
            <p:cNvSpPr/>
            <p:nvPr/>
          </p:nvSpPr>
          <p:spPr>
            <a:xfrm>
              <a:off x="408" y="88924"/>
              <a:ext cx="556419" cy="558405"/>
            </a:xfrm>
            <a:custGeom>
              <a:rect b="b" l="l" r="r" t="t"/>
              <a:pathLst>
                <a:path extrusionOk="0" h="939283" w="935944">
                  <a:moveTo>
                    <a:pt x="594308" y="304156"/>
                  </a:moveTo>
                  <a:cubicBezTo>
                    <a:pt x="562304" y="328794"/>
                    <a:pt x="536650" y="358512"/>
                    <a:pt x="515060" y="395850"/>
                  </a:cubicBezTo>
                  <a:lnTo>
                    <a:pt x="522934" y="395596"/>
                  </a:lnTo>
                  <a:cubicBezTo>
                    <a:pt x="536523" y="387976"/>
                    <a:pt x="547953" y="381118"/>
                    <a:pt x="559256" y="374387"/>
                  </a:cubicBezTo>
                  <a:lnTo>
                    <a:pt x="562177" y="372355"/>
                  </a:lnTo>
                  <a:cubicBezTo>
                    <a:pt x="576147" y="350003"/>
                    <a:pt x="587069" y="328032"/>
                    <a:pt x="594308" y="304156"/>
                  </a:cubicBezTo>
                  <a:moveTo>
                    <a:pt x="385774" y="620259"/>
                  </a:moveTo>
                  <a:cubicBezTo>
                    <a:pt x="338784" y="635118"/>
                    <a:pt x="293826" y="676901"/>
                    <a:pt x="284682" y="713477"/>
                  </a:cubicBezTo>
                  <a:cubicBezTo>
                    <a:pt x="324560" y="689474"/>
                    <a:pt x="357834" y="659121"/>
                    <a:pt x="385774" y="620259"/>
                  </a:cubicBezTo>
                  <a:moveTo>
                    <a:pt x="626312" y="347209"/>
                  </a:moveTo>
                  <a:cubicBezTo>
                    <a:pt x="636218" y="344034"/>
                    <a:pt x="646632" y="342891"/>
                    <a:pt x="655522" y="335017"/>
                  </a:cubicBezTo>
                  <a:cubicBezTo>
                    <a:pt x="675715" y="317110"/>
                    <a:pt x="694257" y="297806"/>
                    <a:pt x="709243" y="275454"/>
                  </a:cubicBezTo>
                  <a:lnTo>
                    <a:pt x="730452" y="240910"/>
                  </a:lnTo>
                  <a:cubicBezTo>
                    <a:pt x="729690" y="239894"/>
                    <a:pt x="728928" y="238878"/>
                    <a:pt x="728166" y="237862"/>
                  </a:cubicBezTo>
                  <a:lnTo>
                    <a:pt x="664031" y="260341"/>
                  </a:lnTo>
                  <a:cubicBezTo>
                    <a:pt x="654379" y="263643"/>
                    <a:pt x="649934" y="269485"/>
                    <a:pt x="647394" y="279518"/>
                  </a:cubicBezTo>
                  <a:lnTo>
                    <a:pt x="626312" y="347209"/>
                  </a:lnTo>
                  <a:moveTo>
                    <a:pt x="325322" y="574666"/>
                  </a:moveTo>
                  <a:lnTo>
                    <a:pt x="243661" y="575428"/>
                  </a:lnTo>
                  <a:cubicBezTo>
                    <a:pt x="176605" y="571745"/>
                    <a:pt x="155142" y="570094"/>
                    <a:pt x="98627" y="534026"/>
                  </a:cubicBezTo>
                  <a:cubicBezTo>
                    <a:pt x="87451" y="526914"/>
                    <a:pt x="84530" y="514341"/>
                    <a:pt x="91007" y="503927"/>
                  </a:cubicBezTo>
                  <a:cubicBezTo>
                    <a:pt x="97611" y="493386"/>
                    <a:pt x="110311" y="490465"/>
                    <a:pt x="121995" y="497831"/>
                  </a:cubicBezTo>
                  <a:cubicBezTo>
                    <a:pt x="161238" y="522469"/>
                    <a:pt x="163397" y="519929"/>
                    <a:pt x="209117" y="528057"/>
                  </a:cubicBezTo>
                  <a:cubicBezTo>
                    <a:pt x="251916" y="535677"/>
                    <a:pt x="294715" y="535042"/>
                    <a:pt x="337387" y="526787"/>
                  </a:cubicBezTo>
                  <a:lnTo>
                    <a:pt x="340562" y="525771"/>
                  </a:lnTo>
                  <a:lnTo>
                    <a:pt x="340308" y="518786"/>
                  </a:lnTo>
                  <a:cubicBezTo>
                    <a:pt x="285444" y="459985"/>
                    <a:pt x="221055" y="423790"/>
                    <a:pt x="144855" y="409820"/>
                  </a:cubicBezTo>
                  <a:cubicBezTo>
                    <a:pt x="122249" y="405756"/>
                    <a:pt x="45668" y="401819"/>
                    <a:pt x="22681" y="400168"/>
                  </a:cubicBezTo>
                  <a:lnTo>
                    <a:pt x="5790" y="396485"/>
                  </a:lnTo>
                  <a:cubicBezTo>
                    <a:pt x="-1957" y="379975"/>
                    <a:pt x="-1195" y="372482"/>
                    <a:pt x="3758" y="365624"/>
                  </a:cubicBezTo>
                  <a:lnTo>
                    <a:pt x="15569" y="356988"/>
                  </a:lnTo>
                  <a:cubicBezTo>
                    <a:pt x="86943" y="356353"/>
                    <a:pt x="200354" y="373879"/>
                    <a:pt x="257123" y="402200"/>
                  </a:cubicBezTo>
                  <a:cubicBezTo>
                    <a:pt x="286968" y="417059"/>
                    <a:pt x="314400" y="435474"/>
                    <a:pt x="339546" y="457445"/>
                  </a:cubicBezTo>
                  <a:lnTo>
                    <a:pt x="343483" y="460493"/>
                  </a:lnTo>
                  <a:lnTo>
                    <a:pt x="353135" y="448936"/>
                  </a:lnTo>
                  <a:cubicBezTo>
                    <a:pt x="331037" y="426203"/>
                    <a:pt x="318083" y="415408"/>
                    <a:pt x="302335" y="407153"/>
                  </a:cubicBezTo>
                  <a:lnTo>
                    <a:pt x="253440" y="376165"/>
                  </a:lnTo>
                  <a:cubicBezTo>
                    <a:pt x="234263" y="366513"/>
                    <a:pt x="214070" y="357750"/>
                    <a:pt x="193369" y="353051"/>
                  </a:cubicBezTo>
                  <a:lnTo>
                    <a:pt x="115518" y="343399"/>
                  </a:lnTo>
                  <a:cubicBezTo>
                    <a:pt x="101421" y="342002"/>
                    <a:pt x="92150" y="335525"/>
                    <a:pt x="91134" y="323714"/>
                  </a:cubicBezTo>
                  <a:cubicBezTo>
                    <a:pt x="89864" y="310633"/>
                    <a:pt x="99008" y="299584"/>
                    <a:pt x="112724" y="300219"/>
                  </a:cubicBezTo>
                  <a:lnTo>
                    <a:pt x="176478" y="304791"/>
                  </a:lnTo>
                  <a:cubicBezTo>
                    <a:pt x="179018" y="304918"/>
                    <a:pt x="181558" y="305426"/>
                    <a:pt x="185495" y="305807"/>
                  </a:cubicBezTo>
                  <a:lnTo>
                    <a:pt x="183082" y="301235"/>
                  </a:lnTo>
                  <a:cubicBezTo>
                    <a:pt x="171144" y="279264"/>
                    <a:pt x="136219" y="207890"/>
                    <a:pt x="125932" y="187316"/>
                  </a:cubicBezTo>
                  <a:cubicBezTo>
                    <a:pt x="118566" y="172457"/>
                    <a:pt x="123011" y="159630"/>
                    <a:pt x="135584" y="154550"/>
                  </a:cubicBezTo>
                  <a:cubicBezTo>
                    <a:pt x="147903" y="149597"/>
                    <a:pt x="159079" y="155312"/>
                    <a:pt x="165429" y="170171"/>
                  </a:cubicBezTo>
                  <a:cubicBezTo>
                    <a:pt x="178383" y="200397"/>
                    <a:pt x="218769" y="279391"/>
                    <a:pt x="240613" y="304029"/>
                  </a:cubicBezTo>
                  <a:cubicBezTo>
                    <a:pt x="254837" y="320031"/>
                    <a:pt x="269950" y="334509"/>
                    <a:pt x="289762" y="344161"/>
                  </a:cubicBezTo>
                  <a:lnTo>
                    <a:pt x="331164" y="370704"/>
                  </a:lnTo>
                  <a:cubicBezTo>
                    <a:pt x="350468" y="385436"/>
                    <a:pt x="373074" y="390897"/>
                    <a:pt x="395680" y="396358"/>
                  </a:cubicBezTo>
                  <a:lnTo>
                    <a:pt x="406983" y="391786"/>
                  </a:lnTo>
                  <a:cubicBezTo>
                    <a:pt x="420445" y="388230"/>
                    <a:pt x="421715" y="383277"/>
                    <a:pt x="422985" y="376546"/>
                  </a:cubicBezTo>
                  <a:cubicBezTo>
                    <a:pt x="425271" y="364608"/>
                    <a:pt x="423620" y="353813"/>
                    <a:pt x="420064" y="342129"/>
                  </a:cubicBezTo>
                  <a:lnTo>
                    <a:pt x="401522" y="266818"/>
                  </a:lnTo>
                  <a:cubicBezTo>
                    <a:pt x="400633" y="263008"/>
                    <a:pt x="399490" y="258944"/>
                    <a:pt x="397458" y="255642"/>
                  </a:cubicBezTo>
                  <a:cubicBezTo>
                    <a:pt x="373709" y="217034"/>
                    <a:pt x="343229" y="184649"/>
                    <a:pt x="306526" y="158233"/>
                  </a:cubicBezTo>
                  <a:lnTo>
                    <a:pt x="297509" y="150740"/>
                  </a:lnTo>
                  <a:cubicBezTo>
                    <a:pt x="290143" y="137659"/>
                    <a:pt x="293064" y="127118"/>
                    <a:pt x="300430" y="120895"/>
                  </a:cubicBezTo>
                  <a:cubicBezTo>
                    <a:pt x="307796" y="114672"/>
                    <a:pt x="318591" y="113402"/>
                    <a:pt x="326846" y="120006"/>
                  </a:cubicBezTo>
                  <a:lnTo>
                    <a:pt x="387298" y="171568"/>
                  </a:lnTo>
                  <a:cubicBezTo>
                    <a:pt x="391997" y="175632"/>
                    <a:pt x="395934" y="180712"/>
                    <a:pt x="400887" y="186173"/>
                  </a:cubicBezTo>
                  <a:lnTo>
                    <a:pt x="408380" y="148200"/>
                  </a:lnTo>
                  <a:cubicBezTo>
                    <a:pt x="412317" y="133214"/>
                    <a:pt x="446099" y="30217"/>
                    <a:pt x="451306" y="15612"/>
                  </a:cubicBezTo>
                  <a:cubicBezTo>
                    <a:pt x="455751" y="2658"/>
                    <a:pt x="467562" y="-2803"/>
                    <a:pt x="479373" y="1388"/>
                  </a:cubicBezTo>
                  <a:cubicBezTo>
                    <a:pt x="490930" y="5579"/>
                    <a:pt x="496264" y="17644"/>
                    <a:pt x="491438" y="30725"/>
                  </a:cubicBezTo>
                  <a:cubicBezTo>
                    <a:pt x="478484" y="66285"/>
                    <a:pt x="442543" y="190872"/>
                    <a:pt x="442416" y="228845"/>
                  </a:cubicBezTo>
                  <a:cubicBezTo>
                    <a:pt x="442289" y="243069"/>
                    <a:pt x="445337" y="255515"/>
                    <a:pt x="454354" y="267580"/>
                  </a:cubicBezTo>
                  <a:lnTo>
                    <a:pt x="457148" y="262119"/>
                  </a:lnTo>
                  <a:cubicBezTo>
                    <a:pt x="486104" y="203064"/>
                    <a:pt x="491565" y="184903"/>
                    <a:pt x="541730" y="147057"/>
                  </a:cubicBezTo>
                  <a:lnTo>
                    <a:pt x="557224" y="139437"/>
                  </a:lnTo>
                  <a:cubicBezTo>
                    <a:pt x="573480" y="147057"/>
                    <a:pt x="577544" y="153153"/>
                    <a:pt x="578179" y="161154"/>
                  </a:cubicBezTo>
                  <a:lnTo>
                    <a:pt x="574242" y="176902"/>
                  </a:lnTo>
                  <a:cubicBezTo>
                    <a:pt x="534364" y="206747"/>
                    <a:pt x="540587" y="207255"/>
                    <a:pt x="518362" y="241418"/>
                  </a:cubicBezTo>
                  <a:cubicBezTo>
                    <a:pt x="502741" y="265421"/>
                    <a:pt x="490422" y="291075"/>
                    <a:pt x="480770" y="318126"/>
                  </a:cubicBezTo>
                  <a:lnTo>
                    <a:pt x="477214" y="334128"/>
                  </a:lnTo>
                  <a:cubicBezTo>
                    <a:pt x="481786" y="348352"/>
                    <a:pt x="482802" y="354448"/>
                    <a:pt x="484326" y="361052"/>
                  </a:cubicBezTo>
                  <a:lnTo>
                    <a:pt x="514679" y="321047"/>
                  </a:lnTo>
                  <a:cubicBezTo>
                    <a:pt x="540333" y="289805"/>
                    <a:pt x="570686" y="263643"/>
                    <a:pt x="605357" y="242815"/>
                  </a:cubicBezTo>
                  <a:lnTo>
                    <a:pt x="613104" y="236719"/>
                  </a:lnTo>
                  <a:cubicBezTo>
                    <a:pt x="613485" y="207128"/>
                    <a:pt x="614247" y="139564"/>
                    <a:pt x="614882" y="116069"/>
                  </a:cubicBezTo>
                  <a:lnTo>
                    <a:pt x="614501" y="111497"/>
                  </a:lnTo>
                  <a:cubicBezTo>
                    <a:pt x="614120" y="95622"/>
                    <a:pt x="622756" y="85716"/>
                    <a:pt x="635075" y="85208"/>
                  </a:cubicBezTo>
                  <a:cubicBezTo>
                    <a:pt x="647013" y="84700"/>
                    <a:pt x="656919" y="93590"/>
                    <a:pt x="657554" y="106671"/>
                  </a:cubicBezTo>
                  <a:cubicBezTo>
                    <a:pt x="658316" y="126483"/>
                    <a:pt x="658316" y="190237"/>
                    <a:pt x="658570" y="210176"/>
                  </a:cubicBezTo>
                  <a:lnTo>
                    <a:pt x="658570" y="212970"/>
                  </a:lnTo>
                  <a:lnTo>
                    <a:pt x="666952" y="212462"/>
                  </a:lnTo>
                  <a:cubicBezTo>
                    <a:pt x="687780" y="206366"/>
                    <a:pt x="704544" y="201159"/>
                    <a:pt x="721689" y="196968"/>
                  </a:cubicBezTo>
                  <a:cubicBezTo>
                    <a:pt x="743406" y="191761"/>
                    <a:pt x="755725" y="204842"/>
                    <a:pt x="750391" y="227194"/>
                  </a:cubicBezTo>
                  <a:lnTo>
                    <a:pt x="754201" y="228210"/>
                  </a:lnTo>
                  <a:cubicBezTo>
                    <a:pt x="770330" y="233544"/>
                    <a:pt x="776553" y="247133"/>
                    <a:pt x="768679" y="260595"/>
                  </a:cubicBezTo>
                  <a:lnTo>
                    <a:pt x="730452" y="320158"/>
                  </a:lnTo>
                  <a:cubicBezTo>
                    <a:pt x="728166" y="323714"/>
                    <a:pt x="725118" y="326889"/>
                    <a:pt x="721308" y="331461"/>
                  </a:cubicBezTo>
                  <a:lnTo>
                    <a:pt x="727912" y="331842"/>
                  </a:lnTo>
                  <a:cubicBezTo>
                    <a:pt x="760043" y="331969"/>
                    <a:pt x="757757" y="329810"/>
                    <a:pt x="786586" y="336668"/>
                  </a:cubicBezTo>
                  <a:cubicBezTo>
                    <a:pt x="800683" y="339970"/>
                    <a:pt x="808049" y="350511"/>
                    <a:pt x="805255" y="362957"/>
                  </a:cubicBezTo>
                  <a:cubicBezTo>
                    <a:pt x="802461" y="375403"/>
                    <a:pt x="791412" y="382007"/>
                    <a:pt x="777188" y="378832"/>
                  </a:cubicBezTo>
                  <a:cubicBezTo>
                    <a:pt x="731595" y="368672"/>
                    <a:pt x="717244" y="372101"/>
                    <a:pt x="671270" y="381245"/>
                  </a:cubicBezTo>
                  <a:lnTo>
                    <a:pt x="663142" y="384039"/>
                  </a:lnTo>
                  <a:cubicBezTo>
                    <a:pt x="635329" y="403089"/>
                    <a:pt x="609421" y="416678"/>
                    <a:pt x="581735" y="427092"/>
                  </a:cubicBezTo>
                  <a:lnTo>
                    <a:pt x="572591" y="432807"/>
                  </a:lnTo>
                  <a:lnTo>
                    <a:pt x="567257" y="442840"/>
                  </a:lnTo>
                  <a:cubicBezTo>
                    <a:pt x="570051" y="451857"/>
                    <a:pt x="574242" y="457572"/>
                    <a:pt x="575131" y="463922"/>
                  </a:cubicBezTo>
                  <a:cubicBezTo>
                    <a:pt x="576782" y="474463"/>
                    <a:pt x="583513" y="479416"/>
                    <a:pt x="591895" y="483988"/>
                  </a:cubicBezTo>
                  <a:cubicBezTo>
                    <a:pt x="670254" y="527549"/>
                    <a:pt x="815161" y="520691"/>
                    <a:pt x="900378" y="493132"/>
                  </a:cubicBezTo>
                  <a:lnTo>
                    <a:pt x="904696" y="491608"/>
                  </a:lnTo>
                  <a:cubicBezTo>
                    <a:pt x="919428" y="487290"/>
                    <a:pt x="930985" y="492878"/>
                    <a:pt x="934795" y="504435"/>
                  </a:cubicBezTo>
                  <a:cubicBezTo>
                    <a:pt x="938478" y="515611"/>
                    <a:pt x="933144" y="527549"/>
                    <a:pt x="921079" y="531359"/>
                  </a:cubicBezTo>
                  <a:lnTo>
                    <a:pt x="865326" y="546599"/>
                  </a:lnTo>
                  <a:cubicBezTo>
                    <a:pt x="855293" y="549012"/>
                    <a:pt x="782014" y="564633"/>
                    <a:pt x="770203" y="566411"/>
                  </a:cubicBezTo>
                  <a:lnTo>
                    <a:pt x="775410" y="570602"/>
                  </a:lnTo>
                  <a:cubicBezTo>
                    <a:pt x="794206" y="587747"/>
                    <a:pt x="811351" y="602733"/>
                    <a:pt x="827607" y="618735"/>
                  </a:cubicBezTo>
                  <a:cubicBezTo>
                    <a:pt x="839037" y="630038"/>
                    <a:pt x="838910" y="643246"/>
                    <a:pt x="829131" y="652263"/>
                  </a:cubicBezTo>
                  <a:cubicBezTo>
                    <a:pt x="819352" y="661280"/>
                    <a:pt x="806525" y="659756"/>
                    <a:pt x="795730" y="647818"/>
                  </a:cubicBezTo>
                  <a:cubicBezTo>
                    <a:pt x="747470" y="594859"/>
                    <a:pt x="688161" y="561712"/>
                    <a:pt x="617676" y="548631"/>
                  </a:cubicBezTo>
                  <a:lnTo>
                    <a:pt x="580846" y="544186"/>
                  </a:lnTo>
                  <a:cubicBezTo>
                    <a:pt x="573988" y="543297"/>
                    <a:pt x="570559" y="545710"/>
                    <a:pt x="569924" y="552949"/>
                  </a:cubicBezTo>
                  <a:lnTo>
                    <a:pt x="616787" y="563109"/>
                  </a:lnTo>
                  <a:cubicBezTo>
                    <a:pt x="694003" y="583175"/>
                    <a:pt x="813383" y="677663"/>
                    <a:pt x="866596" y="736972"/>
                  </a:cubicBezTo>
                  <a:cubicBezTo>
                    <a:pt x="876121" y="747513"/>
                    <a:pt x="875994" y="760848"/>
                    <a:pt x="866596" y="769357"/>
                  </a:cubicBezTo>
                  <a:cubicBezTo>
                    <a:pt x="857071" y="777993"/>
                    <a:pt x="844371" y="776977"/>
                    <a:pt x="834465" y="765928"/>
                  </a:cubicBezTo>
                  <a:cubicBezTo>
                    <a:pt x="795984" y="723002"/>
                    <a:pt x="695781" y="637023"/>
                    <a:pt x="641933" y="616449"/>
                  </a:cubicBezTo>
                  <a:cubicBezTo>
                    <a:pt x="611580" y="604892"/>
                    <a:pt x="580084" y="598034"/>
                    <a:pt x="547826" y="594732"/>
                  </a:cubicBezTo>
                  <a:lnTo>
                    <a:pt x="533856" y="594732"/>
                  </a:lnTo>
                  <a:cubicBezTo>
                    <a:pt x="523442" y="603622"/>
                    <a:pt x="518108" y="606035"/>
                    <a:pt x="512901" y="609210"/>
                  </a:cubicBezTo>
                  <a:cubicBezTo>
                    <a:pt x="533348" y="642865"/>
                    <a:pt x="558494" y="671948"/>
                    <a:pt x="588593" y="696713"/>
                  </a:cubicBezTo>
                  <a:cubicBezTo>
                    <a:pt x="626820" y="728082"/>
                    <a:pt x="654633" y="741163"/>
                    <a:pt x="702131" y="754752"/>
                  </a:cubicBezTo>
                  <a:cubicBezTo>
                    <a:pt x="716736" y="758943"/>
                    <a:pt x="723594" y="770246"/>
                    <a:pt x="719657" y="782565"/>
                  </a:cubicBezTo>
                  <a:cubicBezTo>
                    <a:pt x="715720" y="794884"/>
                    <a:pt x="704417" y="800218"/>
                    <a:pt x="690320" y="796281"/>
                  </a:cubicBezTo>
                  <a:cubicBezTo>
                    <a:pt x="654887" y="786375"/>
                    <a:pt x="636599" y="780914"/>
                    <a:pt x="605103" y="761610"/>
                  </a:cubicBezTo>
                  <a:cubicBezTo>
                    <a:pt x="562304" y="735321"/>
                    <a:pt x="525982" y="701920"/>
                    <a:pt x="496010" y="661661"/>
                  </a:cubicBezTo>
                  <a:lnTo>
                    <a:pt x="493851" y="658994"/>
                  </a:lnTo>
                  <a:lnTo>
                    <a:pt x="496518" y="672837"/>
                  </a:lnTo>
                  <a:cubicBezTo>
                    <a:pt x="528141" y="745227"/>
                    <a:pt x="623264" y="846065"/>
                    <a:pt x="684732" y="882006"/>
                  </a:cubicBezTo>
                  <a:lnTo>
                    <a:pt x="686764" y="883149"/>
                  </a:lnTo>
                  <a:cubicBezTo>
                    <a:pt x="700353" y="891277"/>
                    <a:pt x="704290" y="903215"/>
                    <a:pt x="697940" y="914391"/>
                  </a:cubicBezTo>
                  <a:cubicBezTo>
                    <a:pt x="691590" y="925567"/>
                    <a:pt x="678763" y="929123"/>
                    <a:pt x="666444" y="921249"/>
                  </a:cubicBezTo>
                  <a:lnTo>
                    <a:pt x="611707" y="883403"/>
                  </a:lnTo>
                  <a:cubicBezTo>
                    <a:pt x="577544" y="856098"/>
                    <a:pt x="500201" y="772405"/>
                    <a:pt x="478357" y="734559"/>
                  </a:cubicBezTo>
                  <a:lnTo>
                    <a:pt x="476325" y="731384"/>
                  </a:lnTo>
                  <a:cubicBezTo>
                    <a:pt x="474166" y="742306"/>
                    <a:pt x="474420" y="754498"/>
                    <a:pt x="474039" y="766817"/>
                  </a:cubicBezTo>
                  <a:cubicBezTo>
                    <a:pt x="472769" y="811394"/>
                    <a:pt x="463752" y="854320"/>
                    <a:pt x="447623" y="895849"/>
                  </a:cubicBezTo>
                  <a:cubicBezTo>
                    <a:pt x="442670" y="908549"/>
                    <a:pt x="430478" y="913883"/>
                    <a:pt x="418921" y="909311"/>
                  </a:cubicBezTo>
                  <a:cubicBezTo>
                    <a:pt x="407872" y="904866"/>
                    <a:pt x="403046" y="893055"/>
                    <a:pt x="407237" y="880482"/>
                  </a:cubicBezTo>
                  <a:lnTo>
                    <a:pt x="410031" y="872862"/>
                  </a:lnTo>
                  <a:cubicBezTo>
                    <a:pt x="412571" y="865242"/>
                    <a:pt x="413714" y="861432"/>
                    <a:pt x="415746" y="855209"/>
                  </a:cubicBezTo>
                  <a:cubicBezTo>
                    <a:pt x="404697" y="869179"/>
                    <a:pt x="359485" y="916804"/>
                    <a:pt x="349833" y="928742"/>
                  </a:cubicBezTo>
                  <a:lnTo>
                    <a:pt x="337514" y="939283"/>
                  </a:lnTo>
                  <a:cubicBezTo>
                    <a:pt x="311479" y="934965"/>
                    <a:pt x="305256" y="916423"/>
                    <a:pt x="315797" y="901818"/>
                  </a:cubicBezTo>
                  <a:cubicBezTo>
                    <a:pt x="329894" y="882514"/>
                    <a:pt x="380186" y="827777"/>
                    <a:pt x="392505" y="807457"/>
                  </a:cubicBezTo>
                  <a:cubicBezTo>
                    <a:pt x="410158" y="777993"/>
                    <a:pt x="421842" y="745735"/>
                    <a:pt x="425906" y="711699"/>
                  </a:cubicBezTo>
                  <a:cubicBezTo>
                    <a:pt x="427684" y="696586"/>
                    <a:pt x="422096" y="680584"/>
                    <a:pt x="419556" y="664963"/>
                  </a:cubicBezTo>
                  <a:lnTo>
                    <a:pt x="417397" y="657851"/>
                  </a:lnTo>
                  <a:lnTo>
                    <a:pt x="412190" y="657343"/>
                  </a:lnTo>
                  <a:cubicBezTo>
                    <a:pt x="371931" y="708397"/>
                    <a:pt x="323925" y="745989"/>
                    <a:pt x="266648" y="771389"/>
                  </a:cubicBezTo>
                  <a:lnTo>
                    <a:pt x="257758" y="776596"/>
                  </a:lnTo>
                  <a:cubicBezTo>
                    <a:pt x="254583" y="797424"/>
                    <a:pt x="251789" y="811902"/>
                    <a:pt x="248868" y="826253"/>
                  </a:cubicBezTo>
                  <a:cubicBezTo>
                    <a:pt x="246328" y="838699"/>
                    <a:pt x="234898" y="846192"/>
                    <a:pt x="223214" y="843525"/>
                  </a:cubicBezTo>
                  <a:cubicBezTo>
                    <a:pt x="212546" y="841112"/>
                    <a:pt x="205688" y="831968"/>
                    <a:pt x="206577" y="820411"/>
                  </a:cubicBezTo>
                  <a:lnTo>
                    <a:pt x="210260" y="791201"/>
                  </a:lnTo>
                  <a:cubicBezTo>
                    <a:pt x="204926" y="793106"/>
                    <a:pt x="200100" y="794249"/>
                    <a:pt x="195782" y="796535"/>
                  </a:cubicBezTo>
                  <a:cubicBezTo>
                    <a:pt x="184225" y="802377"/>
                    <a:pt x="172668" y="799583"/>
                    <a:pt x="164667" y="788407"/>
                  </a:cubicBezTo>
                  <a:cubicBezTo>
                    <a:pt x="157936" y="779136"/>
                    <a:pt x="159206" y="767960"/>
                    <a:pt x="167715" y="759451"/>
                  </a:cubicBezTo>
                  <a:lnTo>
                    <a:pt x="172160" y="754879"/>
                  </a:lnTo>
                  <a:cubicBezTo>
                    <a:pt x="196163" y="712334"/>
                    <a:pt x="224357" y="677282"/>
                    <a:pt x="259028" y="647310"/>
                  </a:cubicBezTo>
                  <a:lnTo>
                    <a:pt x="261695" y="646167"/>
                  </a:lnTo>
                  <a:lnTo>
                    <a:pt x="261314" y="643373"/>
                  </a:lnTo>
                  <a:lnTo>
                    <a:pt x="219023" y="648961"/>
                  </a:lnTo>
                  <a:cubicBezTo>
                    <a:pt x="167207" y="653914"/>
                    <a:pt x="85292" y="648326"/>
                    <a:pt x="35889" y="631435"/>
                  </a:cubicBezTo>
                  <a:cubicBezTo>
                    <a:pt x="23189" y="627117"/>
                    <a:pt x="17093" y="615941"/>
                    <a:pt x="20649" y="604511"/>
                  </a:cubicBezTo>
                  <a:cubicBezTo>
                    <a:pt x="24459" y="592192"/>
                    <a:pt x="36270" y="586350"/>
                    <a:pt x="49859" y="590795"/>
                  </a:cubicBezTo>
                  <a:cubicBezTo>
                    <a:pt x="90118" y="604130"/>
                    <a:pt x="162508" y="609464"/>
                    <a:pt x="204799" y="606924"/>
                  </a:cubicBezTo>
                  <a:cubicBezTo>
                    <a:pt x="246201" y="604384"/>
                    <a:pt x="285444" y="593970"/>
                    <a:pt x="322909" y="576190"/>
                  </a:cubicBezTo>
                  <a:lnTo>
                    <a:pt x="325703" y="57441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74" name="Google Shape;2974;p36"/>
            <p:cNvGrpSpPr/>
            <p:nvPr/>
          </p:nvGrpSpPr>
          <p:grpSpPr>
            <a:xfrm>
              <a:off x="4970860" y="85615"/>
              <a:ext cx="657994" cy="664338"/>
              <a:chOff x="63500" y="63500"/>
              <a:chExt cx="1106805" cy="1117473"/>
            </a:xfrm>
          </p:grpSpPr>
          <p:sp>
            <p:nvSpPr>
              <p:cNvPr id="2975" name="Google Shape;2975;p36"/>
              <p:cNvSpPr/>
              <p:nvPr/>
            </p:nvSpPr>
            <p:spPr>
              <a:xfrm>
                <a:off x="452417" y="519747"/>
                <a:ext cx="530803" cy="322500"/>
              </a:xfrm>
              <a:custGeom>
                <a:rect b="b" l="l" r="r" t="t"/>
                <a:pathLst>
                  <a:path extrusionOk="0" h="322500" w="530803">
                    <a:moveTo>
                      <a:pt x="300693" y="277051"/>
                    </a:moveTo>
                    <a:cubicBezTo>
                      <a:pt x="338031" y="274765"/>
                      <a:pt x="374099" y="269558"/>
                      <a:pt x="406738" y="250635"/>
                    </a:cubicBezTo>
                    <a:cubicBezTo>
                      <a:pt x="451950" y="224473"/>
                      <a:pt x="478747" y="185357"/>
                      <a:pt x="487637" y="133922"/>
                    </a:cubicBezTo>
                    <a:lnTo>
                      <a:pt x="488653" y="127064"/>
                    </a:lnTo>
                    <a:cubicBezTo>
                      <a:pt x="491828" y="110046"/>
                      <a:pt x="500845" y="103061"/>
                      <a:pt x="513418" y="104839"/>
                    </a:cubicBezTo>
                    <a:cubicBezTo>
                      <a:pt x="526372" y="106617"/>
                      <a:pt x="532087" y="114999"/>
                      <a:pt x="530563" y="129731"/>
                    </a:cubicBezTo>
                    <a:cubicBezTo>
                      <a:pt x="520657" y="223330"/>
                      <a:pt x="456014" y="297117"/>
                      <a:pt x="363304" y="316167"/>
                    </a:cubicBezTo>
                    <a:cubicBezTo>
                      <a:pt x="285961" y="332169"/>
                      <a:pt x="212555" y="317183"/>
                      <a:pt x="144229" y="278702"/>
                    </a:cubicBezTo>
                    <a:cubicBezTo>
                      <a:pt x="94191" y="250508"/>
                      <a:pt x="51138" y="214186"/>
                      <a:pt x="22817" y="162878"/>
                    </a:cubicBezTo>
                    <a:cubicBezTo>
                      <a:pt x="11768" y="142812"/>
                      <a:pt x="1608" y="121984"/>
                      <a:pt x="211" y="98489"/>
                    </a:cubicBezTo>
                    <a:cubicBezTo>
                      <a:pt x="-1948" y="59881"/>
                      <a:pt x="12403" y="29020"/>
                      <a:pt x="47455" y="10732"/>
                    </a:cubicBezTo>
                    <a:cubicBezTo>
                      <a:pt x="82634" y="-7683"/>
                      <a:pt x="115781" y="-1587"/>
                      <a:pt x="146134" y="22797"/>
                    </a:cubicBezTo>
                    <a:lnTo>
                      <a:pt x="170391" y="44260"/>
                    </a:lnTo>
                    <a:cubicBezTo>
                      <a:pt x="180932" y="55055"/>
                      <a:pt x="179789" y="65469"/>
                      <a:pt x="167978" y="76518"/>
                    </a:cubicBezTo>
                    <a:cubicBezTo>
                      <a:pt x="158072" y="85789"/>
                      <a:pt x="149817" y="85281"/>
                      <a:pt x="139149" y="74359"/>
                    </a:cubicBezTo>
                    <a:lnTo>
                      <a:pt x="120734" y="55055"/>
                    </a:lnTo>
                    <a:cubicBezTo>
                      <a:pt x="104097" y="40577"/>
                      <a:pt x="85301" y="37783"/>
                      <a:pt x="69807" y="46673"/>
                    </a:cubicBezTo>
                    <a:cubicBezTo>
                      <a:pt x="50503" y="57722"/>
                      <a:pt x="41232" y="77407"/>
                      <a:pt x="45042" y="99124"/>
                    </a:cubicBezTo>
                    <a:cubicBezTo>
                      <a:pt x="49487" y="123635"/>
                      <a:pt x="61044" y="144717"/>
                      <a:pt x="77046" y="163132"/>
                    </a:cubicBezTo>
                    <a:cubicBezTo>
                      <a:pt x="119972" y="212789"/>
                      <a:pt x="170391" y="251651"/>
                      <a:pt x="235542" y="267145"/>
                    </a:cubicBezTo>
                    <a:lnTo>
                      <a:pt x="300439" y="277051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6" name="Google Shape;2976;p36"/>
              <p:cNvSpPr/>
              <p:nvPr/>
            </p:nvSpPr>
            <p:spPr>
              <a:xfrm>
                <a:off x="277098" y="401210"/>
                <a:ext cx="478944" cy="315717"/>
              </a:xfrm>
              <a:custGeom>
                <a:rect b="b" l="l" r="r" t="t"/>
                <a:pathLst>
                  <a:path extrusionOk="0" h="315717" w="478944">
                    <a:moveTo>
                      <a:pt x="178959" y="42020"/>
                    </a:moveTo>
                    <a:cubicBezTo>
                      <a:pt x="134890" y="42147"/>
                      <a:pt x="93996" y="51418"/>
                      <a:pt x="58817" y="79104"/>
                    </a:cubicBezTo>
                    <a:lnTo>
                      <a:pt x="38370" y="97773"/>
                    </a:lnTo>
                    <a:cubicBezTo>
                      <a:pt x="26813" y="108314"/>
                      <a:pt x="16780" y="108695"/>
                      <a:pt x="7382" y="99297"/>
                    </a:cubicBezTo>
                    <a:cubicBezTo>
                      <a:pt x="-2397" y="89518"/>
                      <a:pt x="-2651" y="79485"/>
                      <a:pt x="7763" y="68182"/>
                    </a:cubicBezTo>
                    <a:cubicBezTo>
                      <a:pt x="43196" y="30082"/>
                      <a:pt x="86757" y="6333"/>
                      <a:pt x="138446" y="1634"/>
                    </a:cubicBezTo>
                    <a:cubicBezTo>
                      <a:pt x="257191" y="-9161"/>
                      <a:pt x="354600" y="33765"/>
                      <a:pt x="431816" y="123554"/>
                    </a:cubicBezTo>
                    <a:cubicBezTo>
                      <a:pt x="452009" y="147049"/>
                      <a:pt x="469281" y="172322"/>
                      <a:pt x="476520" y="203564"/>
                    </a:cubicBezTo>
                    <a:cubicBezTo>
                      <a:pt x="485283" y="241410"/>
                      <a:pt x="469662" y="285352"/>
                      <a:pt x="439690" y="303894"/>
                    </a:cubicBezTo>
                    <a:cubicBezTo>
                      <a:pt x="408702" y="323071"/>
                      <a:pt x="361204" y="318499"/>
                      <a:pt x="331486" y="293226"/>
                    </a:cubicBezTo>
                    <a:lnTo>
                      <a:pt x="310404" y="272652"/>
                    </a:lnTo>
                    <a:cubicBezTo>
                      <a:pt x="299355" y="259444"/>
                      <a:pt x="304308" y="242680"/>
                      <a:pt x="320564" y="236330"/>
                    </a:cubicBezTo>
                    <a:lnTo>
                      <a:pt x="334788" y="236711"/>
                    </a:lnTo>
                    <a:cubicBezTo>
                      <a:pt x="348250" y="249411"/>
                      <a:pt x="355489" y="257539"/>
                      <a:pt x="363998" y="264016"/>
                    </a:cubicBezTo>
                    <a:cubicBezTo>
                      <a:pt x="378349" y="274938"/>
                      <a:pt x="394224" y="278494"/>
                      <a:pt x="411369" y="269985"/>
                    </a:cubicBezTo>
                    <a:cubicBezTo>
                      <a:pt x="428768" y="261349"/>
                      <a:pt x="435245" y="246871"/>
                      <a:pt x="436134" y="228075"/>
                    </a:cubicBezTo>
                    <a:cubicBezTo>
                      <a:pt x="436896" y="212073"/>
                      <a:pt x="433086" y="197595"/>
                      <a:pt x="424577" y="184514"/>
                    </a:cubicBezTo>
                    <a:cubicBezTo>
                      <a:pt x="366538" y="95995"/>
                      <a:pt x="286528" y="45068"/>
                      <a:pt x="179086" y="4176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7" name="Google Shape;2977;p36"/>
              <p:cNvSpPr/>
              <p:nvPr/>
            </p:nvSpPr>
            <p:spPr>
              <a:xfrm>
                <a:off x="325981" y="253551"/>
                <a:ext cx="447026" cy="241876"/>
              </a:xfrm>
              <a:custGeom>
                <a:rect b="b" l="l" r="r" t="t"/>
                <a:pathLst>
                  <a:path extrusionOk="0" h="241876" w="447026">
                    <a:moveTo>
                      <a:pt x="98072" y="40962"/>
                    </a:moveTo>
                    <a:lnTo>
                      <a:pt x="39652" y="52138"/>
                    </a:lnTo>
                    <a:cubicBezTo>
                      <a:pt x="34953" y="53027"/>
                      <a:pt x="30508" y="54932"/>
                      <a:pt x="25936" y="55948"/>
                    </a:cubicBezTo>
                    <a:cubicBezTo>
                      <a:pt x="13236" y="58615"/>
                      <a:pt x="5743" y="54551"/>
                      <a:pt x="1806" y="43375"/>
                    </a:cubicBezTo>
                    <a:cubicBezTo>
                      <a:pt x="-2385" y="31564"/>
                      <a:pt x="536" y="21277"/>
                      <a:pt x="12474" y="17594"/>
                    </a:cubicBezTo>
                    <a:lnTo>
                      <a:pt x="77117" y="2227"/>
                    </a:lnTo>
                    <a:cubicBezTo>
                      <a:pt x="140236" y="-6663"/>
                      <a:pt x="198021" y="12133"/>
                      <a:pt x="253647" y="39692"/>
                    </a:cubicBezTo>
                    <a:cubicBezTo>
                      <a:pt x="327053" y="76014"/>
                      <a:pt x="390045" y="125036"/>
                      <a:pt x="436019" y="193870"/>
                    </a:cubicBezTo>
                    <a:lnTo>
                      <a:pt x="443766" y="206316"/>
                    </a:lnTo>
                    <a:cubicBezTo>
                      <a:pt x="449735" y="221683"/>
                      <a:pt x="447068" y="229303"/>
                      <a:pt x="439321" y="234764"/>
                    </a:cubicBezTo>
                    <a:lnTo>
                      <a:pt x="423192" y="241876"/>
                    </a:lnTo>
                    <a:cubicBezTo>
                      <a:pt x="410111" y="230954"/>
                      <a:pt x="405412" y="225112"/>
                      <a:pt x="401348" y="219143"/>
                    </a:cubicBezTo>
                    <a:cubicBezTo>
                      <a:pt x="340769" y="129862"/>
                      <a:pt x="256187" y="75379"/>
                      <a:pt x="152809" y="48963"/>
                    </a:cubicBezTo>
                    <a:lnTo>
                      <a:pt x="98072" y="40962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8" name="Google Shape;2978;p36"/>
              <p:cNvSpPr/>
              <p:nvPr/>
            </p:nvSpPr>
            <p:spPr>
              <a:xfrm>
                <a:off x="432969" y="743106"/>
                <a:ext cx="446193" cy="239366"/>
              </a:xfrm>
              <a:custGeom>
                <a:rect b="b" l="l" r="r" t="t"/>
                <a:pathLst>
                  <a:path extrusionOk="0" h="239366" w="446193">
                    <a:moveTo>
                      <a:pt x="348081" y="239366"/>
                    </a:moveTo>
                    <a:cubicBezTo>
                      <a:pt x="272389" y="237842"/>
                      <a:pt x="205206" y="214601"/>
                      <a:pt x="143738" y="174342"/>
                    </a:cubicBezTo>
                    <a:cubicBezTo>
                      <a:pt x="90525" y="139544"/>
                      <a:pt x="43281" y="98269"/>
                      <a:pt x="9118" y="43659"/>
                    </a:cubicBezTo>
                    <a:lnTo>
                      <a:pt x="3530" y="34261"/>
                    </a:lnTo>
                    <a:cubicBezTo>
                      <a:pt x="-3074" y="17497"/>
                      <a:pt x="-153" y="8988"/>
                      <a:pt x="10134" y="3400"/>
                    </a:cubicBezTo>
                    <a:cubicBezTo>
                      <a:pt x="20675" y="-2442"/>
                      <a:pt x="29057" y="-918"/>
                      <a:pt x="36804" y="9242"/>
                    </a:cubicBezTo>
                    <a:lnTo>
                      <a:pt x="79349" y="65503"/>
                    </a:lnTo>
                    <a:cubicBezTo>
                      <a:pt x="139928" y="131289"/>
                      <a:pt x="213080" y="176755"/>
                      <a:pt x="301472" y="195170"/>
                    </a:cubicBezTo>
                    <a:cubicBezTo>
                      <a:pt x="330301" y="201139"/>
                      <a:pt x="359003" y="198853"/>
                      <a:pt x="387705" y="193392"/>
                    </a:cubicBezTo>
                    <a:lnTo>
                      <a:pt x="422630" y="188820"/>
                    </a:lnTo>
                    <a:cubicBezTo>
                      <a:pt x="436473" y="188312"/>
                      <a:pt x="444474" y="194281"/>
                      <a:pt x="445871" y="203806"/>
                    </a:cubicBezTo>
                    <a:cubicBezTo>
                      <a:pt x="447649" y="214601"/>
                      <a:pt x="442061" y="224888"/>
                      <a:pt x="429107" y="228190"/>
                    </a:cubicBezTo>
                    <a:lnTo>
                      <a:pt x="374751" y="237588"/>
                    </a:lnTo>
                    <a:cubicBezTo>
                      <a:pt x="365353" y="238985"/>
                      <a:pt x="355701" y="238731"/>
                      <a:pt x="347700" y="23923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9" name="Google Shape;2979;p36"/>
              <p:cNvSpPr/>
              <p:nvPr/>
            </p:nvSpPr>
            <p:spPr>
              <a:xfrm>
                <a:off x="323596" y="590075"/>
                <a:ext cx="131850" cy="329767"/>
              </a:xfrm>
              <a:custGeom>
                <a:rect b="b" l="l" r="r" t="t"/>
                <a:pathLst>
                  <a:path extrusionOk="0" h="329767" w="131850">
                    <a:moveTo>
                      <a:pt x="127" y="115156"/>
                    </a:moveTo>
                    <a:cubicBezTo>
                      <a:pt x="4318" y="74643"/>
                      <a:pt x="11938" y="39210"/>
                      <a:pt x="36830" y="10000"/>
                    </a:cubicBezTo>
                    <a:cubicBezTo>
                      <a:pt x="47117" y="-2065"/>
                      <a:pt x="57277" y="-2954"/>
                      <a:pt x="68326" y="5936"/>
                    </a:cubicBezTo>
                    <a:lnTo>
                      <a:pt x="77724" y="19271"/>
                    </a:lnTo>
                    <a:cubicBezTo>
                      <a:pt x="73152" y="30701"/>
                      <a:pt x="71882" y="33368"/>
                      <a:pt x="70104" y="35527"/>
                    </a:cubicBezTo>
                    <a:cubicBezTo>
                      <a:pt x="44958" y="67023"/>
                      <a:pt x="42545" y="102837"/>
                      <a:pt x="50038" y="140556"/>
                    </a:cubicBezTo>
                    <a:cubicBezTo>
                      <a:pt x="60325" y="191737"/>
                      <a:pt x="83820" y="236822"/>
                      <a:pt x="114427" y="278605"/>
                    </a:cubicBezTo>
                    <a:lnTo>
                      <a:pt x="122936" y="288892"/>
                    </a:lnTo>
                    <a:cubicBezTo>
                      <a:pt x="135509" y="306164"/>
                      <a:pt x="134112" y="316451"/>
                      <a:pt x="122936" y="325087"/>
                    </a:cubicBezTo>
                    <a:cubicBezTo>
                      <a:pt x="112776" y="332834"/>
                      <a:pt x="103632" y="330929"/>
                      <a:pt x="94234" y="319626"/>
                    </a:cubicBezTo>
                    <a:cubicBezTo>
                      <a:pt x="56134" y="273906"/>
                      <a:pt x="26289" y="223487"/>
                      <a:pt x="9906" y="166083"/>
                    </a:cubicBezTo>
                    <a:lnTo>
                      <a:pt x="0" y="115156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0" name="Google Shape;2980;p36"/>
              <p:cNvSpPr/>
              <p:nvPr/>
            </p:nvSpPr>
            <p:spPr>
              <a:xfrm>
                <a:off x="747631" y="315829"/>
                <a:ext cx="131971" cy="331109"/>
              </a:xfrm>
              <a:custGeom>
                <a:rect b="b" l="l" r="r" t="t"/>
                <a:pathLst>
                  <a:path extrusionOk="0" h="331109" w="131971">
                    <a:moveTo>
                      <a:pt x="131844" y="224556"/>
                    </a:moveTo>
                    <a:cubicBezTo>
                      <a:pt x="133114" y="259862"/>
                      <a:pt x="121557" y="290596"/>
                      <a:pt x="101745" y="318663"/>
                    </a:cubicBezTo>
                    <a:lnTo>
                      <a:pt x="88918" y="331109"/>
                    </a:lnTo>
                    <a:cubicBezTo>
                      <a:pt x="61867" y="324251"/>
                      <a:pt x="56152" y="310281"/>
                      <a:pt x="65931" y="295930"/>
                    </a:cubicBezTo>
                    <a:cubicBezTo>
                      <a:pt x="87648" y="263926"/>
                      <a:pt x="94252" y="228747"/>
                      <a:pt x="86759" y="191155"/>
                    </a:cubicBezTo>
                    <a:cubicBezTo>
                      <a:pt x="79647" y="155595"/>
                      <a:pt x="66566" y="122067"/>
                      <a:pt x="47135" y="91460"/>
                    </a:cubicBezTo>
                    <a:lnTo>
                      <a:pt x="6749" y="37104"/>
                    </a:lnTo>
                    <a:cubicBezTo>
                      <a:pt x="-2014" y="25547"/>
                      <a:pt x="-2395" y="16276"/>
                      <a:pt x="6495" y="7259"/>
                    </a:cubicBezTo>
                    <a:cubicBezTo>
                      <a:pt x="15766" y="-2012"/>
                      <a:pt x="27069" y="-2774"/>
                      <a:pt x="35832" y="7132"/>
                    </a:cubicBezTo>
                    <a:cubicBezTo>
                      <a:pt x="90823" y="69616"/>
                      <a:pt x="129939" y="139212"/>
                      <a:pt x="131971" y="22455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1" name="Google Shape;2981;p36"/>
              <p:cNvSpPr/>
              <p:nvPr/>
            </p:nvSpPr>
            <p:spPr>
              <a:xfrm>
                <a:off x="63500" y="289687"/>
                <a:ext cx="167132" cy="166624"/>
              </a:xfrm>
              <a:custGeom>
                <a:rect b="b" l="l" r="r" t="t"/>
                <a:pathLst>
                  <a:path extrusionOk="0" h="166624" w="167132">
                    <a:moveTo>
                      <a:pt x="167132" y="98171"/>
                    </a:moveTo>
                    <a:lnTo>
                      <a:pt x="117856" y="115062"/>
                    </a:lnTo>
                    <a:cubicBezTo>
                      <a:pt x="111760" y="117475"/>
                      <a:pt x="105791" y="121793"/>
                      <a:pt x="101346" y="126746"/>
                    </a:cubicBezTo>
                    <a:lnTo>
                      <a:pt x="68961" y="166624"/>
                    </a:lnTo>
                    <a:cubicBezTo>
                      <a:pt x="64135" y="152908"/>
                      <a:pt x="58928" y="140843"/>
                      <a:pt x="55880" y="128270"/>
                    </a:cubicBezTo>
                    <a:cubicBezTo>
                      <a:pt x="52324" y="113538"/>
                      <a:pt x="44577" y="102743"/>
                      <a:pt x="32258" y="94107"/>
                    </a:cubicBezTo>
                    <a:lnTo>
                      <a:pt x="0" y="68707"/>
                    </a:lnTo>
                    <a:cubicBezTo>
                      <a:pt x="16637" y="63119"/>
                      <a:pt x="31369" y="57658"/>
                      <a:pt x="46355" y="53213"/>
                    </a:cubicBezTo>
                    <a:cubicBezTo>
                      <a:pt x="55372" y="50546"/>
                      <a:pt x="62103" y="45974"/>
                      <a:pt x="67564" y="38481"/>
                    </a:cubicBezTo>
                    <a:lnTo>
                      <a:pt x="98171" y="0"/>
                    </a:lnTo>
                    <a:cubicBezTo>
                      <a:pt x="103759" y="16383"/>
                      <a:pt x="109474" y="31242"/>
                      <a:pt x="113792" y="46355"/>
                    </a:cubicBezTo>
                    <a:cubicBezTo>
                      <a:pt x="116459" y="55753"/>
                      <a:pt x="121666" y="62484"/>
                      <a:pt x="129413" y="68199"/>
                    </a:cubicBezTo>
                    <a:lnTo>
                      <a:pt x="167132" y="98171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2" name="Google Shape;2982;p36"/>
              <p:cNvSpPr/>
              <p:nvPr/>
            </p:nvSpPr>
            <p:spPr>
              <a:xfrm>
                <a:off x="551434" y="1033653"/>
                <a:ext cx="146939" cy="147320"/>
              </a:xfrm>
              <a:custGeom>
                <a:rect b="b" l="l" r="r" t="t"/>
                <a:pathLst>
                  <a:path extrusionOk="0" h="147320" w="146939">
                    <a:moveTo>
                      <a:pt x="60452" y="147320"/>
                    </a:moveTo>
                    <a:lnTo>
                      <a:pt x="46990" y="107188"/>
                    </a:lnTo>
                    <a:cubicBezTo>
                      <a:pt x="44450" y="98933"/>
                      <a:pt x="40386" y="92583"/>
                      <a:pt x="33401" y="87376"/>
                    </a:cubicBezTo>
                    <a:lnTo>
                      <a:pt x="0" y="60706"/>
                    </a:lnTo>
                    <a:cubicBezTo>
                      <a:pt x="15875" y="55245"/>
                      <a:pt x="30226" y="50673"/>
                      <a:pt x="44323" y="45212"/>
                    </a:cubicBezTo>
                    <a:lnTo>
                      <a:pt x="53721" y="40132"/>
                    </a:lnTo>
                    <a:cubicBezTo>
                      <a:pt x="66802" y="25019"/>
                      <a:pt x="75819" y="13208"/>
                      <a:pt x="86360" y="0"/>
                    </a:cubicBezTo>
                    <a:lnTo>
                      <a:pt x="101346" y="43180"/>
                    </a:lnTo>
                    <a:cubicBezTo>
                      <a:pt x="103378" y="48514"/>
                      <a:pt x="106934" y="53721"/>
                      <a:pt x="111252" y="57531"/>
                    </a:cubicBezTo>
                    <a:lnTo>
                      <a:pt x="146939" y="86487"/>
                    </a:lnTo>
                    <a:cubicBezTo>
                      <a:pt x="130683" y="92075"/>
                      <a:pt x="115951" y="96901"/>
                      <a:pt x="101346" y="102235"/>
                    </a:cubicBezTo>
                    <a:lnTo>
                      <a:pt x="93472" y="106426"/>
                    </a:lnTo>
                    <a:cubicBezTo>
                      <a:pt x="80772" y="121412"/>
                      <a:pt x="71247" y="133604"/>
                      <a:pt x="60325" y="14706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3" name="Google Shape;2983;p36"/>
              <p:cNvSpPr/>
              <p:nvPr/>
            </p:nvSpPr>
            <p:spPr>
              <a:xfrm>
                <a:off x="922147" y="305181"/>
                <a:ext cx="122174" cy="121793"/>
              </a:xfrm>
              <a:custGeom>
                <a:rect b="b" l="l" r="r" t="t"/>
                <a:pathLst>
                  <a:path extrusionOk="0" h="121793" w="122174">
                    <a:moveTo>
                      <a:pt x="71882" y="0"/>
                    </a:moveTo>
                    <a:cubicBezTo>
                      <a:pt x="77343" y="32258"/>
                      <a:pt x="94361" y="55118"/>
                      <a:pt x="122174" y="71628"/>
                    </a:cubicBezTo>
                    <a:cubicBezTo>
                      <a:pt x="89916" y="77216"/>
                      <a:pt x="66548" y="93345"/>
                      <a:pt x="50546" y="121793"/>
                    </a:cubicBezTo>
                    <a:cubicBezTo>
                      <a:pt x="44704" y="89408"/>
                      <a:pt x="28448" y="66167"/>
                      <a:pt x="0" y="50038"/>
                    </a:cubicBezTo>
                    <a:cubicBezTo>
                      <a:pt x="31877" y="44069"/>
                      <a:pt x="55499" y="28448"/>
                      <a:pt x="72009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4" name="Google Shape;2984;p36"/>
              <p:cNvSpPr/>
              <p:nvPr/>
            </p:nvSpPr>
            <p:spPr>
              <a:xfrm>
                <a:off x="1059053" y="717042"/>
                <a:ext cx="111252" cy="108712"/>
              </a:xfrm>
              <a:custGeom>
                <a:rect b="b" l="l" r="r" t="t"/>
                <a:pathLst>
                  <a:path extrusionOk="0" h="108712" w="111252">
                    <a:moveTo>
                      <a:pt x="111125" y="46482"/>
                    </a:moveTo>
                    <a:lnTo>
                      <a:pt x="85598" y="66802"/>
                    </a:lnTo>
                    <a:cubicBezTo>
                      <a:pt x="83185" y="68961"/>
                      <a:pt x="81280" y="73025"/>
                      <a:pt x="81280" y="76200"/>
                    </a:cubicBezTo>
                    <a:lnTo>
                      <a:pt x="82550" y="108712"/>
                    </a:lnTo>
                    <a:cubicBezTo>
                      <a:pt x="75184" y="103886"/>
                      <a:pt x="68326" y="100457"/>
                      <a:pt x="62992" y="95631"/>
                    </a:cubicBezTo>
                    <a:cubicBezTo>
                      <a:pt x="54483" y="88011"/>
                      <a:pt x="46101" y="87503"/>
                      <a:pt x="36195" y="92710"/>
                    </a:cubicBezTo>
                    <a:lnTo>
                      <a:pt x="22987" y="98044"/>
                    </a:lnTo>
                    <a:cubicBezTo>
                      <a:pt x="17653" y="89789"/>
                      <a:pt x="20955" y="80645"/>
                      <a:pt x="22733" y="71120"/>
                    </a:cubicBezTo>
                    <a:lnTo>
                      <a:pt x="22352" y="61849"/>
                    </a:lnTo>
                    <a:cubicBezTo>
                      <a:pt x="14732" y="50419"/>
                      <a:pt x="8128" y="43180"/>
                      <a:pt x="0" y="33020"/>
                    </a:cubicBezTo>
                    <a:lnTo>
                      <a:pt x="31877" y="32766"/>
                    </a:lnTo>
                    <a:cubicBezTo>
                      <a:pt x="35814" y="32385"/>
                      <a:pt x="40640" y="29591"/>
                      <a:pt x="43180" y="26416"/>
                    </a:cubicBezTo>
                    <a:lnTo>
                      <a:pt x="60579" y="0"/>
                    </a:lnTo>
                    <a:cubicBezTo>
                      <a:pt x="64643" y="11176"/>
                      <a:pt x="68326" y="20066"/>
                      <a:pt x="71120" y="29337"/>
                    </a:cubicBezTo>
                    <a:lnTo>
                      <a:pt x="76073" y="37465"/>
                    </a:lnTo>
                    <a:cubicBezTo>
                      <a:pt x="90805" y="40767"/>
                      <a:pt x="99949" y="43561"/>
                      <a:pt x="111252" y="4660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5" name="Google Shape;2985;p36"/>
              <p:cNvSpPr/>
              <p:nvPr/>
            </p:nvSpPr>
            <p:spPr>
              <a:xfrm>
                <a:off x="174625" y="738378"/>
                <a:ext cx="111125" cy="109093"/>
              </a:xfrm>
              <a:custGeom>
                <a:rect b="b" l="l" r="r" t="t"/>
                <a:pathLst>
                  <a:path extrusionOk="0" h="109093" w="111125">
                    <a:moveTo>
                      <a:pt x="60452" y="0"/>
                    </a:moveTo>
                    <a:lnTo>
                      <a:pt x="70358" y="27686"/>
                    </a:lnTo>
                    <a:cubicBezTo>
                      <a:pt x="72263" y="34163"/>
                      <a:pt x="75565" y="37719"/>
                      <a:pt x="82550" y="38989"/>
                    </a:cubicBezTo>
                    <a:lnTo>
                      <a:pt x="111125" y="46609"/>
                    </a:lnTo>
                    <a:cubicBezTo>
                      <a:pt x="101854" y="53848"/>
                      <a:pt x="93726" y="59309"/>
                      <a:pt x="86741" y="65913"/>
                    </a:cubicBezTo>
                    <a:lnTo>
                      <a:pt x="81534" y="73660"/>
                    </a:lnTo>
                    <a:cubicBezTo>
                      <a:pt x="80899" y="87376"/>
                      <a:pt x="81915" y="97155"/>
                      <a:pt x="82550" y="109093"/>
                    </a:cubicBezTo>
                    <a:lnTo>
                      <a:pt x="56134" y="91567"/>
                    </a:lnTo>
                    <a:cubicBezTo>
                      <a:pt x="52832" y="89662"/>
                      <a:pt x="47752" y="89154"/>
                      <a:pt x="44196" y="90297"/>
                    </a:cubicBezTo>
                    <a:lnTo>
                      <a:pt x="14605" y="101346"/>
                    </a:lnTo>
                    <a:cubicBezTo>
                      <a:pt x="17653" y="90170"/>
                      <a:pt x="20955" y="80772"/>
                      <a:pt x="22733" y="71120"/>
                    </a:cubicBezTo>
                    <a:lnTo>
                      <a:pt x="22479" y="61849"/>
                    </a:lnTo>
                    <a:cubicBezTo>
                      <a:pt x="14859" y="50419"/>
                      <a:pt x="8255" y="43180"/>
                      <a:pt x="0" y="33020"/>
                    </a:cubicBezTo>
                    <a:lnTo>
                      <a:pt x="32004" y="32766"/>
                    </a:lnTo>
                    <a:cubicBezTo>
                      <a:pt x="35941" y="32385"/>
                      <a:pt x="40767" y="29718"/>
                      <a:pt x="43180" y="26543"/>
                    </a:cubicBezTo>
                    <a:lnTo>
                      <a:pt x="60452" y="254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6" name="Google Shape;2986;p36"/>
              <p:cNvSpPr/>
              <p:nvPr/>
            </p:nvSpPr>
            <p:spPr>
              <a:xfrm>
                <a:off x="456438" y="63500"/>
                <a:ext cx="108331" cy="109093"/>
              </a:xfrm>
              <a:custGeom>
                <a:rect b="b" l="l" r="r" t="t"/>
                <a:pathLst>
                  <a:path extrusionOk="0" h="109093" w="108331">
                    <a:moveTo>
                      <a:pt x="11557" y="101092"/>
                    </a:moveTo>
                    <a:lnTo>
                      <a:pt x="20320" y="70358"/>
                    </a:lnTo>
                    <a:cubicBezTo>
                      <a:pt x="21082" y="66675"/>
                      <a:pt x="19939" y="61595"/>
                      <a:pt x="17780" y="58547"/>
                    </a:cubicBezTo>
                    <a:lnTo>
                      <a:pt x="0" y="32893"/>
                    </a:lnTo>
                    <a:cubicBezTo>
                      <a:pt x="9652" y="32893"/>
                      <a:pt x="19304" y="33528"/>
                      <a:pt x="28702" y="32639"/>
                    </a:cubicBezTo>
                    <a:lnTo>
                      <a:pt x="37973" y="29337"/>
                    </a:lnTo>
                    <a:cubicBezTo>
                      <a:pt x="46736" y="18288"/>
                      <a:pt x="51562" y="9779"/>
                      <a:pt x="57912" y="0"/>
                    </a:cubicBezTo>
                    <a:lnTo>
                      <a:pt x="68834" y="29210"/>
                    </a:lnTo>
                    <a:cubicBezTo>
                      <a:pt x="70612" y="32893"/>
                      <a:pt x="74549" y="36576"/>
                      <a:pt x="78232" y="37973"/>
                    </a:cubicBezTo>
                    <a:lnTo>
                      <a:pt x="108331" y="46355"/>
                    </a:lnTo>
                    <a:cubicBezTo>
                      <a:pt x="99314" y="53467"/>
                      <a:pt x="91948" y="59817"/>
                      <a:pt x="84074" y="65405"/>
                    </a:cubicBezTo>
                    <a:lnTo>
                      <a:pt x="77724" y="72517"/>
                    </a:lnTo>
                    <a:cubicBezTo>
                      <a:pt x="79121" y="87630"/>
                      <a:pt x="79375" y="97155"/>
                      <a:pt x="80010" y="109093"/>
                    </a:cubicBezTo>
                    <a:lnTo>
                      <a:pt x="53848" y="91567"/>
                    </a:lnTo>
                    <a:cubicBezTo>
                      <a:pt x="50292" y="89662"/>
                      <a:pt x="44958" y="89027"/>
                      <a:pt x="41021" y="90170"/>
                    </a:cubicBezTo>
                    <a:lnTo>
                      <a:pt x="11684" y="101092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7" name="Google Shape;2987;p36"/>
              <p:cNvSpPr/>
              <p:nvPr/>
            </p:nvSpPr>
            <p:spPr>
              <a:xfrm>
                <a:off x="901227" y="881375"/>
                <a:ext cx="94960" cy="67696"/>
              </a:xfrm>
              <a:custGeom>
                <a:rect b="b" l="l" r="r" t="t"/>
                <a:pathLst>
                  <a:path extrusionOk="0" h="67696" w="94960">
                    <a:moveTo>
                      <a:pt x="23587" y="67696"/>
                    </a:moveTo>
                    <a:cubicBezTo>
                      <a:pt x="11268" y="67442"/>
                      <a:pt x="3267" y="61346"/>
                      <a:pt x="854" y="52456"/>
                    </a:cubicBezTo>
                    <a:cubicBezTo>
                      <a:pt x="-1813" y="43058"/>
                      <a:pt x="1870" y="33279"/>
                      <a:pt x="10506" y="28707"/>
                    </a:cubicBezTo>
                    <a:lnTo>
                      <a:pt x="63338" y="2418"/>
                    </a:lnTo>
                    <a:cubicBezTo>
                      <a:pt x="72863" y="-2154"/>
                      <a:pt x="80356" y="-122"/>
                      <a:pt x="86325" y="7498"/>
                    </a:cubicBezTo>
                    <a:lnTo>
                      <a:pt x="94961" y="25532"/>
                    </a:lnTo>
                    <a:cubicBezTo>
                      <a:pt x="70450" y="51694"/>
                      <a:pt x="45558" y="59949"/>
                      <a:pt x="23587" y="6756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8" name="Google Shape;2988;p36"/>
              <p:cNvSpPr/>
              <p:nvPr/>
            </p:nvSpPr>
            <p:spPr>
              <a:xfrm>
                <a:off x="641537" y="236171"/>
                <a:ext cx="88654" cy="73780"/>
              </a:xfrm>
              <a:custGeom>
                <a:rect b="b" l="l" r="r" t="t"/>
                <a:pathLst>
                  <a:path extrusionOk="0" h="73780" w="88654">
                    <a:moveTo>
                      <a:pt x="23943" y="49"/>
                    </a:moveTo>
                    <a:lnTo>
                      <a:pt x="30547" y="1446"/>
                    </a:lnTo>
                    <a:cubicBezTo>
                      <a:pt x="50105" y="14781"/>
                      <a:pt x="66234" y="25449"/>
                      <a:pt x="81347" y="37514"/>
                    </a:cubicBezTo>
                    <a:cubicBezTo>
                      <a:pt x="90745" y="44880"/>
                      <a:pt x="90745" y="58088"/>
                      <a:pt x="83252" y="66597"/>
                    </a:cubicBezTo>
                    <a:cubicBezTo>
                      <a:pt x="75886" y="74979"/>
                      <a:pt x="64329" y="76122"/>
                      <a:pt x="54804" y="69518"/>
                    </a:cubicBezTo>
                    <a:lnTo>
                      <a:pt x="9592" y="37768"/>
                    </a:lnTo>
                    <a:cubicBezTo>
                      <a:pt x="1972" y="32307"/>
                      <a:pt x="-2219" y="25322"/>
                      <a:pt x="1210" y="15543"/>
                    </a:cubicBezTo>
                    <a:cubicBezTo>
                      <a:pt x="4893" y="5002"/>
                      <a:pt x="12005" y="-586"/>
                      <a:pt x="23943" y="4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9" name="Google Shape;2989;p36"/>
              <p:cNvSpPr/>
              <p:nvPr/>
            </p:nvSpPr>
            <p:spPr>
              <a:xfrm>
                <a:off x="464561" y="919978"/>
                <a:ext cx="45217" cy="45095"/>
              </a:xfrm>
              <a:custGeom>
                <a:rect b="b" l="l" r="r" t="t"/>
                <a:pathLst>
                  <a:path extrusionOk="0" h="45095" w="45217">
                    <a:moveTo>
                      <a:pt x="5" y="22870"/>
                    </a:moveTo>
                    <a:cubicBezTo>
                      <a:pt x="-249" y="10551"/>
                      <a:pt x="9657" y="264"/>
                      <a:pt x="21976" y="10"/>
                    </a:cubicBezTo>
                    <a:cubicBezTo>
                      <a:pt x="34803" y="-371"/>
                      <a:pt x="45217" y="9789"/>
                      <a:pt x="45217" y="22616"/>
                    </a:cubicBezTo>
                    <a:cubicBezTo>
                      <a:pt x="45217" y="34808"/>
                      <a:pt x="34930" y="45095"/>
                      <a:pt x="22738" y="45095"/>
                    </a:cubicBezTo>
                    <a:cubicBezTo>
                      <a:pt x="10546" y="45095"/>
                      <a:pt x="259" y="35189"/>
                      <a:pt x="5" y="2287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0" name="Google Shape;2990;p36"/>
              <p:cNvSpPr/>
              <p:nvPr/>
            </p:nvSpPr>
            <p:spPr>
              <a:xfrm>
                <a:off x="231892" y="520055"/>
                <a:ext cx="45224" cy="45097"/>
              </a:xfrm>
              <a:custGeom>
                <a:rect b="b" l="l" r="r" t="t"/>
                <a:pathLst>
                  <a:path extrusionOk="0" h="45097" w="45224">
                    <a:moveTo>
                      <a:pt x="45222" y="22997"/>
                    </a:moveTo>
                    <a:cubicBezTo>
                      <a:pt x="44968" y="35570"/>
                      <a:pt x="35189" y="45222"/>
                      <a:pt x="22616" y="45095"/>
                    </a:cubicBezTo>
                    <a:cubicBezTo>
                      <a:pt x="9789" y="44968"/>
                      <a:pt x="-371" y="34554"/>
                      <a:pt x="10" y="21727"/>
                    </a:cubicBezTo>
                    <a:cubicBezTo>
                      <a:pt x="391" y="9662"/>
                      <a:pt x="11059" y="-371"/>
                      <a:pt x="23251" y="10"/>
                    </a:cubicBezTo>
                    <a:cubicBezTo>
                      <a:pt x="35697" y="391"/>
                      <a:pt x="45349" y="10551"/>
                      <a:pt x="45222" y="2299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1" name="Google Shape;2991;p36"/>
              <p:cNvSpPr/>
              <p:nvPr/>
            </p:nvSpPr>
            <p:spPr>
              <a:xfrm>
                <a:off x="943355" y="559180"/>
                <a:ext cx="44959" cy="45224"/>
              </a:xfrm>
              <a:custGeom>
                <a:rect b="b" l="l" r="r" t="t"/>
                <a:pathLst>
                  <a:path extrusionOk="0" h="45224" w="44959">
                    <a:moveTo>
                      <a:pt x="1" y="22099"/>
                    </a:moveTo>
                    <a:cubicBezTo>
                      <a:pt x="128" y="9653"/>
                      <a:pt x="10161" y="-126"/>
                      <a:pt x="22607" y="1"/>
                    </a:cubicBezTo>
                    <a:cubicBezTo>
                      <a:pt x="35053" y="128"/>
                      <a:pt x="44959" y="10034"/>
                      <a:pt x="44959" y="22480"/>
                    </a:cubicBezTo>
                    <a:cubicBezTo>
                      <a:pt x="44959" y="35434"/>
                      <a:pt x="34545" y="45594"/>
                      <a:pt x="21845" y="45213"/>
                    </a:cubicBezTo>
                    <a:cubicBezTo>
                      <a:pt x="9526" y="44832"/>
                      <a:pt x="-126" y="34672"/>
                      <a:pt x="1" y="2222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2" name="Google Shape;2992;p36"/>
              <p:cNvSpPr/>
              <p:nvPr/>
            </p:nvSpPr>
            <p:spPr>
              <a:xfrm>
                <a:off x="773684" y="687705"/>
                <a:ext cx="60071" cy="58801"/>
              </a:xfrm>
              <a:custGeom>
                <a:rect b="b" l="l" r="r" t="t"/>
                <a:pathLst>
                  <a:path extrusionOk="0" h="58801" w="60071">
                    <a:moveTo>
                      <a:pt x="7366" y="54737"/>
                    </a:moveTo>
                    <a:cubicBezTo>
                      <a:pt x="13589" y="40132"/>
                      <a:pt x="12065" y="28702"/>
                      <a:pt x="0" y="18796"/>
                    </a:cubicBezTo>
                    <a:cubicBezTo>
                      <a:pt x="14224" y="18796"/>
                      <a:pt x="26416" y="16891"/>
                      <a:pt x="30861" y="0"/>
                    </a:cubicBezTo>
                    <a:cubicBezTo>
                      <a:pt x="35052" y="14859"/>
                      <a:pt x="42164" y="24511"/>
                      <a:pt x="60071" y="23622"/>
                    </a:cubicBezTo>
                    <a:lnTo>
                      <a:pt x="46482" y="32893"/>
                    </a:lnTo>
                    <a:cubicBezTo>
                      <a:pt x="41783" y="43180"/>
                      <a:pt x="43688" y="50292"/>
                      <a:pt x="43688" y="58801"/>
                    </a:cubicBezTo>
                    <a:cubicBezTo>
                      <a:pt x="32258" y="49149"/>
                      <a:pt x="20955" y="43815"/>
                      <a:pt x="7366" y="5473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3" name="Google Shape;2993;p36"/>
              <p:cNvSpPr/>
              <p:nvPr/>
            </p:nvSpPr>
            <p:spPr>
              <a:xfrm>
                <a:off x="622681" y="843280"/>
                <a:ext cx="37719" cy="37338"/>
              </a:xfrm>
              <a:custGeom>
                <a:rect b="b" l="l" r="r" t="t"/>
                <a:pathLst>
                  <a:path extrusionOk="0" h="37338" w="37719">
                    <a:moveTo>
                      <a:pt x="37719" y="18669"/>
                    </a:moveTo>
                    <a:cubicBezTo>
                      <a:pt x="37719" y="28956"/>
                      <a:pt x="29210" y="37338"/>
                      <a:pt x="18796" y="37338"/>
                    </a:cubicBezTo>
                    <a:cubicBezTo>
                      <a:pt x="8255" y="37338"/>
                      <a:pt x="0" y="29083"/>
                      <a:pt x="0" y="18669"/>
                    </a:cubicBezTo>
                    <a:cubicBezTo>
                      <a:pt x="0" y="8255"/>
                      <a:pt x="8255" y="0"/>
                      <a:pt x="18796" y="0"/>
                    </a:cubicBezTo>
                    <a:cubicBezTo>
                      <a:pt x="29337" y="0"/>
                      <a:pt x="37719" y="8509"/>
                      <a:pt x="37719" y="1866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4" name="Google Shape;2994;p36"/>
              <p:cNvSpPr/>
              <p:nvPr/>
            </p:nvSpPr>
            <p:spPr>
              <a:xfrm>
                <a:off x="449453" y="334264"/>
                <a:ext cx="42291" cy="42164"/>
              </a:xfrm>
              <a:custGeom>
                <a:rect b="b" l="l" r="r" t="t"/>
                <a:pathLst>
                  <a:path extrusionOk="0" h="42164" w="42291">
                    <a:moveTo>
                      <a:pt x="24765" y="127"/>
                    </a:moveTo>
                    <a:lnTo>
                      <a:pt x="42291" y="24638"/>
                    </a:lnTo>
                    <a:cubicBezTo>
                      <a:pt x="34290" y="30226"/>
                      <a:pt x="25273" y="36576"/>
                      <a:pt x="17399" y="42164"/>
                    </a:cubicBezTo>
                    <a:lnTo>
                      <a:pt x="0" y="17145"/>
                    </a:lnTo>
                    <a:cubicBezTo>
                      <a:pt x="7620" y="11938"/>
                      <a:pt x="16510" y="5715"/>
                      <a:pt x="24765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995" name="Google Shape;2995;p36"/>
            <p:cNvSpPr/>
            <p:nvPr/>
          </p:nvSpPr>
          <p:spPr>
            <a:xfrm>
              <a:off x="913477" y="88952"/>
              <a:ext cx="554224" cy="562170"/>
            </a:xfrm>
            <a:custGeom>
              <a:rect b="b" l="l" r="r" t="t"/>
              <a:pathLst>
                <a:path extrusionOk="0" h="945607" w="932254">
                  <a:moveTo>
                    <a:pt x="514905" y="852495"/>
                  </a:moveTo>
                  <a:cubicBezTo>
                    <a:pt x="497125" y="852622"/>
                    <a:pt x="483028" y="866592"/>
                    <a:pt x="483282" y="883991"/>
                  </a:cubicBezTo>
                  <a:cubicBezTo>
                    <a:pt x="483536" y="901390"/>
                    <a:pt x="498268" y="915614"/>
                    <a:pt x="515540" y="915360"/>
                  </a:cubicBezTo>
                  <a:cubicBezTo>
                    <a:pt x="532177" y="914979"/>
                    <a:pt x="546528" y="900120"/>
                    <a:pt x="546274" y="883483"/>
                  </a:cubicBezTo>
                  <a:cubicBezTo>
                    <a:pt x="546020" y="866211"/>
                    <a:pt x="532050" y="852495"/>
                    <a:pt x="514905" y="852622"/>
                  </a:cubicBezTo>
                  <a:moveTo>
                    <a:pt x="129714" y="852622"/>
                  </a:moveTo>
                  <a:cubicBezTo>
                    <a:pt x="111934" y="852622"/>
                    <a:pt x="97583" y="866465"/>
                    <a:pt x="97456" y="883737"/>
                  </a:cubicBezTo>
                  <a:cubicBezTo>
                    <a:pt x="97456" y="900501"/>
                    <a:pt x="112696" y="915614"/>
                    <a:pt x="129587" y="915487"/>
                  </a:cubicBezTo>
                  <a:cubicBezTo>
                    <a:pt x="146732" y="915360"/>
                    <a:pt x="160321" y="901390"/>
                    <a:pt x="160321" y="883864"/>
                  </a:cubicBezTo>
                  <a:cubicBezTo>
                    <a:pt x="160321" y="866084"/>
                    <a:pt x="147113" y="852622"/>
                    <a:pt x="129714" y="852622"/>
                  </a:cubicBezTo>
                  <a:moveTo>
                    <a:pt x="112188" y="562173"/>
                  </a:moveTo>
                  <a:cubicBezTo>
                    <a:pt x="112315" y="544901"/>
                    <a:pt x="98599" y="530931"/>
                    <a:pt x="81327" y="530677"/>
                  </a:cubicBezTo>
                  <a:cubicBezTo>
                    <a:pt x="64436" y="530423"/>
                    <a:pt x="49450" y="545282"/>
                    <a:pt x="49323" y="562427"/>
                  </a:cubicBezTo>
                  <a:cubicBezTo>
                    <a:pt x="49196" y="579191"/>
                    <a:pt x="63547" y="593288"/>
                    <a:pt x="80692" y="593415"/>
                  </a:cubicBezTo>
                  <a:cubicBezTo>
                    <a:pt x="98853" y="593542"/>
                    <a:pt x="112061" y="580334"/>
                    <a:pt x="112188" y="562046"/>
                  </a:cubicBezTo>
                  <a:moveTo>
                    <a:pt x="787066" y="95448"/>
                  </a:moveTo>
                  <a:cubicBezTo>
                    <a:pt x="805354" y="95448"/>
                    <a:pt x="818943" y="82367"/>
                    <a:pt x="819070" y="64460"/>
                  </a:cubicBezTo>
                  <a:cubicBezTo>
                    <a:pt x="819070" y="47315"/>
                    <a:pt x="805354" y="32837"/>
                    <a:pt x="788463" y="32583"/>
                  </a:cubicBezTo>
                  <a:cubicBezTo>
                    <a:pt x="771318" y="32329"/>
                    <a:pt x="756332" y="46934"/>
                    <a:pt x="756205" y="64079"/>
                  </a:cubicBezTo>
                  <a:cubicBezTo>
                    <a:pt x="756078" y="81224"/>
                    <a:pt x="770048" y="95448"/>
                    <a:pt x="787066" y="95448"/>
                  </a:cubicBezTo>
                  <a:moveTo>
                    <a:pt x="386254" y="95448"/>
                  </a:moveTo>
                  <a:cubicBezTo>
                    <a:pt x="403653" y="95448"/>
                    <a:pt x="417369" y="81986"/>
                    <a:pt x="417496" y="64714"/>
                  </a:cubicBezTo>
                  <a:cubicBezTo>
                    <a:pt x="417623" y="47061"/>
                    <a:pt x="403526" y="32710"/>
                    <a:pt x="386254" y="32710"/>
                  </a:cubicBezTo>
                  <a:cubicBezTo>
                    <a:pt x="369490" y="32710"/>
                    <a:pt x="355012" y="47061"/>
                    <a:pt x="354758" y="63825"/>
                  </a:cubicBezTo>
                  <a:cubicBezTo>
                    <a:pt x="354504" y="81351"/>
                    <a:pt x="368474" y="95448"/>
                    <a:pt x="386254" y="95448"/>
                  </a:cubicBezTo>
                  <a:moveTo>
                    <a:pt x="321865" y="691586"/>
                  </a:moveTo>
                  <a:cubicBezTo>
                    <a:pt x="304593" y="691713"/>
                    <a:pt x="289734" y="706699"/>
                    <a:pt x="290242" y="723590"/>
                  </a:cubicBezTo>
                  <a:cubicBezTo>
                    <a:pt x="290750" y="740481"/>
                    <a:pt x="305228" y="754578"/>
                    <a:pt x="321992" y="754451"/>
                  </a:cubicBezTo>
                  <a:cubicBezTo>
                    <a:pt x="339772" y="754324"/>
                    <a:pt x="353361" y="740354"/>
                    <a:pt x="353107" y="722574"/>
                  </a:cubicBezTo>
                  <a:cubicBezTo>
                    <a:pt x="352853" y="705302"/>
                    <a:pt x="338883" y="691459"/>
                    <a:pt x="321865" y="691713"/>
                  </a:cubicBezTo>
                  <a:moveTo>
                    <a:pt x="594026" y="545282"/>
                  </a:moveTo>
                  <a:cubicBezTo>
                    <a:pt x="612314" y="545409"/>
                    <a:pt x="626284" y="532201"/>
                    <a:pt x="626538" y="514675"/>
                  </a:cubicBezTo>
                  <a:cubicBezTo>
                    <a:pt x="626792" y="497530"/>
                    <a:pt x="612314" y="482671"/>
                    <a:pt x="595169" y="482544"/>
                  </a:cubicBezTo>
                  <a:cubicBezTo>
                    <a:pt x="578278" y="482290"/>
                    <a:pt x="563927" y="496514"/>
                    <a:pt x="563800" y="513532"/>
                  </a:cubicBezTo>
                  <a:cubicBezTo>
                    <a:pt x="563546" y="531185"/>
                    <a:pt x="576881" y="545155"/>
                    <a:pt x="594026" y="545282"/>
                  </a:cubicBezTo>
                  <a:moveTo>
                    <a:pt x="321992" y="402661"/>
                  </a:moveTo>
                  <a:cubicBezTo>
                    <a:pt x="295068" y="402407"/>
                    <a:pt x="275129" y="421965"/>
                    <a:pt x="274748" y="448635"/>
                  </a:cubicBezTo>
                  <a:cubicBezTo>
                    <a:pt x="274494" y="476829"/>
                    <a:pt x="293671" y="496768"/>
                    <a:pt x="321484" y="497022"/>
                  </a:cubicBezTo>
                  <a:cubicBezTo>
                    <a:pt x="348281" y="497276"/>
                    <a:pt x="369109" y="477464"/>
                    <a:pt x="369363" y="451429"/>
                  </a:cubicBezTo>
                  <a:cubicBezTo>
                    <a:pt x="369617" y="422854"/>
                    <a:pt x="350186" y="402788"/>
                    <a:pt x="321992" y="402534"/>
                  </a:cubicBezTo>
                  <a:moveTo>
                    <a:pt x="804465" y="674822"/>
                  </a:moveTo>
                  <a:cubicBezTo>
                    <a:pt x="804338" y="701238"/>
                    <a:pt x="825293" y="722320"/>
                    <a:pt x="851836" y="722574"/>
                  </a:cubicBezTo>
                  <a:cubicBezTo>
                    <a:pt x="878379" y="722828"/>
                    <a:pt x="899080" y="702254"/>
                    <a:pt x="899588" y="675203"/>
                  </a:cubicBezTo>
                  <a:cubicBezTo>
                    <a:pt x="900096" y="648914"/>
                    <a:pt x="879141" y="627324"/>
                    <a:pt x="852725" y="626943"/>
                  </a:cubicBezTo>
                  <a:cubicBezTo>
                    <a:pt x="825928" y="626562"/>
                    <a:pt x="804592" y="647771"/>
                    <a:pt x="804592" y="674822"/>
                  </a:cubicBezTo>
                  <a:moveTo>
                    <a:pt x="80819" y="240101"/>
                  </a:moveTo>
                  <a:cubicBezTo>
                    <a:pt x="108251" y="240101"/>
                    <a:pt x="128571" y="219781"/>
                    <a:pt x="128571" y="192222"/>
                  </a:cubicBezTo>
                  <a:cubicBezTo>
                    <a:pt x="128571" y="166060"/>
                    <a:pt x="107997" y="145486"/>
                    <a:pt x="81581" y="145486"/>
                  </a:cubicBezTo>
                  <a:cubicBezTo>
                    <a:pt x="53895" y="145359"/>
                    <a:pt x="33702" y="165171"/>
                    <a:pt x="33448" y="192857"/>
                  </a:cubicBezTo>
                  <a:cubicBezTo>
                    <a:pt x="33194" y="219527"/>
                    <a:pt x="53768" y="240101"/>
                    <a:pt x="80819" y="240101"/>
                  </a:cubicBezTo>
                  <a:moveTo>
                    <a:pt x="547290" y="224734"/>
                  </a:moveTo>
                  <a:cubicBezTo>
                    <a:pt x="547163" y="251150"/>
                    <a:pt x="568245" y="272613"/>
                    <a:pt x="594534" y="272613"/>
                  </a:cubicBezTo>
                  <a:cubicBezTo>
                    <a:pt x="621204" y="272740"/>
                    <a:pt x="643048" y="251023"/>
                    <a:pt x="642794" y="224480"/>
                  </a:cubicBezTo>
                  <a:cubicBezTo>
                    <a:pt x="642540" y="198572"/>
                    <a:pt x="621585" y="177363"/>
                    <a:pt x="595804" y="176982"/>
                  </a:cubicBezTo>
                  <a:cubicBezTo>
                    <a:pt x="569134" y="176601"/>
                    <a:pt x="547417" y="197937"/>
                    <a:pt x="547290" y="224607"/>
                  </a:cubicBezTo>
                  <a:moveTo>
                    <a:pt x="279574" y="772231"/>
                  </a:moveTo>
                  <a:lnTo>
                    <a:pt x="189785" y="849701"/>
                  </a:lnTo>
                  <a:cubicBezTo>
                    <a:pt x="188134" y="851098"/>
                    <a:pt x="188261" y="856178"/>
                    <a:pt x="189277" y="858972"/>
                  </a:cubicBezTo>
                  <a:cubicBezTo>
                    <a:pt x="201469" y="890468"/>
                    <a:pt x="189150" y="924631"/>
                    <a:pt x="160194" y="941014"/>
                  </a:cubicBezTo>
                  <a:cubicBezTo>
                    <a:pt x="148510" y="947618"/>
                    <a:pt x="136191" y="945078"/>
                    <a:pt x="124126" y="945332"/>
                  </a:cubicBezTo>
                  <a:cubicBezTo>
                    <a:pt x="95678" y="945713"/>
                    <a:pt x="71802" y="926536"/>
                    <a:pt x="66087" y="898850"/>
                  </a:cubicBezTo>
                  <a:cubicBezTo>
                    <a:pt x="60753" y="873196"/>
                    <a:pt x="67738" y="850971"/>
                    <a:pt x="88058" y="834207"/>
                  </a:cubicBezTo>
                  <a:cubicBezTo>
                    <a:pt x="109013" y="816935"/>
                    <a:pt x="132508" y="814776"/>
                    <a:pt x="157273" y="825444"/>
                  </a:cubicBezTo>
                  <a:lnTo>
                    <a:pt x="160575" y="827095"/>
                  </a:lnTo>
                  <a:cubicBezTo>
                    <a:pt x="179117" y="814522"/>
                    <a:pt x="195500" y="800679"/>
                    <a:pt x="211756" y="786709"/>
                  </a:cubicBezTo>
                  <a:lnTo>
                    <a:pt x="255317" y="749371"/>
                  </a:lnTo>
                  <a:cubicBezTo>
                    <a:pt x="259381" y="745942"/>
                    <a:pt x="260016" y="743021"/>
                    <a:pt x="258873" y="737687"/>
                  </a:cubicBezTo>
                  <a:cubicBezTo>
                    <a:pt x="252015" y="705556"/>
                    <a:pt x="268144" y="675838"/>
                    <a:pt x="298497" y="662630"/>
                  </a:cubicBezTo>
                  <a:lnTo>
                    <a:pt x="304847" y="657931"/>
                  </a:lnTo>
                  <a:cubicBezTo>
                    <a:pt x="305228" y="613862"/>
                    <a:pt x="305101" y="572206"/>
                    <a:pt x="305101" y="531439"/>
                  </a:cubicBezTo>
                  <a:lnTo>
                    <a:pt x="273732" y="515056"/>
                  </a:lnTo>
                  <a:cubicBezTo>
                    <a:pt x="264588" y="508198"/>
                    <a:pt x="257476" y="498673"/>
                    <a:pt x="248713" y="489529"/>
                  </a:cubicBezTo>
                  <a:lnTo>
                    <a:pt x="157146" y="535376"/>
                  </a:lnTo>
                  <a:cubicBezTo>
                    <a:pt x="154352" y="536773"/>
                    <a:pt x="151812" y="538551"/>
                    <a:pt x="148891" y="539440"/>
                  </a:cubicBezTo>
                  <a:lnTo>
                    <a:pt x="143176" y="543631"/>
                  </a:lnTo>
                  <a:cubicBezTo>
                    <a:pt x="151558" y="584398"/>
                    <a:pt x="130857" y="617037"/>
                    <a:pt x="95424" y="625673"/>
                  </a:cubicBezTo>
                  <a:cubicBezTo>
                    <a:pt x="61769" y="633928"/>
                    <a:pt x="26082" y="612084"/>
                    <a:pt x="17954" y="578175"/>
                  </a:cubicBezTo>
                  <a:cubicBezTo>
                    <a:pt x="9572" y="542742"/>
                    <a:pt x="32051" y="506547"/>
                    <a:pt x="66976" y="499181"/>
                  </a:cubicBezTo>
                  <a:cubicBezTo>
                    <a:pt x="86280" y="495117"/>
                    <a:pt x="103425" y="499435"/>
                    <a:pt x="119554" y="510230"/>
                  </a:cubicBezTo>
                  <a:lnTo>
                    <a:pt x="127047" y="512516"/>
                  </a:lnTo>
                  <a:cubicBezTo>
                    <a:pt x="165020" y="493974"/>
                    <a:pt x="200072" y="476067"/>
                    <a:pt x="235378" y="458668"/>
                  </a:cubicBezTo>
                  <a:lnTo>
                    <a:pt x="241601" y="454985"/>
                  </a:lnTo>
                  <a:cubicBezTo>
                    <a:pt x="240585" y="434157"/>
                    <a:pt x="245538" y="419679"/>
                    <a:pt x="254047" y="405201"/>
                  </a:cubicBezTo>
                  <a:lnTo>
                    <a:pt x="229282" y="377134"/>
                  </a:lnTo>
                  <a:cubicBezTo>
                    <a:pt x="196516" y="340685"/>
                    <a:pt x="163623" y="304236"/>
                    <a:pt x="131111" y="267660"/>
                  </a:cubicBezTo>
                  <a:lnTo>
                    <a:pt x="123364" y="262453"/>
                  </a:lnTo>
                  <a:cubicBezTo>
                    <a:pt x="87423" y="278836"/>
                    <a:pt x="58467" y="277058"/>
                    <a:pt x="31797" y="257246"/>
                  </a:cubicBezTo>
                  <a:cubicBezTo>
                    <a:pt x="5127" y="237434"/>
                    <a:pt x="-4017" y="209494"/>
                    <a:pt x="1571" y="177871"/>
                  </a:cubicBezTo>
                  <a:cubicBezTo>
                    <a:pt x="7286" y="145486"/>
                    <a:pt x="27352" y="124023"/>
                    <a:pt x="59356" y="114752"/>
                  </a:cubicBezTo>
                  <a:cubicBezTo>
                    <a:pt x="90217" y="105862"/>
                    <a:pt x="124761" y="117038"/>
                    <a:pt x="144192" y="141676"/>
                  </a:cubicBezTo>
                  <a:cubicBezTo>
                    <a:pt x="164639" y="167584"/>
                    <a:pt x="167814" y="203398"/>
                    <a:pt x="152193" y="231973"/>
                  </a:cubicBezTo>
                  <a:lnTo>
                    <a:pt x="150034" y="235656"/>
                  </a:lnTo>
                  <a:cubicBezTo>
                    <a:pt x="191817" y="285694"/>
                    <a:pt x="234743" y="333319"/>
                    <a:pt x="275256" y="378404"/>
                  </a:cubicBezTo>
                  <a:cubicBezTo>
                    <a:pt x="292782" y="375102"/>
                    <a:pt x="307895" y="370022"/>
                    <a:pt x="323135" y="369641"/>
                  </a:cubicBezTo>
                  <a:cubicBezTo>
                    <a:pt x="360854" y="368752"/>
                    <a:pt x="391969" y="394152"/>
                    <a:pt x="400605" y="430982"/>
                  </a:cubicBezTo>
                  <a:lnTo>
                    <a:pt x="403653" y="437459"/>
                  </a:lnTo>
                  <a:cubicBezTo>
                    <a:pt x="451278" y="450286"/>
                    <a:pt x="494458" y="462351"/>
                    <a:pt x="537765" y="473908"/>
                  </a:cubicBezTo>
                  <a:lnTo>
                    <a:pt x="543861" y="472892"/>
                  </a:lnTo>
                  <a:cubicBezTo>
                    <a:pt x="555291" y="465526"/>
                    <a:pt x="564054" y="459557"/>
                    <a:pt x="572690" y="453207"/>
                  </a:cubicBezTo>
                  <a:lnTo>
                    <a:pt x="578151" y="448127"/>
                  </a:lnTo>
                  <a:cubicBezTo>
                    <a:pt x="578532" y="400502"/>
                    <a:pt x="578532" y="355417"/>
                    <a:pt x="578151" y="310332"/>
                  </a:cubicBezTo>
                  <a:lnTo>
                    <a:pt x="574849" y="303728"/>
                  </a:lnTo>
                  <a:cubicBezTo>
                    <a:pt x="535606" y="293187"/>
                    <a:pt x="507031" y="253944"/>
                    <a:pt x="515540" y="210637"/>
                  </a:cubicBezTo>
                  <a:lnTo>
                    <a:pt x="515286" y="201112"/>
                  </a:lnTo>
                  <a:cubicBezTo>
                    <a:pt x="495474" y="184729"/>
                    <a:pt x="480615" y="171902"/>
                    <a:pt x="465629" y="158948"/>
                  </a:cubicBezTo>
                  <a:lnTo>
                    <a:pt x="420163" y="119959"/>
                  </a:lnTo>
                  <a:cubicBezTo>
                    <a:pt x="402383" y="129484"/>
                    <a:pt x="383841" y="132151"/>
                    <a:pt x="364410" y="125293"/>
                  </a:cubicBezTo>
                  <a:cubicBezTo>
                    <a:pt x="349932" y="120086"/>
                    <a:pt x="338756" y="110815"/>
                    <a:pt x="330755" y="97861"/>
                  </a:cubicBezTo>
                  <a:cubicBezTo>
                    <a:pt x="315134" y="72842"/>
                    <a:pt x="319452" y="40965"/>
                    <a:pt x="339899" y="18740"/>
                  </a:cubicBezTo>
                  <a:cubicBezTo>
                    <a:pt x="359457" y="-2469"/>
                    <a:pt x="399208" y="-3993"/>
                    <a:pt x="419401" y="8580"/>
                  </a:cubicBezTo>
                  <a:cubicBezTo>
                    <a:pt x="448865" y="26868"/>
                    <a:pt x="457247" y="55697"/>
                    <a:pt x="443785" y="96210"/>
                  </a:cubicBezTo>
                  <a:lnTo>
                    <a:pt x="532812" y="172537"/>
                  </a:lnTo>
                  <a:cubicBezTo>
                    <a:pt x="548179" y="155265"/>
                    <a:pt x="567229" y="145486"/>
                    <a:pt x="589835" y="144216"/>
                  </a:cubicBezTo>
                  <a:cubicBezTo>
                    <a:pt x="612187" y="142946"/>
                    <a:pt x="632380" y="149677"/>
                    <a:pt x="649906" y="165044"/>
                  </a:cubicBezTo>
                  <a:lnTo>
                    <a:pt x="715311" y="109545"/>
                  </a:lnTo>
                  <a:cubicBezTo>
                    <a:pt x="725852" y="101163"/>
                    <a:pt x="729916" y="94686"/>
                    <a:pt x="725344" y="79700"/>
                  </a:cubicBezTo>
                  <a:cubicBezTo>
                    <a:pt x="715692" y="48077"/>
                    <a:pt x="733218" y="15184"/>
                    <a:pt x="764079" y="4389"/>
                  </a:cubicBezTo>
                  <a:cubicBezTo>
                    <a:pt x="788336" y="-4120"/>
                    <a:pt x="814752" y="-691"/>
                    <a:pt x="833421" y="18486"/>
                  </a:cubicBezTo>
                  <a:cubicBezTo>
                    <a:pt x="852090" y="37663"/>
                    <a:pt x="857678" y="64968"/>
                    <a:pt x="847391" y="89225"/>
                  </a:cubicBezTo>
                  <a:cubicBezTo>
                    <a:pt x="837104" y="113482"/>
                    <a:pt x="813863" y="129738"/>
                    <a:pt x="788209" y="128722"/>
                  </a:cubicBezTo>
                  <a:lnTo>
                    <a:pt x="758745" y="122626"/>
                  </a:lnTo>
                  <a:cubicBezTo>
                    <a:pt x="755951" y="122118"/>
                    <a:pt x="751887" y="121991"/>
                    <a:pt x="749982" y="123515"/>
                  </a:cubicBezTo>
                  <a:lnTo>
                    <a:pt x="669337" y="192222"/>
                  </a:lnTo>
                  <a:cubicBezTo>
                    <a:pt x="677973" y="215717"/>
                    <a:pt x="678481" y="239212"/>
                    <a:pt x="667051" y="261818"/>
                  </a:cubicBezTo>
                  <a:cubicBezTo>
                    <a:pt x="655621" y="284678"/>
                    <a:pt x="636444" y="298267"/>
                    <a:pt x="611552" y="304617"/>
                  </a:cubicBezTo>
                  <a:lnTo>
                    <a:pt x="611298" y="426156"/>
                  </a:lnTo>
                  <a:cubicBezTo>
                    <a:pt x="611044" y="441396"/>
                    <a:pt x="611806" y="452318"/>
                    <a:pt x="629078" y="460319"/>
                  </a:cubicBezTo>
                  <a:cubicBezTo>
                    <a:pt x="649906" y="469844"/>
                    <a:pt x="658669" y="490545"/>
                    <a:pt x="659685" y="513659"/>
                  </a:cubicBezTo>
                  <a:lnTo>
                    <a:pt x="661082" y="521406"/>
                  </a:lnTo>
                  <a:cubicBezTo>
                    <a:pt x="710485" y="551378"/>
                    <a:pt x="757729" y="579699"/>
                    <a:pt x="804719" y="607893"/>
                  </a:cubicBezTo>
                  <a:cubicBezTo>
                    <a:pt x="845613" y="582239"/>
                    <a:pt x="891206" y="593796"/>
                    <a:pt x="915463" y="624657"/>
                  </a:cubicBezTo>
                  <a:cubicBezTo>
                    <a:pt x="939085" y="654629"/>
                    <a:pt x="937561" y="700984"/>
                    <a:pt x="912288" y="728670"/>
                  </a:cubicBezTo>
                  <a:cubicBezTo>
                    <a:pt x="884348" y="759277"/>
                    <a:pt x="840152" y="764865"/>
                    <a:pt x="805735" y="741878"/>
                  </a:cubicBezTo>
                  <a:cubicBezTo>
                    <a:pt x="775890" y="721939"/>
                    <a:pt x="757729" y="678251"/>
                    <a:pt x="781478" y="632912"/>
                  </a:cubicBezTo>
                  <a:lnTo>
                    <a:pt x="648001" y="552648"/>
                  </a:lnTo>
                  <a:cubicBezTo>
                    <a:pt x="626665" y="576905"/>
                    <a:pt x="600757" y="586430"/>
                    <a:pt x="570277" y="573857"/>
                  </a:cubicBezTo>
                  <a:cubicBezTo>
                    <a:pt x="541448" y="561919"/>
                    <a:pt x="529256" y="538297"/>
                    <a:pt x="530018" y="506674"/>
                  </a:cubicBezTo>
                  <a:lnTo>
                    <a:pt x="403399" y="472003"/>
                  </a:lnTo>
                  <a:cubicBezTo>
                    <a:pt x="394382" y="484957"/>
                    <a:pt x="387524" y="498800"/>
                    <a:pt x="376983" y="508833"/>
                  </a:cubicBezTo>
                  <a:cubicBezTo>
                    <a:pt x="366696" y="518612"/>
                    <a:pt x="352599" y="524454"/>
                    <a:pt x="338248" y="533217"/>
                  </a:cubicBezTo>
                  <a:lnTo>
                    <a:pt x="338248" y="619577"/>
                  </a:lnTo>
                  <a:cubicBezTo>
                    <a:pt x="338248" y="630372"/>
                    <a:pt x="338502" y="641167"/>
                    <a:pt x="338121" y="651962"/>
                  </a:cubicBezTo>
                  <a:lnTo>
                    <a:pt x="339264" y="660344"/>
                  </a:lnTo>
                  <a:cubicBezTo>
                    <a:pt x="376602" y="675330"/>
                    <a:pt x="391842" y="705683"/>
                    <a:pt x="384730" y="739084"/>
                  </a:cubicBezTo>
                  <a:lnTo>
                    <a:pt x="385746" y="746323"/>
                  </a:lnTo>
                  <a:cubicBezTo>
                    <a:pt x="416480" y="773120"/>
                    <a:pt x="445309" y="797758"/>
                    <a:pt x="474011" y="822523"/>
                  </a:cubicBezTo>
                  <a:lnTo>
                    <a:pt x="482266" y="827476"/>
                  </a:lnTo>
                  <a:cubicBezTo>
                    <a:pt x="520874" y="809823"/>
                    <a:pt x="558974" y="824555"/>
                    <a:pt x="573706" y="857067"/>
                  </a:cubicBezTo>
                  <a:cubicBezTo>
                    <a:pt x="588311" y="889198"/>
                    <a:pt x="574468" y="927298"/>
                    <a:pt x="542083" y="941903"/>
                  </a:cubicBezTo>
                  <a:lnTo>
                    <a:pt x="525954" y="944443"/>
                  </a:lnTo>
                  <a:cubicBezTo>
                    <a:pt x="499284" y="946983"/>
                    <a:pt x="482647" y="944189"/>
                    <a:pt x="468804" y="929838"/>
                  </a:cubicBezTo>
                  <a:cubicBezTo>
                    <a:pt x="452802" y="913201"/>
                    <a:pt x="442261" y="885388"/>
                    <a:pt x="457374" y="852114"/>
                  </a:cubicBezTo>
                  <a:lnTo>
                    <a:pt x="364537" y="772485"/>
                  </a:lnTo>
                  <a:cubicBezTo>
                    <a:pt x="351837" y="781375"/>
                    <a:pt x="338248" y="788106"/>
                    <a:pt x="322246" y="787979"/>
                  </a:cubicBezTo>
                  <a:cubicBezTo>
                    <a:pt x="306244" y="787852"/>
                    <a:pt x="292147" y="782518"/>
                    <a:pt x="279447" y="77223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96" name="Google Shape;2996;p36"/>
            <p:cNvGrpSpPr/>
            <p:nvPr/>
          </p:nvGrpSpPr>
          <p:grpSpPr>
            <a:xfrm>
              <a:off x="6054230" y="215230"/>
              <a:ext cx="732257" cy="405090"/>
              <a:chOff x="63500" y="63500"/>
              <a:chExt cx="1508506" cy="834517"/>
            </a:xfrm>
          </p:grpSpPr>
          <p:sp>
            <p:nvSpPr>
              <p:cNvPr id="2997" name="Google Shape;2997;p36"/>
              <p:cNvSpPr/>
              <p:nvPr/>
            </p:nvSpPr>
            <p:spPr>
              <a:xfrm>
                <a:off x="63500" y="63500"/>
                <a:ext cx="1508506" cy="834517"/>
              </a:xfrm>
              <a:custGeom>
                <a:rect b="b" l="l" r="r" t="t"/>
                <a:pathLst>
                  <a:path extrusionOk="0" h="834517" w="1508506">
                    <a:moveTo>
                      <a:pt x="754253" y="30988"/>
                    </a:moveTo>
                    <a:cubicBezTo>
                      <a:pt x="355473" y="30988"/>
                      <a:pt x="30988" y="204216"/>
                      <a:pt x="30988" y="417195"/>
                    </a:cubicBezTo>
                    <a:cubicBezTo>
                      <a:pt x="30988" y="630174"/>
                      <a:pt x="355473" y="803402"/>
                      <a:pt x="754253" y="803402"/>
                    </a:cubicBezTo>
                    <a:cubicBezTo>
                      <a:pt x="1153033" y="803402"/>
                      <a:pt x="1477518" y="630174"/>
                      <a:pt x="1477518" y="417195"/>
                    </a:cubicBezTo>
                    <a:cubicBezTo>
                      <a:pt x="1477518" y="204216"/>
                      <a:pt x="1153033" y="30988"/>
                      <a:pt x="754253" y="30988"/>
                    </a:cubicBezTo>
                    <a:moveTo>
                      <a:pt x="754253" y="834390"/>
                    </a:moveTo>
                    <a:cubicBezTo>
                      <a:pt x="338328" y="834517"/>
                      <a:pt x="0" y="647319"/>
                      <a:pt x="0" y="417195"/>
                    </a:cubicBezTo>
                    <a:cubicBezTo>
                      <a:pt x="0" y="187071"/>
                      <a:pt x="338328" y="0"/>
                      <a:pt x="754253" y="0"/>
                    </a:cubicBezTo>
                    <a:cubicBezTo>
                      <a:pt x="1170178" y="0"/>
                      <a:pt x="1508506" y="187198"/>
                      <a:pt x="1508506" y="417195"/>
                    </a:cubicBezTo>
                    <a:cubicBezTo>
                      <a:pt x="1508506" y="647192"/>
                      <a:pt x="1170178" y="834517"/>
                      <a:pt x="754253" y="83451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8" name="Google Shape;2998;p36"/>
              <p:cNvSpPr/>
              <p:nvPr/>
            </p:nvSpPr>
            <p:spPr>
              <a:xfrm>
                <a:off x="309372" y="287274"/>
                <a:ext cx="79502" cy="79502"/>
              </a:xfrm>
              <a:custGeom>
                <a:rect b="b" l="l" r="r" t="t"/>
                <a:pathLst>
                  <a:path extrusionOk="0" h="79502" w="79502">
                    <a:moveTo>
                      <a:pt x="39751" y="0"/>
                    </a:moveTo>
                    <a:cubicBezTo>
                      <a:pt x="17780" y="0"/>
                      <a:pt x="0" y="17780"/>
                      <a:pt x="0" y="39751"/>
                    </a:cubicBezTo>
                    <a:cubicBezTo>
                      <a:pt x="0" y="61722"/>
                      <a:pt x="17780" y="79502"/>
                      <a:pt x="39751" y="79502"/>
                    </a:cubicBezTo>
                    <a:cubicBezTo>
                      <a:pt x="61722" y="79502"/>
                      <a:pt x="79502" y="61722"/>
                      <a:pt x="79502" y="39751"/>
                    </a:cubicBezTo>
                    <a:cubicBezTo>
                      <a:pt x="79502" y="17780"/>
                      <a:pt x="61722" y="0"/>
                      <a:pt x="39751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9" name="Google Shape;2999;p36"/>
              <p:cNvSpPr/>
              <p:nvPr/>
            </p:nvSpPr>
            <p:spPr>
              <a:xfrm>
                <a:off x="515239" y="642112"/>
                <a:ext cx="58420" cy="58420"/>
              </a:xfrm>
              <a:custGeom>
                <a:rect b="b" l="l" r="r" t="t"/>
                <a:pathLst>
                  <a:path extrusionOk="0" h="58420" w="58420">
                    <a:moveTo>
                      <a:pt x="29210" y="0"/>
                    </a:moveTo>
                    <a:cubicBezTo>
                      <a:pt x="13081" y="0"/>
                      <a:pt x="0" y="13081"/>
                      <a:pt x="0" y="29210"/>
                    </a:cubicBezTo>
                    <a:cubicBezTo>
                      <a:pt x="0" y="45339"/>
                      <a:pt x="13081" y="58420"/>
                      <a:pt x="29210" y="58420"/>
                    </a:cubicBezTo>
                    <a:cubicBezTo>
                      <a:pt x="45339" y="58420"/>
                      <a:pt x="58420" y="45339"/>
                      <a:pt x="58420" y="29210"/>
                    </a:cubicBezTo>
                    <a:cubicBezTo>
                      <a:pt x="58420" y="13081"/>
                      <a:pt x="45339" y="0"/>
                      <a:pt x="2921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0" name="Google Shape;3000;p36"/>
              <p:cNvSpPr/>
              <p:nvPr/>
            </p:nvSpPr>
            <p:spPr>
              <a:xfrm>
                <a:off x="372745" y="561467"/>
                <a:ext cx="35052" cy="34925"/>
              </a:xfrm>
              <a:custGeom>
                <a:rect b="b" l="l" r="r" t="t"/>
                <a:pathLst>
                  <a:path extrusionOk="0" h="34925" w="35052">
                    <a:moveTo>
                      <a:pt x="17526" y="23495"/>
                    </a:moveTo>
                    <a:lnTo>
                      <a:pt x="11557" y="20828"/>
                    </a:lnTo>
                    <a:lnTo>
                      <a:pt x="14224" y="11557"/>
                    </a:lnTo>
                    <a:lnTo>
                      <a:pt x="23495" y="14224"/>
                    </a:lnTo>
                    <a:lnTo>
                      <a:pt x="20828" y="23495"/>
                    </a:lnTo>
                    <a:moveTo>
                      <a:pt x="17526" y="0"/>
                    </a:moveTo>
                    <a:lnTo>
                      <a:pt x="0" y="7874"/>
                    </a:lnTo>
                    <a:cubicBezTo>
                      <a:pt x="0" y="27178"/>
                      <a:pt x="7874" y="34925"/>
                      <a:pt x="17526" y="34925"/>
                    </a:cubicBezTo>
                    <a:lnTo>
                      <a:pt x="35052" y="27051"/>
                    </a:lnTo>
                    <a:cubicBezTo>
                      <a:pt x="35052" y="7747"/>
                      <a:pt x="27178" y="0"/>
                      <a:pt x="1752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1" name="Google Shape;3001;p36"/>
              <p:cNvSpPr/>
              <p:nvPr/>
            </p:nvSpPr>
            <p:spPr>
              <a:xfrm>
                <a:off x="453390" y="393319"/>
                <a:ext cx="58420" cy="58420"/>
              </a:xfrm>
              <a:custGeom>
                <a:rect b="b" l="l" r="r" t="t"/>
                <a:pathLst>
                  <a:path extrusionOk="0" h="58420" w="58420">
                    <a:moveTo>
                      <a:pt x="58420" y="29210"/>
                    </a:moveTo>
                    <a:cubicBezTo>
                      <a:pt x="58420" y="13081"/>
                      <a:pt x="45339" y="0"/>
                      <a:pt x="29210" y="0"/>
                    </a:cubicBezTo>
                    <a:cubicBezTo>
                      <a:pt x="13081" y="0"/>
                      <a:pt x="0" y="13081"/>
                      <a:pt x="0" y="29210"/>
                    </a:cubicBezTo>
                    <a:cubicBezTo>
                      <a:pt x="0" y="45339"/>
                      <a:pt x="13081" y="58420"/>
                      <a:pt x="29210" y="58420"/>
                    </a:cubicBezTo>
                    <a:cubicBezTo>
                      <a:pt x="45339" y="58420"/>
                      <a:pt x="58420" y="45339"/>
                      <a:pt x="58420" y="2921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2" name="Google Shape;3002;p36"/>
              <p:cNvSpPr/>
              <p:nvPr/>
            </p:nvSpPr>
            <p:spPr>
              <a:xfrm>
                <a:off x="957580" y="325755"/>
                <a:ext cx="58420" cy="58420"/>
              </a:xfrm>
              <a:custGeom>
                <a:rect b="b" l="l" r="r" t="t"/>
                <a:pathLst>
                  <a:path extrusionOk="0" h="58420" w="58420">
                    <a:moveTo>
                      <a:pt x="29210" y="0"/>
                    </a:moveTo>
                    <a:cubicBezTo>
                      <a:pt x="13081" y="0"/>
                      <a:pt x="0" y="13081"/>
                      <a:pt x="0" y="29210"/>
                    </a:cubicBezTo>
                    <a:cubicBezTo>
                      <a:pt x="0" y="45339"/>
                      <a:pt x="13081" y="58420"/>
                      <a:pt x="29210" y="58420"/>
                    </a:cubicBezTo>
                    <a:cubicBezTo>
                      <a:pt x="45339" y="58420"/>
                      <a:pt x="58420" y="45339"/>
                      <a:pt x="58420" y="29210"/>
                    </a:cubicBezTo>
                    <a:cubicBezTo>
                      <a:pt x="58420" y="13081"/>
                      <a:pt x="45339" y="0"/>
                      <a:pt x="2921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3" name="Google Shape;3003;p36"/>
              <p:cNvSpPr/>
              <p:nvPr/>
            </p:nvSpPr>
            <p:spPr>
              <a:xfrm>
                <a:off x="850392" y="727202"/>
                <a:ext cx="79502" cy="79502"/>
              </a:xfrm>
              <a:custGeom>
                <a:rect b="b" l="l" r="r" t="t"/>
                <a:pathLst>
                  <a:path extrusionOk="0" h="79502" w="79502">
                    <a:moveTo>
                      <a:pt x="39751" y="0"/>
                    </a:moveTo>
                    <a:cubicBezTo>
                      <a:pt x="17780" y="0"/>
                      <a:pt x="0" y="17780"/>
                      <a:pt x="0" y="39751"/>
                    </a:cubicBezTo>
                    <a:cubicBezTo>
                      <a:pt x="0" y="61722"/>
                      <a:pt x="17780" y="79502"/>
                      <a:pt x="39751" y="79502"/>
                    </a:cubicBezTo>
                    <a:cubicBezTo>
                      <a:pt x="61722" y="79502"/>
                      <a:pt x="79502" y="61722"/>
                      <a:pt x="79502" y="39751"/>
                    </a:cubicBezTo>
                    <a:cubicBezTo>
                      <a:pt x="79502" y="17780"/>
                      <a:pt x="61722" y="0"/>
                      <a:pt x="39751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4" name="Google Shape;3004;p36"/>
              <p:cNvSpPr/>
              <p:nvPr/>
            </p:nvSpPr>
            <p:spPr>
              <a:xfrm>
                <a:off x="217170" y="451358"/>
                <a:ext cx="58420" cy="58420"/>
              </a:xfrm>
              <a:custGeom>
                <a:rect b="b" l="l" r="r" t="t"/>
                <a:pathLst>
                  <a:path extrusionOk="0" h="58420" w="58420">
                    <a:moveTo>
                      <a:pt x="58420" y="29210"/>
                    </a:moveTo>
                    <a:cubicBezTo>
                      <a:pt x="58420" y="13081"/>
                      <a:pt x="45339" y="0"/>
                      <a:pt x="29210" y="0"/>
                    </a:cubicBezTo>
                    <a:cubicBezTo>
                      <a:pt x="13081" y="0"/>
                      <a:pt x="0" y="13081"/>
                      <a:pt x="0" y="29210"/>
                    </a:cubicBezTo>
                    <a:cubicBezTo>
                      <a:pt x="0" y="45339"/>
                      <a:pt x="13081" y="58420"/>
                      <a:pt x="29210" y="58420"/>
                    </a:cubicBezTo>
                    <a:cubicBezTo>
                      <a:pt x="45339" y="58420"/>
                      <a:pt x="58420" y="45339"/>
                      <a:pt x="58420" y="2921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5" name="Google Shape;3005;p36"/>
              <p:cNvSpPr/>
              <p:nvPr/>
            </p:nvSpPr>
            <p:spPr>
              <a:xfrm>
                <a:off x="618490" y="302006"/>
                <a:ext cx="35052" cy="34798"/>
              </a:xfrm>
              <a:custGeom>
                <a:rect b="b" l="l" r="r" t="t"/>
                <a:pathLst>
                  <a:path extrusionOk="0" h="34798" w="35052">
                    <a:moveTo>
                      <a:pt x="17526" y="23495"/>
                    </a:moveTo>
                    <a:lnTo>
                      <a:pt x="11557" y="20828"/>
                    </a:lnTo>
                    <a:lnTo>
                      <a:pt x="14224" y="11557"/>
                    </a:lnTo>
                    <a:lnTo>
                      <a:pt x="23495" y="14224"/>
                    </a:lnTo>
                    <a:lnTo>
                      <a:pt x="20828" y="23495"/>
                    </a:lnTo>
                    <a:moveTo>
                      <a:pt x="17526" y="0"/>
                    </a:moveTo>
                    <a:lnTo>
                      <a:pt x="0" y="7747"/>
                    </a:lnTo>
                    <a:cubicBezTo>
                      <a:pt x="0" y="27051"/>
                      <a:pt x="7874" y="34798"/>
                      <a:pt x="17526" y="34798"/>
                    </a:cubicBezTo>
                    <a:lnTo>
                      <a:pt x="35052" y="27051"/>
                    </a:lnTo>
                    <a:cubicBezTo>
                      <a:pt x="35052" y="7747"/>
                      <a:pt x="27178" y="0"/>
                      <a:pt x="1752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6" name="Google Shape;3006;p36"/>
              <p:cNvSpPr/>
              <p:nvPr/>
            </p:nvSpPr>
            <p:spPr>
              <a:xfrm>
                <a:off x="1103122" y="708914"/>
                <a:ext cx="35052" cy="34925"/>
              </a:xfrm>
              <a:custGeom>
                <a:rect b="b" l="l" r="r" t="t"/>
                <a:pathLst>
                  <a:path extrusionOk="0" h="34925" w="35052">
                    <a:moveTo>
                      <a:pt x="17526" y="23495"/>
                    </a:moveTo>
                    <a:lnTo>
                      <a:pt x="11557" y="20828"/>
                    </a:lnTo>
                    <a:lnTo>
                      <a:pt x="14224" y="11557"/>
                    </a:lnTo>
                    <a:lnTo>
                      <a:pt x="23495" y="14224"/>
                    </a:lnTo>
                    <a:lnTo>
                      <a:pt x="20828" y="23495"/>
                    </a:lnTo>
                    <a:moveTo>
                      <a:pt x="17526" y="0"/>
                    </a:moveTo>
                    <a:lnTo>
                      <a:pt x="0" y="7874"/>
                    </a:lnTo>
                    <a:cubicBezTo>
                      <a:pt x="0" y="27178"/>
                      <a:pt x="7874" y="34925"/>
                      <a:pt x="17526" y="34925"/>
                    </a:cubicBezTo>
                    <a:lnTo>
                      <a:pt x="35052" y="27051"/>
                    </a:lnTo>
                    <a:cubicBezTo>
                      <a:pt x="35052" y="7747"/>
                      <a:pt x="27178" y="0"/>
                      <a:pt x="1752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7" name="Google Shape;3007;p36"/>
              <p:cNvSpPr/>
              <p:nvPr/>
            </p:nvSpPr>
            <p:spPr>
              <a:xfrm>
                <a:off x="845947" y="435483"/>
                <a:ext cx="35052" cy="34925"/>
              </a:xfrm>
              <a:custGeom>
                <a:rect b="b" l="l" r="r" t="t"/>
                <a:pathLst>
                  <a:path extrusionOk="0" h="34925" w="35052">
                    <a:moveTo>
                      <a:pt x="17526" y="23495"/>
                    </a:moveTo>
                    <a:lnTo>
                      <a:pt x="11557" y="20828"/>
                    </a:lnTo>
                    <a:lnTo>
                      <a:pt x="14224" y="11557"/>
                    </a:lnTo>
                    <a:lnTo>
                      <a:pt x="23495" y="14224"/>
                    </a:lnTo>
                    <a:lnTo>
                      <a:pt x="20828" y="23495"/>
                    </a:lnTo>
                    <a:moveTo>
                      <a:pt x="17526" y="127"/>
                    </a:moveTo>
                    <a:lnTo>
                      <a:pt x="0" y="7874"/>
                    </a:lnTo>
                    <a:cubicBezTo>
                      <a:pt x="0" y="27178"/>
                      <a:pt x="7874" y="34925"/>
                      <a:pt x="17526" y="34925"/>
                    </a:cubicBezTo>
                    <a:lnTo>
                      <a:pt x="35052" y="27051"/>
                    </a:lnTo>
                    <a:cubicBezTo>
                      <a:pt x="35052" y="7747"/>
                      <a:pt x="27178" y="0"/>
                      <a:pt x="1752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8" name="Google Shape;3008;p36"/>
              <p:cNvSpPr/>
              <p:nvPr/>
            </p:nvSpPr>
            <p:spPr>
              <a:xfrm>
                <a:off x="1069594" y="284734"/>
                <a:ext cx="35052" cy="34798"/>
              </a:xfrm>
              <a:custGeom>
                <a:rect b="b" l="l" r="r" t="t"/>
                <a:pathLst>
                  <a:path extrusionOk="0" h="34798" w="35052">
                    <a:moveTo>
                      <a:pt x="17526" y="23495"/>
                    </a:moveTo>
                    <a:lnTo>
                      <a:pt x="11557" y="20828"/>
                    </a:lnTo>
                    <a:lnTo>
                      <a:pt x="14224" y="11557"/>
                    </a:lnTo>
                    <a:lnTo>
                      <a:pt x="23495" y="14224"/>
                    </a:lnTo>
                    <a:lnTo>
                      <a:pt x="20828" y="23495"/>
                    </a:lnTo>
                    <a:moveTo>
                      <a:pt x="17526" y="0"/>
                    </a:moveTo>
                    <a:lnTo>
                      <a:pt x="0" y="7747"/>
                    </a:lnTo>
                    <a:cubicBezTo>
                      <a:pt x="0" y="27051"/>
                      <a:pt x="7874" y="34798"/>
                      <a:pt x="17526" y="34798"/>
                    </a:cubicBezTo>
                    <a:lnTo>
                      <a:pt x="35052" y="27051"/>
                    </a:lnTo>
                    <a:cubicBezTo>
                      <a:pt x="35052" y="7747"/>
                      <a:pt x="27178" y="0"/>
                      <a:pt x="1752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9" name="Google Shape;3009;p36"/>
              <p:cNvSpPr/>
              <p:nvPr/>
            </p:nvSpPr>
            <p:spPr>
              <a:xfrm>
                <a:off x="615950" y="758190"/>
                <a:ext cx="35052" cy="34925"/>
              </a:xfrm>
              <a:custGeom>
                <a:rect b="b" l="l" r="r" t="t"/>
                <a:pathLst>
                  <a:path extrusionOk="0" h="34925" w="35052">
                    <a:moveTo>
                      <a:pt x="17526" y="23495"/>
                    </a:moveTo>
                    <a:lnTo>
                      <a:pt x="11557" y="20828"/>
                    </a:lnTo>
                    <a:lnTo>
                      <a:pt x="14224" y="11557"/>
                    </a:lnTo>
                    <a:lnTo>
                      <a:pt x="23495" y="14224"/>
                    </a:lnTo>
                    <a:lnTo>
                      <a:pt x="20828" y="23495"/>
                    </a:lnTo>
                    <a:moveTo>
                      <a:pt x="17526" y="0"/>
                    </a:moveTo>
                    <a:lnTo>
                      <a:pt x="0" y="7874"/>
                    </a:lnTo>
                    <a:cubicBezTo>
                      <a:pt x="0" y="27178"/>
                      <a:pt x="7874" y="34925"/>
                      <a:pt x="17526" y="34925"/>
                    </a:cubicBezTo>
                    <a:lnTo>
                      <a:pt x="35052" y="27051"/>
                    </a:lnTo>
                    <a:cubicBezTo>
                      <a:pt x="35052" y="7747"/>
                      <a:pt x="27178" y="0"/>
                      <a:pt x="1752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0" name="Google Shape;3010;p36"/>
              <p:cNvSpPr/>
              <p:nvPr/>
            </p:nvSpPr>
            <p:spPr>
              <a:xfrm>
                <a:off x="930148" y="193929"/>
                <a:ext cx="58420" cy="58420"/>
              </a:xfrm>
              <a:custGeom>
                <a:rect b="b" l="l" r="r" t="t"/>
                <a:pathLst>
                  <a:path extrusionOk="0" h="58420" w="58420">
                    <a:moveTo>
                      <a:pt x="29210" y="0"/>
                    </a:moveTo>
                    <a:cubicBezTo>
                      <a:pt x="13081" y="0"/>
                      <a:pt x="0" y="13081"/>
                      <a:pt x="0" y="29210"/>
                    </a:cubicBezTo>
                    <a:cubicBezTo>
                      <a:pt x="0" y="45339"/>
                      <a:pt x="13081" y="58420"/>
                      <a:pt x="29210" y="58420"/>
                    </a:cubicBezTo>
                    <a:cubicBezTo>
                      <a:pt x="45339" y="58420"/>
                      <a:pt x="58420" y="45339"/>
                      <a:pt x="58420" y="29210"/>
                    </a:cubicBezTo>
                    <a:cubicBezTo>
                      <a:pt x="58420" y="13081"/>
                      <a:pt x="45339" y="0"/>
                      <a:pt x="2921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1" name="Google Shape;3011;p36"/>
              <p:cNvSpPr/>
              <p:nvPr/>
            </p:nvSpPr>
            <p:spPr>
              <a:xfrm>
                <a:off x="1380236" y="346964"/>
                <a:ext cx="58420" cy="58420"/>
              </a:xfrm>
              <a:custGeom>
                <a:rect b="b" l="l" r="r" t="t"/>
                <a:pathLst>
                  <a:path extrusionOk="0" h="58420" w="58420">
                    <a:moveTo>
                      <a:pt x="29210" y="0"/>
                    </a:moveTo>
                    <a:cubicBezTo>
                      <a:pt x="13081" y="0"/>
                      <a:pt x="0" y="13081"/>
                      <a:pt x="0" y="29210"/>
                    </a:cubicBezTo>
                    <a:cubicBezTo>
                      <a:pt x="0" y="45339"/>
                      <a:pt x="13081" y="58420"/>
                      <a:pt x="29210" y="58420"/>
                    </a:cubicBezTo>
                    <a:cubicBezTo>
                      <a:pt x="45339" y="58420"/>
                      <a:pt x="58420" y="45339"/>
                      <a:pt x="58420" y="29210"/>
                    </a:cubicBezTo>
                    <a:cubicBezTo>
                      <a:pt x="58420" y="13081"/>
                      <a:pt x="45339" y="0"/>
                      <a:pt x="2921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2" name="Google Shape;3012;p36"/>
              <p:cNvSpPr/>
              <p:nvPr/>
            </p:nvSpPr>
            <p:spPr>
              <a:xfrm>
                <a:off x="1293622" y="603377"/>
                <a:ext cx="58420" cy="58420"/>
              </a:xfrm>
              <a:custGeom>
                <a:rect b="b" l="l" r="r" t="t"/>
                <a:pathLst>
                  <a:path extrusionOk="0" h="58420" w="58420">
                    <a:moveTo>
                      <a:pt x="29210" y="0"/>
                    </a:moveTo>
                    <a:cubicBezTo>
                      <a:pt x="13081" y="0"/>
                      <a:pt x="0" y="13081"/>
                      <a:pt x="0" y="29210"/>
                    </a:cubicBezTo>
                    <a:cubicBezTo>
                      <a:pt x="0" y="45339"/>
                      <a:pt x="13081" y="58420"/>
                      <a:pt x="29210" y="58420"/>
                    </a:cubicBezTo>
                    <a:cubicBezTo>
                      <a:pt x="45339" y="58420"/>
                      <a:pt x="58420" y="45339"/>
                      <a:pt x="58420" y="29210"/>
                    </a:cubicBezTo>
                    <a:cubicBezTo>
                      <a:pt x="58420" y="13081"/>
                      <a:pt x="45339" y="0"/>
                      <a:pt x="2921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3" name="Google Shape;3013;p36"/>
              <p:cNvSpPr/>
              <p:nvPr/>
            </p:nvSpPr>
            <p:spPr>
              <a:xfrm>
                <a:off x="691261" y="174498"/>
                <a:ext cx="79502" cy="79502"/>
              </a:xfrm>
              <a:custGeom>
                <a:rect b="b" l="l" r="r" t="t"/>
                <a:pathLst>
                  <a:path extrusionOk="0" h="79502" w="79502">
                    <a:moveTo>
                      <a:pt x="39751" y="0"/>
                    </a:moveTo>
                    <a:cubicBezTo>
                      <a:pt x="17780" y="0"/>
                      <a:pt x="0" y="17780"/>
                      <a:pt x="0" y="39751"/>
                    </a:cubicBezTo>
                    <a:cubicBezTo>
                      <a:pt x="0" y="61722"/>
                      <a:pt x="17780" y="79502"/>
                      <a:pt x="39751" y="79502"/>
                    </a:cubicBezTo>
                    <a:cubicBezTo>
                      <a:pt x="61722" y="79502"/>
                      <a:pt x="79502" y="61722"/>
                      <a:pt x="79502" y="39751"/>
                    </a:cubicBezTo>
                    <a:cubicBezTo>
                      <a:pt x="79502" y="17780"/>
                      <a:pt x="61722" y="0"/>
                      <a:pt x="39751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4" name="Google Shape;3014;p36"/>
              <p:cNvSpPr/>
              <p:nvPr/>
            </p:nvSpPr>
            <p:spPr>
              <a:xfrm>
                <a:off x="1224153" y="416433"/>
                <a:ext cx="79502" cy="79502"/>
              </a:xfrm>
              <a:custGeom>
                <a:rect b="b" l="l" r="r" t="t"/>
                <a:pathLst>
                  <a:path extrusionOk="0" h="79502" w="79502">
                    <a:moveTo>
                      <a:pt x="39751" y="0"/>
                    </a:moveTo>
                    <a:cubicBezTo>
                      <a:pt x="17780" y="0"/>
                      <a:pt x="0" y="17780"/>
                      <a:pt x="0" y="39751"/>
                    </a:cubicBezTo>
                    <a:cubicBezTo>
                      <a:pt x="0" y="61722"/>
                      <a:pt x="17780" y="79502"/>
                      <a:pt x="39751" y="79502"/>
                    </a:cubicBezTo>
                    <a:cubicBezTo>
                      <a:pt x="61722" y="79502"/>
                      <a:pt x="79502" y="61722"/>
                      <a:pt x="79502" y="39751"/>
                    </a:cubicBezTo>
                    <a:cubicBezTo>
                      <a:pt x="79502" y="17780"/>
                      <a:pt x="61722" y="0"/>
                      <a:pt x="39751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5" name="Google Shape;3015;p36"/>
              <p:cNvSpPr/>
              <p:nvPr/>
            </p:nvSpPr>
            <p:spPr>
              <a:xfrm>
                <a:off x="276733" y="615696"/>
                <a:ext cx="79502" cy="79502"/>
              </a:xfrm>
              <a:custGeom>
                <a:rect b="b" l="l" r="r" t="t"/>
                <a:pathLst>
                  <a:path extrusionOk="0" h="79502" w="79502">
                    <a:moveTo>
                      <a:pt x="39751" y="0"/>
                    </a:moveTo>
                    <a:cubicBezTo>
                      <a:pt x="17780" y="0"/>
                      <a:pt x="0" y="17780"/>
                      <a:pt x="0" y="39751"/>
                    </a:cubicBezTo>
                    <a:cubicBezTo>
                      <a:pt x="0" y="61722"/>
                      <a:pt x="17780" y="79502"/>
                      <a:pt x="39751" y="79502"/>
                    </a:cubicBezTo>
                    <a:cubicBezTo>
                      <a:pt x="61722" y="79502"/>
                      <a:pt x="79502" y="61722"/>
                      <a:pt x="79502" y="39751"/>
                    </a:cubicBezTo>
                    <a:cubicBezTo>
                      <a:pt x="79502" y="17780"/>
                      <a:pt x="61722" y="0"/>
                      <a:pt x="39751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6" name="Google Shape;3016;p36"/>
              <p:cNvSpPr/>
              <p:nvPr/>
            </p:nvSpPr>
            <p:spPr>
              <a:xfrm>
                <a:off x="995299" y="455295"/>
                <a:ext cx="79502" cy="79502"/>
              </a:xfrm>
              <a:custGeom>
                <a:rect b="b" l="l" r="r" t="t"/>
                <a:pathLst>
                  <a:path extrusionOk="0" h="79502" w="79502">
                    <a:moveTo>
                      <a:pt x="39751" y="0"/>
                    </a:moveTo>
                    <a:cubicBezTo>
                      <a:pt x="17780" y="0"/>
                      <a:pt x="0" y="17780"/>
                      <a:pt x="0" y="39751"/>
                    </a:cubicBezTo>
                    <a:cubicBezTo>
                      <a:pt x="0" y="61722"/>
                      <a:pt x="17780" y="79502"/>
                      <a:pt x="39751" y="79502"/>
                    </a:cubicBezTo>
                    <a:cubicBezTo>
                      <a:pt x="61722" y="79502"/>
                      <a:pt x="79502" y="61722"/>
                      <a:pt x="79502" y="39751"/>
                    </a:cubicBezTo>
                    <a:cubicBezTo>
                      <a:pt x="79502" y="17780"/>
                      <a:pt x="61722" y="0"/>
                      <a:pt x="39751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7" name="Google Shape;3017;p36"/>
              <p:cNvSpPr/>
              <p:nvPr/>
            </p:nvSpPr>
            <p:spPr>
              <a:xfrm>
                <a:off x="701421" y="568579"/>
                <a:ext cx="79502" cy="79502"/>
              </a:xfrm>
              <a:custGeom>
                <a:rect b="b" l="l" r="r" t="t"/>
                <a:pathLst>
                  <a:path extrusionOk="0" h="79502" w="79502">
                    <a:moveTo>
                      <a:pt x="39751" y="0"/>
                    </a:moveTo>
                    <a:cubicBezTo>
                      <a:pt x="17780" y="0"/>
                      <a:pt x="0" y="17780"/>
                      <a:pt x="0" y="39751"/>
                    </a:cubicBezTo>
                    <a:cubicBezTo>
                      <a:pt x="0" y="61722"/>
                      <a:pt x="17780" y="79502"/>
                      <a:pt x="39751" y="79502"/>
                    </a:cubicBezTo>
                    <a:cubicBezTo>
                      <a:pt x="61722" y="79502"/>
                      <a:pt x="79502" y="61722"/>
                      <a:pt x="79502" y="39751"/>
                    </a:cubicBezTo>
                    <a:cubicBezTo>
                      <a:pt x="79502" y="17780"/>
                      <a:pt x="61722" y="0"/>
                      <a:pt x="39751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8" name="Google Shape;3018;p36"/>
              <p:cNvSpPr/>
              <p:nvPr/>
            </p:nvSpPr>
            <p:spPr>
              <a:xfrm>
                <a:off x="740029" y="366141"/>
                <a:ext cx="58420" cy="58420"/>
              </a:xfrm>
              <a:custGeom>
                <a:rect b="b" l="l" r="r" t="t"/>
                <a:pathLst>
                  <a:path extrusionOk="0" h="58420" w="58420">
                    <a:moveTo>
                      <a:pt x="29210" y="0"/>
                    </a:moveTo>
                    <a:cubicBezTo>
                      <a:pt x="13081" y="0"/>
                      <a:pt x="0" y="13081"/>
                      <a:pt x="0" y="29210"/>
                    </a:cubicBezTo>
                    <a:cubicBezTo>
                      <a:pt x="0" y="45339"/>
                      <a:pt x="13081" y="58420"/>
                      <a:pt x="29210" y="58420"/>
                    </a:cubicBezTo>
                    <a:cubicBezTo>
                      <a:pt x="45339" y="58420"/>
                      <a:pt x="58420" y="45339"/>
                      <a:pt x="58420" y="29210"/>
                    </a:cubicBezTo>
                    <a:cubicBezTo>
                      <a:pt x="58420" y="13081"/>
                      <a:pt x="45339" y="0"/>
                      <a:pt x="2921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9" name="Google Shape;3019;p36"/>
              <p:cNvSpPr/>
              <p:nvPr/>
            </p:nvSpPr>
            <p:spPr>
              <a:xfrm>
                <a:off x="517525" y="169799"/>
                <a:ext cx="58420" cy="58420"/>
              </a:xfrm>
              <a:custGeom>
                <a:rect b="b" l="l" r="r" t="t"/>
                <a:pathLst>
                  <a:path extrusionOk="0" h="58420" w="58420">
                    <a:moveTo>
                      <a:pt x="58420" y="29210"/>
                    </a:moveTo>
                    <a:cubicBezTo>
                      <a:pt x="58420" y="13081"/>
                      <a:pt x="45339" y="0"/>
                      <a:pt x="29210" y="0"/>
                    </a:cubicBezTo>
                    <a:cubicBezTo>
                      <a:pt x="13081" y="0"/>
                      <a:pt x="0" y="13081"/>
                      <a:pt x="0" y="29210"/>
                    </a:cubicBezTo>
                    <a:cubicBezTo>
                      <a:pt x="0" y="45339"/>
                      <a:pt x="13081" y="58420"/>
                      <a:pt x="29210" y="58420"/>
                    </a:cubicBezTo>
                    <a:cubicBezTo>
                      <a:pt x="45339" y="58420"/>
                      <a:pt x="58420" y="45339"/>
                      <a:pt x="58420" y="2921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0" name="Google Shape;3020;p36"/>
              <p:cNvSpPr/>
              <p:nvPr/>
            </p:nvSpPr>
            <p:spPr>
              <a:xfrm>
                <a:off x="600075" y="435991"/>
                <a:ext cx="79502" cy="79502"/>
              </a:xfrm>
              <a:custGeom>
                <a:rect b="b" l="l" r="r" t="t"/>
                <a:pathLst>
                  <a:path extrusionOk="0" h="79502" w="79502">
                    <a:moveTo>
                      <a:pt x="39751" y="0"/>
                    </a:moveTo>
                    <a:cubicBezTo>
                      <a:pt x="17780" y="0"/>
                      <a:pt x="0" y="17780"/>
                      <a:pt x="0" y="39751"/>
                    </a:cubicBezTo>
                    <a:cubicBezTo>
                      <a:pt x="0" y="61722"/>
                      <a:pt x="17780" y="79502"/>
                      <a:pt x="39751" y="79502"/>
                    </a:cubicBezTo>
                    <a:cubicBezTo>
                      <a:pt x="61722" y="79502"/>
                      <a:pt x="79502" y="61722"/>
                      <a:pt x="79502" y="39751"/>
                    </a:cubicBezTo>
                    <a:cubicBezTo>
                      <a:pt x="79502" y="17780"/>
                      <a:pt x="61722" y="0"/>
                      <a:pt x="39751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1" name="Google Shape;3021;p36"/>
              <p:cNvSpPr/>
              <p:nvPr/>
            </p:nvSpPr>
            <p:spPr>
              <a:xfrm>
                <a:off x="884809" y="609981"/>
                <a:ext cx="58420" cy="58420"/>
              </a:xfrm>
              <a:custGeom>
                <a:rect b="b" l="l" r="r" t="t"/>
                <a:pathLst>
                  <a:path extrusionOk="0" h="58420" w="58420">
                    <a:moveTo>
                      <a:pt x="29210" y="0"/>
                    </a:moveTo>
                    <a:cubicBezTo>
                      <a:pt x="13081" y="0"/>
                      <a:pt x="0" y="13081"/>
                      <a:pt x="0" y="29210"/>
                    </a:cubicBezTo>
                    <a:cubicBezTo>
                      <a:pt x="0" y="45339"/>
                      <a:pt x="13081" y="58420"/>
                      <a:pt x="29210" y="58420"/>
                    </a:cubicBezTo>
                    <a:cubicBezTo>
                      <a:pt x="45339" y="58420"/>
                      <a:pt x="58420" y="45339"/>
                      <a:pt x="58420" y="29210"/>
                    </a:cubicBezTo>
                    <a:cubicBezTo>
                      <a:pt x="58420" y="13081"/>
                      <a:pt x="45339" y="0"/>
                      <a:pt x="2921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2" name="Google Shape;3022;p36"/>
              <p:cNvSpPr/>
              <p:nvPr/>
            </p:nvSpPr>
            <p:spPr>
              <a:xfrm>
                <a:off x="1108710" y="605028"/>
                <a:ext cx="58420" cy="58420"/>
              </a:xfrm>
              <a:custGeom>
                <a:rect b="b" l="l" r="r" t="t"/>
                <a:pathLst>
                  <a:path extrusionOk="0" h="58420" w="58420">
                    <a:moveTo>
                      <a:pt x="29210" y="0"/>
                    </a:moveTo>
                    <a:cubicBezTo>
                      <a:pt x="13081" y="0"/>
                      <a:pt x="0" y="13081"/>
                      <a:pt x="0" y="29210"/>
                    </a:cubicBezTo>
                    <a:cubicBezTo>
                      <a:pt x="0" y="45339"/>
                      <a:pt x="13081" y="58420"/>
                      <a:pt x="29210" y="58420"/>
                    </a:cubicBezTo>
                    <a:cubicBezTo>
                      <a:pt x="45339" y="58420"/>
                      <a:pt x="58420" y="45339"/>
                      <a:pt x="58420" y="29210"/>
                    </a:cubicBezTo>
                    <a:cubicBezTo>
                      <a:pt x="58420" y="13081"/>
                      <a:pt x="45339" y="0"/>
                      <a:pt x="2921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3" name="Google Shape;3023;p36"/>
              <p:cNvSpPr/>
              <p:nvPr/>
            </p:nvSpPr>
            <p:spPr>
              <a:xfrm>
                <a:off x="1383157" y="511048"/>
                <a:ext cx="35052" cy="34925"/>
              </a:xfrm>
              <a:custGeom>
                <a:rect b="b" l="l" r="r" t="t"/>
                <a:pathLst>
                  <a:path extrusionOk="0" h="34925" w="35052">
                    <a:moveTo>
                      <a:pt x="17526" y="23495"/>
                    </a:moveTo>
                    <a:lnTo>
                      <a:pt x="11557" y="20828"/>
                    </a:lnTo>
                    <a:lnTo>
                      <a:pt x="14224" y="11557"/>
                    </a:lnTo>
                    <a:lnTo>
                      <a:pt x="23495" y="14224"/>
                    </a:lnTo>
                    <a:lnTo>
                      <a:pt x="20828" y="23495"/>
                    </a:lnTo>
                    <a:moveTo>
                      <a:pt x="17526" y="0"/>
                    </a:moveTo>
                    <a:lnTo>
                      <a:pt x="0" y="7874"/>
                    </a:lnTo>
                    <a:cubicBezTo>
                      <a:pt x="0" y="27178"/>
                      <a:pt x="7874" y="34925"/>
                      <a:pt x="17526" y="34925"/>
                    </a:cubicBezTo>
                    <a:lnTo>
                      <a:pt x="35052" y="27051"/>
                    </a:lnTo>
                    <a:cubicBezTo>
                      <a:pt x="35052" y="7747"/>
                      <a:pt x="27178" y="0"/>
                      <a:pt x="1752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4" name="Google Shape;3024;p36"/>
              <p:cNvSpPr/>
              <p:nvPr/>
            </p:nvSpPr>
            <p:spPr>
              <a:xfrm>
                <a:off x="1134237" y="508381"/>
                <a:ext cx="35052" cy="34925"/>
              </a:xfrm>
              <a:custGeom>
                <a:rect b="b" l="l" r="r" t="t"/>
                <a:pathLst>
                  <a:path extrusionOk="0" h="34925" w="35052">
                    <a:moveTo>
                      <a:pt x="17526" y="23495"/>
                    </a:moveTo>
                    <a:lnTo>
                      <a:pt x="11557" y="20828"/>
                    </a:lnTo>
                    <a:lnTo>
                      <a:pt x="14224" y="11557"/>
                    </a:lnTo>
                    <a:lnTo>
                      <a:pt x="23495" y="14224"/>
                    </a:lnTo>
                    <a:lnTo>
                      <a:pt x="20828" y="23495"/>
                    </a:lnTo>
                    <a:moveTo>
                      <a:pt x="17526" y="0"/>
                    </a:moveTo>
                    <a:lnTo>
                      <a:pt x="0" y="7874"/>
                    </a:lnTo>
                    <a:cubicBezTo>
                      <a:pt x="0" y="27178"/>
                      <a:pt x="7874" y="34925"/>
                      <a:pt x="17526" y="34925"/>
                    </a:cubicBezTo>
                    <a:lnTo>
                      <a:pt x="35052" y="27051"/>
                    </a:lnTo>
                    <a:cubicBezTo>
                      <a:pt x="35052" y="7747"/>
                      <a:pt x="27178" y="0"/>
                      <a:pt x="1752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5" name="Google Shape;3025;p36"/>
              <p:cNvSpPr/>
              <p:nvPr/>
            </p:nvSpPr>
            <p:spPr>
              <a:xfrm>
                <a:off x="1224407" y="237744"/>
                <a:ext cx="58420" cy="58420"/>
              </a:xfrm>
              <a:custGeom>
                <a:rect b="b" l="l" r="r" t="t"/>
                <a:pathLst>
                  <a:path extrusionOk="0" h="58420" w="58420">
                    <a:moveTo>
                      <a:pt x="29210" y="0"/>
                    </a:moveTo>
                    <a:cubicBezTo>
                      <a:pt x="13081" y="0"/>
                      <a:pt x="0" y="13081"/>
                      <a:pt x="0" y="29210"/>
                    </a:cubicBezTo>
                    <a:cubicBezTo>
                      <a:pt x="0" y="45339"/>
                      <a:pt x="13081" y="58420"/>
                      <a:pt x="29210" y="58420"/>
                    </a:cubicBezTo>
                    <a:cubicBezTo>
                      <a:pt x="45339" y="58420"/>
                      <a:pt x="58420" y="45339"/>
                      <a:pt x="58420" y="29210"/>
                    </a:cubicBezTo>
                    <a:cubicBezTo>
                      <a:pt x="58420" y="13081"/>
                      <a:pt x="45339" y="0"/>
                      <a:pt x="2921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26" name="Google Shape;3026;p36"/>
            <p:cNvGrpSpPr/>
            <p:nvPr/>
          </p:nvGrpSpPr>
          <p:grpSpPr>
            <a:xfrm>
              <a:off x="1862395" y="59129"/>
              <a:ext cx="620395" cy="617380"/>
              <a:chOff x="63500" y="63500"/>
              <a:chExt cx="1043559" cy="1038479"/>
            </a:xfrm>
          </p:grpSpPr>
          <p:sp>
            <p:nvSpPr>
              <p:cNvPr id="3027" name="Google Shape;3027;p36"/>
              <p:cNvSpPr/>
              <p:nvPr/>
            </p:nvSpPr>
            <p:spPr>
              <a:xfrm>
                <a:off x="66929" y="144399"/>
                <a:ext cx="242316" cy="611378"/>
              </a:xfrm>
              <a:custGeom>
                <a:rect b="b" l="l" r="r" t="t"/>
                <a:pathLst>
                  <a:path extrusionOk="0" h="611378" w="242316">
                    <a:moveTo>
                      <a:pt x="225044" y="611378"/>
                    </a:moveTo>
                    <a:lnTo>
                      <a:pt x="178308" y="611378"/>
                    </a:lnTo>
                    <a:cubicBezTo>
                      <a:pt x="78359" y="611378"/>
                      <a:pt x="0" y="535305"/>
                      <a:pt x="0" y="438277"/>
                    </a:cubicBezTo>
                    <a:cubicBezTo>
                      <a:pt x="0" y="350520"/>
                      <a:pt x="63246" y="276733"/>
                      <a:pt x="148717" y="262509"/>
                    </a:cubicBezTo>
                    <a:cubicBezTo>
                      <a:pt x="138049" y="234061"/>
                      <a:pt x="132588" y="203962"/>
                      <a:pt x="132588" y="173101"/>
                    </a:cubicBezTo>
                    <a:cubicBezTo>
                      <a:pt x="132588" y="112649"/>
                      <a:pt x="154305" y="53975"/>
                      <a:pt x="193675" y="8001"/>
                    </a:cubicBezTo>
                    <a:lnTo>
                      <a:pt x="210820" y="0"/>
                    </a:lnTo>
                    <a:cubicBezTo>
                      <a:pt x="225298" y="12446"/>
                      <a:pt x="226187" y="23241"/>
                      <a:pt x="219964" y="30607"/>
                    </a:cubicBezTo>
                    <a:cubicBezTo>
                      <a:pt x="185928" y="70358"/>
                      <a:pt x="167259" y="121031"/>
                      <a:pt x="167259" y="173228"/>
                    </a:cubicBezTo>
                    <a:cubicBezTo>
                      <a:pt x="167259" y="202819"/>
                      <a:pt x="172974" y="231521"/>
                      <a:pt x="184404" y="258572"/>
                    </a:cubicBezTo>
                    <a:lnTo>
                      <a:pt x="189357" y="270256"/>
                    </a:lnTo>
                    <a:cubicBezTo>
                      <a:pt x="191516" y="275336"/>
                      <a:pt x="191135" y="281051"/>
                      <a:pt x="188341" y="285750"/>
                    </a:cubicBezTo>
                    <a:lnTo>
                      <a:pt x="180721" y="293624"/>
                    </a:lnTo>
                    <a:lnTo>
                      <a:pt x="162687" y="295656"/>
                    </a:lnTo>
                    <a:cubicBezTo>
                      <a:pt x="89662" y="303403"/>
                      <a:pt x="34671" y="364871"/>
                      <a:pt x="34671" y="438277"/>
                    </a:cubicBezTo>
                    <a:cubicBezTo>
                      <a:pt x="34671" y="515874"/>
                      <a:pt x="97790" y="576707"/>
                      <a:pt x="178308" y="576707"/>
                    </a:cubicBezTo>
                    <a:lnTo>
                      <a:pt x="225044" y="576707"/>
                    </a:lnTo>
                    <a:cubicBezTo>
                      <a:pt x="234569" y="576707"/>
                      <a:pt x="242316" y="584454"/>
                      <a:pt x="242316" y="593979"/>
                    </a:cubicBezTo>
                    <a:lnTo>
                      <a:pt x="234569" y="611251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8" name="Google Shape;3028;p36"/>
              <p:cNvSpPr/>
              <p:nvPr/>
            </p:nvSpPr>
            <p:spPr>
              <a:xfrm>
                <a:off x="370797" y="63500"/>
                <a:ext cx="734484" cy="692277"/>
              </a:xfrm>
              <a:custGeom>
                <a:rect b="b" l="l" r="r" t="t"/>
                <a:pathLst>
                  <a:path extrusionOk="0" h="692277" w="734484">
                    <a:moveTo>
                      <a:pt x="594149" y="692277"/>
                    </a:moveTo>
                    <a:lnTo>
                      <a:pt x="509567" y="692277"/>
                    </a:lnTo>
                    <a:cubicBezTo>
                      <a:pt x="500042" y="692277"/>
                      <a:pt x="492295" y="684530"/>
                      <a:pt x="492295" y="675005"/>
                    </a:cubicBezTo>
                    <a:lnTo>
                      <a:pt x="500042" y="657733"/>
                    </a:lnTo>
                    <a:lnTo>
                      <a:pt x="594149" y="657733"/>
                    </a:lnTo>
                    <a:cubicBezTo>
                      <a:pt x="654474" y="657733"/>
                      <a:pt x="699940" y="614426"/>
                      <a:pt x="699940" y="557149"/>
                    </a:cubicBezTo>
                    <a:cubicBezTo>
                      <a:pt x="699940" y="499872"/>
                      <a:pt x="654982" y="453517"/>
                      <a:pt x="597705" y="451612"/>
                    </a:cubicBezTo>
                    <a:lnTo>
                      <a:pt x="584370" y="451231"/>
                    </a:lnTo>
                    <a:cubicBezTo>
                      <a:pt x="578782" y="451104"/>
                      <a:pt x="573575" y="448183"/>
                      <a:pt x="570527" y="443484"/>
                    </a:cubicBezTo>
                    <a:lnTo>
                      <a:pt x="566844" y="432816"/>
                    </a:lnTo>
                    <a:lnTo>
                      <a:pt x="573829" y="415036"/>
                    </a:lnTo>
                    <a:cubicBezTo>
                      <a:pt x="582211" y="393700"/>
                      <a:pt x="586402" y="371348"/>
                      <a:pt x="586402" y="348869"/>
                    </a:cubicBezTo>
                    <a:cubicBezTo>
                      <a:pt x="586402" y="248793"/>
                      <a:pt x="504868" y="167259"/>
                      <a:pt x="404792" y="167259"/>
                    </a:cubicBezTo>
                    <a:cubicBezTo>
                      <a:pt x="376471" y="167259"/>
                      <a:pt x="349039" y="173736"/>
                      <a:pt x="323385" y="186690"/>
                    </a:cubicBezTo>
                    <a:lnTo>
                      <a:pt x="314368" y="191262"/>
                    </a:lnTo>
                    <a:lnTo>
                      <a:pt x="304970" y="193675"/>
                    </a:lnTo>
                    <a:cubicBezTo>
                      <a:pt x="295953" y="190246"/>
                      <a:pt x="292270" y="186690"/>
                      <a:pt x="290492" y="182245"/>
                    </a:cubicBezTo>
                    <a:lnTo>
                      <a:pt x="286682" y="172593"/>
                    </a:lnTo>
                    <a:cubicBezTo>
                      <a:pt x="252900" y="88773"/>
                      <a:pt x="172890" y="34671"/>
                      <a:pt x="82720" y="34671"/>
                    </a:cubicBezTo>
                    <a:cubicBezTo>
                      <a:pt x="61638" y="34671"/>
                      <a:pt x="40937" y="37592"/>
                      <a:pt x="20998" y="43434"/>
                    </a:cubicBezTo>
                    <a:lnTo>
                      <a:pt x="2202" y="40894"/>
                    </a:lnTo>
                    <a:cubicBezTo>
                      <a:pt x="-3259" y="22606"/>
                      <a:pt x="2075" y="12954"/>
                      <a:pt x="11219" y="10287"/>
                    </a:cubicBezTo>
                    <a:cubicBezTo>
                      <a:pt x="34333" y="3429"/>
                      <a:pt x="58336" y="0"/>
                      <a:pt x="82720" y="0"/>
                    </a:cubicBezTo>
                    <a:cubicBezTo>
                      <a:pt x="184320" y="0"/>
                      <a:pt x="274744" y="59436"/>
                      <a:pt x="315257" y="152019"/>
                    </a:cubicBezTo>
                    <a:cubicBezTo>
                      <a:pt x="343705" y="139065"/>
                      <a:pt x="373677" y="132461"/>
                      <a:pt x="404665" y="132461"/>
                    </a:cubicBezTo>
                    <a:cubicBezTo>
                      <a:pt x="523918" y="132461"/>
                      <a:pt x="620819" y="229489"/>
                      <a:pt x="620819" y="348615"/>
                    </a:cubicBezTo>
                    <a:cubicBezTo>
                      <a:pt x="620819" y="371983"/>
                      <a:pt x="617009" y="395097"/>
                      <a:pt x="609389" y="417449"/>
                    </a:cubicBezTo>
                    <a:cubicBezTo>
                      <a:pt x="680382" y="425069"/>
                      <a:pt x="734484" y="484378"/>
                      <a:pt x="734484" y="556895"/>
                    </a:cubicBezTo>
                    <a:cubicBezTo>
                      <a:pt x="734484" y="632714"/>
                      <a:pt x="672762" y="692150"/>
                      <a:pt x="594022" y="69215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9" name="Google Shape;3029;p36"/>
              <p:cNvSpPr/>
              <p:nvPr/>
            </p:nvSpPr>
            <p:spPr>
              <a:xfrm>
                <a:off x="414528" y="998093"/>
                <a:ext cx="138430" cy="34544"/>
              </a:xfrm>
              <a:custGeom>
                <a:rect b="b" l="l" r="r" t="t"/>
                <a:pathLst>
                  <a:path extrusionOk="0" h="34544" w="138430">
                    <a:moveTo>
                      <a:pt x="121158" y="34544"/>
                    </a:moveTo>
                    <a:lnTo>
                      <a:pt x="17272" y="34544"/>
                    </a:lnTo>
                    <a:cubicBezTo>
                      <a:pt x="7747" y="34544"/>
                      <a:pt x="0" y="26797"/>
                      <a:pt x="0" y="17272"/>
                    </a:cubicBezTo>
                    <a:lnTo>
                      <a:pt x="7747" y="0"/>
                    </a:lnTo>
                    <a:lnTo>
                      <a:pt x="121158" y="0"/>
                    </a:lnTo>
                    <a:cubicBezTo>
                      <a:pt x="130683" y="0"/>
                      <a:pt x="138430" y="7747"/>
                      <a:pt x="138430" y="17272"/>
                    </a:cubicBezTo>
                    <a:lnTo>
                      <a:pt x="130683" y="34544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0" name="Google Shape;3030;p36"/>
              <p:cNvSpPr/>
              <p:nvPr/>
            </p:nvSpPr>
            <p:spPr>
              <a:xfrm>
                <a:off x="414528" y="790448"/>
                <a:ext cx="138430" cy="34544"/>
              </a:xfrm>
              <a:custGeom>
                <a:rect b="b" l="l" r="r" t="t"/>
                <a:pathLst>
                  <a:path extrusionOk="0" h="34544" w="138430">
                    <a:moveTo>
                      <a:pt x="121158" y="34544"/>
                    </a:moveTo>
                    <a:lnTo>
                      <a:pt x="17272" y="34544"/>
                    </a:lnTo>
                    <a:cubicBezTo>
                      <a:pt x="7747" y="34544"/>
                      <a:pt x="0" y="26797"/>
                      <a:pt x="0" y="17272"/>
                    </a:cubicBezTo>
                    <a:lnTo>
                      <a:pt x="7747" y="0"/>
                    </a:lnTo>
                    <a:lnTo>
                      <a:pt x="121158" y="0"/>
                    </a:lnTo>
                    <a:cubicBezTo>
                      <a:pt x="130683" y="0"/>
                      <a:pt x="138430" y="7747"/>
                      <a:pt x="138430" y="17272"/>
                    </a:cubicBezTo>
                    <a:lnTo>
                      <a:pt x="130683" y="34544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1" name="Google Shape;3031;p36"/>
              <p:cNvSpPr/>
              <p:nvPr/>
            </p:nvSpPr>
            <p:spPr>
              <a:xfrm>
                <a:off x="414528" y="582803"/>
                <a:ext cx="138430" cy="34544"/>
              </a:xfrm>
              <a:custGeom>
                <a:rect b="b" l="l" r="r" t="t"/>
                <a:pathLst>
                  <a:path extrusionOk="0" h="34544" w="138430">
                    <a:moveTo>
                      <a:pt x="121158" y="34544"/>
                    </a:moveTo>
                    <a:lnTo>
                      <a:pt x="17272" y="34544"/>
                    </a:lnTo>
                    <a:cubicBezTo>
                      <a:pt x="7747" y="34544"/>
                      <a:pt x="0" y="26797"/>
                      <a:pt x="0" y="17272"/>
                    </a:cubicBezTo>
                    <a:lnTo>
                      <a:pt x="7747" y="0"/>
                    </a:lnTo>
                    <a:lnTo>
                      <a:pt x="121158" y="0"/>
                    </a:lnTo>
                    <a:cubicBezTo>
                      <a:pt x="130683" y="0"/>
                      <a:pt x="138430" y="7747"/>
                      <a:pt x="138430" y="17272"/>
                    </a:cubicBezTo>
                    <a:lnTo>
                      <a:pt x="130683" y="34544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2" name="Google Shape;3032;p36"/>
              <p:cNvSpPr/>
              <p:nvPr/>
            </p:nvSpPr>
            <p:spPr>
              <a:xfrm>
                <a:off x="343916" y="928878"/>
                <a:ext cx="484505" cy="173101"/>
              </a:xfrm>
              <a:custGeom>
                <a:rect b="b" l="l" r="r" t="t"/>
                <a:pathLst>
                  <a:path extrusionOk="0" h="173101" w="484505">
                    <a:moveTo>
                      <a:pt x="34544" y="138430"/>
                    </a:moveTo>
                    <a:lnTo>
                      <a:pt x="449834" y="138430"/>
                    </a:lnTo>
                    <a:lnTo>
                      <a:pt x="449834" y="34544"/>
                    </a:lnTo>
                    <a:lnTo>
                      <a:pt x="34544" y="34544"/>
                    </a:lnTo>
                    <a:close/>
                    <a:moveTo>
                      <a:pt x="467233" y="173101"/>
                    </a:moveTo>
                    <a:lnTo>
                      <a:pt x="17272" y="173101"/>
                    </a:lnTo>
                    <a:cubicBezTo>
                      <a:pt x="7747" y="173101"/>
                      <a:pt x="0" y="165354"/>
                      <a:pt x="0" y="155829"/>
                    </a:cubicBezTo>
                    <a:lnTo>
                      <a:pt x="0" y="17272"/>
                    </a:lnTo>
                    <a:cubicBezTo>
                      <a:pt x="0" y="7747"/>
                      <a:pt x="7747" y="0"/>
                      <a:pt x="17272" y="0"/>
                    </a:cubicBezTo>
                    <a:lnTo>
                      <a:pt x="467233" y="0"/>
                    </a:lnTo>
                    <a:cubicBezTo>
                      <a:pt x="476758" y="0"/>
                      <a:pt x="484505" y="7747"/>
                      <a:pt x="484505" y="17272"/>
                    </a:cubicBezTo>
                    <a:lnTo>
                      <a:pt x="484505" y="155702"/>
                    </a:lnTo>
                    <a:cubicBezTo>
                      <a:pt x="484505" y="165227"/>
                      <a:pt x="476758" y="172974"/>
                      <a:pt x="467233" y="17297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3" name="Google Shape;3033;p36"/>
              <p:cNvSpPr/>
              <p:nvPr/>
            </p:nvSpPr>
            <p:spPr>
              <a:xfrm>
                <a:off x="343916" y="721233"/>
                <a:ext cx="484505" cy="172974"/>
              </a:xfrm>
              <a:custGeom>
                <a:rect b="b" l="l" r="r" t="t"/>
                <a:pathLst>
                  <a:path extrusionOk="0" h="172974" w="484505">
                    <a:moveTo>
                      <a:pt x="34544" y="138303"/>
                    </a:moveTo>
                    <a:lnTo>
                      <a:pt x="449834" y="138303"/>
                    </a:lnTo>
                    <a:lnTo>
                      <a:pt x="449834" y="34544"/>
                    </a:lnTo>
                    <a:lnTo>
                      <a:pt x="34544" y="34544"/>
                    </a:lnTo>
                    <a:close/>
                    <a:moveTo>
                      <a:pt x="467233" y="172974"/>
                    </a:moveTo>
                    <a:lnTo>
                      <a:pt x="17272" y="172974"/>
                    </a:lnTo>
                    <a:cubicBezTo>
                      <a:pt x="7747" y="172974"/>
                      <a:pt x="0" y="165227"/>
                      <a:pt x="0" y="155702"/>
                    </a:cubicBezTo>
                    <a:lnTo>
                      <a:pt x="0" y="17272"/>
                    </a:lnTo>
                    <a:cubicBezTo>
                      <a:pt x="0" y="7747"/>
                      <a:pt x="7747" y="0"/>
                      <a:pt x="17272" y="0"/>
                    </a:cubicBezTo>
                    <a:lnTo>
                      <a:pt x="467233" y="0"/>
                    </a:lnTo>
                    <a:cubicBezTo>
                      <a:pt x="476758" y="0"/>
                      <a:pt x="484505" y="7747"/>
                      <a:pt x="484505" y="17272"/>
                    </a:cubicBezTo>
                    <a:lnTo>
                      <a:pt x="484505" y="155702"/>
                    </a:lnTo>
                    <a:cubicBezTo>
                      <a:pt x="484505" y="165227"/>
                      <a:pt x="476758" y="172974"/>
                      <a:pt x="467233" y="17297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4" name="Google Shape;3034;p36"/>
              <p:cNvSpPr/>
              <p:nvPr/>
            </p:nvSpPr>
            <p:spPr>
              <a:xfrm>
                <a:off x="343916" y="513461"/>
                <a:ext cx="484505" cy="173101"/>
              </a:xfrm>
              <a:custGeom>
                <a:rect b="b" l="l" r="r" t="t"/>
                <a:pathLst>
                  <a:path extrusionOk="0" h="173101" w="484505">
                    <a:moveTo>
                      <a:pt x="34544" y="138430"/>
                    </a:moveTo>
                    <a:lnTo>
                      <a:pt x="449834" y="138430"/>
                    </a:lnTo>
                    <a:lnTo>
                      <a:pt x="449834" y="34671"/>
                    </a:lnTo>
                    <a:lnTo>
                      <a:pt x="34544" y="34671"/>
                    </a:lnTo>
                    <a:close/>
                    <a:moveTo>
                      <a:pt x="467233" y="173101"/>
                    </a:moveTo>
                    <a:lnTo>
                      <a:pt x="17272" y="173101"/>
                    </a:lnTo>
                    <a:cubicBezTo>
                      <a:pt x="7747" y="173101"/>
                      <a:pt x="0" y="165354"/>
                      <a:pt x="0" y="155829"/>
                    </a:cubicBezTo>
                    <a:lnTo>
                      <a:pt x="0" y="17272"/>
                    </a:lnTo>
                    <a:cubicBezTo>
                      <a:pt x="0" y="7747"/>
                      <a:pt x="7747" y="0"/>
                      <a:pt x="17272" y="0"/>
                    </a:cubicBezTo>
                    <a:lnTo>
                      <a:pt x="467233" y="0"/>
                    </a:lnTo>
                    <a:cubicBezTo>
                      <a:pt x="476758" y="0"/>
                      <a:pt x="484505" y="7747"/>
                      <a:pt x="484505" y="17272"/>
                    </a:cubicBezTo>
                    <a:lnTo>
                      <a:pt x="484505" y="155702"/>
                    </a:lnTo>
                    <a:cubicBezTo>
                      <a:pt x="484505" y="165227"/>
                      <a:pt x="476758" y="172974"/>
                      <a:pt x="467233" y="17297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5" name="Google Shape;3035;p36"/>
              <p:cNvSpPr/>
              <p:nvPr/>
            </p:nvSpPr>
            <p:spPr>
              <a:xfrm>
                <a:off x="170815" y="824992"/>
                <a:ext cx="138430" cy="207645"/>
              </a:xfrm>
              <a:custGeom>
                <a:rect b="b" l="l" r="r" t="t"/>
                <a:pathLst>
                  <a:path extrusionOk="0" h="207645" w="138430">
                    <a:moveTo>
                      <a:pt x="51943" y="207645"/>
                    </a:moveTo>
                    <a:lnTo>
                      <a:pt x="17272" y="207645"/>
                    </a:lnTo>
                    <a:cubicBezTo>
                      <a:pt x="7747" y="207645"/>
                      <a:pt x="0" y="199898"/>
                      <a:pt x="0" y="190373"/>
                    </a:cubicBezTo>
                    <a:lnTo>
                      <a:pt x="7747" y="173101"/>
                    </a:lnTo>
                    <a:lnTo>
                      <a:pt x="51943" y="173101"/>
                    </a:lnTo>
                    <a:cubicBezTo>
                      <a:pt x="80518" y="173101"/>
                      <a:pt x="103886" y="149860"/>
                      <a:pt x="103886" y="121158"/>
                    </a:cubicBezTo>
                    <a:lnTo>
                      <a:pt x="103886" y="17272"/>
                    </a:lnTo>
                    <a:cubicBezTo>
                      <a:pt x="103886" y="7747"/>
                      <a:pt x="111633" y="0"/>
                      <a:pt x="121158" y="0"/>
                    </a:cubicBezTo>
                    <a:lnTo>
                      <a:pt x="138430" y="7747"/>
                    </a:lnTo>
                    <a:lnTo>
                      <a:pt x="138430" y="121158"/>
                    </a:lnTo>
                    <a:cubicBezTo>
                      <a:pt x="138430" y="168910"/>
                      <a:pt x="99568" y="207645"/>
                      <a:pt x="51943" y="20764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6" name="Google Shape;3036;p36"/>
              <p:cNvSpPr/>
              <p:nvPr/>
            </p:nvSpPr>
            <p:spPr>
              <a:xfrm>
                <a:off x="136271" y="790448"/>
                <a:ext cx="103759" cy="138430"/>
              </a:xfrm>
              <a:custGeom>
                <a:rect b="b" l="l" r="r" t="t"/>
                <a:pathLst>
                  <a:path extrusionOk="0" h="138430" w="103759">
                    <a:moveTo>
                      <a:pt x="51816" y="138430"/>
                    </a:moveTo>
                    <a:lnTo>
                      <a:pt x="17272" y="138430"/>
                    </a:lnTo>
                    <a:cubicBezTo>
                      <a:pt x="7747" y="138430"/>
                      <a:pt x="0" y="130683"/>
                      <a:pt x="0" y="121158"/>
                    </a:cubicBezTo>
                    <a:lnTo>
                      <a:pt x="7747" y="103886"/>
                    </a:lnTo>
                    <a:lnTo>
                      <a:pt x="51943" y="103886"/>
                    </a:lnTo>
                    <a:cubicBezTo>
                      <a:pt x="61468" y="103886"/>
                      <a:pt x="69215" y="96139"/>
                      <a:pt x="69215" y="86614"/>
                    </a:cubicBezTo>
                    <a:lnTo>
                      <a:pt x="69215" y="17272"/>
                    </a:lnTo>
                    <a:cubicBezTo>
                      <a:pt x="69215" y="7747"/>
                      <a:pt x="76962" y="0"/>
                      <a:pt x="86487" y="0"/>
                    </a:cubicBezTo>
                    <a:lnTo>
                      <a:pt x="103759" y="7747"/>
                    </a:lnTo>
                    <a:lnTo>
                      <a:pt x="103759" y="86487"/>
                    </a:lnTo>
                    <a:cubicBezTo>
                      <a:pt x="103759" y="115062"/>
                      <a:pt x="80518" y="138430"/>
                      <a:pt x="51816" y="13843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7" name="Google Shape;3037;p36"/>
              <p:cNvSpPr/>
              <p:nvPr/>
            </p:nvSpPr>
            <p:spPr>
              <a:xfrm>
                <a:off x="863092" y="824992"/>
                <a:ext cx="138430" cy="207645"/>
              </a:xfrm>
              <a:custGeom>
                <a:rect b="b" l="l" r="r" t="t"/>
                <a:pathLst>
                  <a:path extrusionOk="0" h="207645" w="138430">
                    <a:moveTo>
                      <a:pt x="121031" y="207645"/>
                    </a:moveTo>
                    <a:lnTo>
                      <a:pt x="86487" y="207645"/>
                    </a:lnTo>
                    <a:cubicBezTo>
                      <a:pt x="38735" y="207645"/>
                      <a:pt x="0" y="168783"/>
                      <a:pt x="0" y="121158"/>
                    </a:cubicBezTo>
                    <a:lnTo>
                      <a:pt x="0" y="17272"/>
                    </a:lnTo>
                    <a:cubicBezTo>
                      <a:pt x="0" y="7747"/>
                      <a:pt x="7747" y="0"/>
                      <a:pt x="17272" y="0"/>
                    </a:cubicBezTo>
                    <a:lnTo>
                      <a:pt x="34544" y="7747"/>
                    </a:lnTo>
                    <a:lnTo>
                      <a:pt x="34544" y="121158"/>
                    </a:lnTo>
                    <a:cubicBezTo>
                      <a:pt x="34544" y="149860"/>
                      <a:pt x="57785" y="173101"/>
                      <a:pt x="86487" y="173101"/>
                    </a:cubicBezTo>
                    <a:lnTo>
                      <a:pt x="121158" y="173101"/>
                    </a:lnTo>
                    <a:cubicBezTo>
                      <a:pt x="130683" y="173101"/>
                      <a:pt x="138430" y="180848"/>
                      <a:pt x="138430" y="190373"/>
                    </a:cubicBezTo>
                    <a:lnTo>
                      <a:pt x="130683" y="20764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8" name="Google Shape;3038;p36"/>
              <p:cNvSpPr/>
              <p:nvPr/>
            </p:nvSpPr>
            <p:spPr>
              <a:xfrm>
                <a:off x="932307" y="790448"/>
                <a:ext cx="103759" cy="138430"/>
              </a:xfrm>
              <a:custGeom>
                <a:rect b="b" l="l" r="r" t="t"/>
                <a:pathLst>
                  <a:path extrusionOk="0" h="138430" w="103759">
                    <a:moveTo>
                      <a:pt x="86487" y="138430"/>
                    </a:moveTo>
                    <a:lnTo>
                      <a:pt x="51943" y="138430"/>
                    </a:lnTo>
                    <a:cubicBezTo>
                      <a:pt x="23241" y="138430"/>
                      <a:pt x="0" y="115189"/>
                      <a:pt x="0" y="86487"/>
                    </a:cubicBezTo>
                    <a:lnTo>
                      <a:pt x="0" y="17272"/>
                    </a:lnTo>
                    <a:cubicBezTo>
                      <a:pt x="0" y="7747"/>
                      <a:pt x="7747" y="0"/>
                      <a:pt x="17272" y="0"/>
                    </a:cubicBezTo>
                    <a:lnTo>
                      <a:pt x="34544" y="7747"/>
                    </a:lnTo>
                    <a:lnTo>
                      <a:pt x="34544" y="86487"/>
                    </a:lnTo>
                    <a:cubicBezTo>
                      <a:pt x="34544" y="96012"/>
                      <a:pt x="42291" y="103759"/>
                      <a:pt x="51816" y="103759"/>
                    </a:cubicBezTo>
                    <a:lnTo>
                      <a:pt x="86487" y="103759"/>
                    </a:lnTo>
                    <a:cubicBezTo>
                      <a:pt x="96012" y="103759"/>
                      <a:pt x="103759" y="111506"/>
                      <a:pt x="103759" y="121031"/>
                    </a:cubicBezTo>
                    <a:lnTo>
                      <a:pt x="96012" y="138303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9" name="Google Shape;3039;p36"/>
              <p:cNvSpPr/>
              <p:nvPr/>
            </p:nvSpPr>
            <p:spPr>
              <a:xfrm>
                <a:off x="1070737" y="894334"/>
                <a:ext cx="36322" cy="34544"/>
              </a:xfrm>
              <a:custGeom>
                <a:rect b="b" l="l" r="r" t="t"/>
                <a:pathLst>
                  <a:path extrusionOk="0" h="34544" w="36322">
                    <a:moveTo>
                      <a:pt x="20701" y="34544"/>
                    </a:moveTo>
                    <a:lnTo>
                      <a:pt x="17272" y="34544"/>
                    </a:lnTo>
                    <a:cubicBezTo>
                      <a:pt x="7747" y="34544"/>
                      <a:pt x="0" y="26797"/>
                      <a:pt x="0" y="17272"/>
                    </a:cubicBezTo>
                    <a:lnTo>
                      <a:pt x="7747" y="0"/>
                    </a:lnTo>
                    <a:cubicBezTo>
                      <a:pt x="26924" y="0"/>
                      <a:pt x="36322" y="7747"/>
                      <a:pt x="36322" y="17272"/>
                    </a:cubicBezTo>
                    <a:lnTo>
                      <a:pt x="30353" y="34544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0" name="Google Shape;3040;p36"/>
              <p:cNvSpPr/>
              <p:nvPr/>
            </p:nvSpPr>
            <p:spPr>
              <a:xfrm>
                <a:off x="1036193" y="998093"/>
                <a:ext cx="36322" cy="34544"/>
              </a:xfrm>
              <a:custGeom>
                <a:rect b="b" l="l" r="r" t="t"/>
                <a:pathLst>
                  <a:path extrusionOk="0" h="34544" w="36322">
                    <a:moveTo>
                      <a:pt x="20701" y="34544"/>
                    </a:moveTo>
                    <a:lnTo>
                      <a:pt x="17272" y="34544"/>
                    </a:lnTo>
                    <a:cubicBezTo>
                      <a:pt x="7747" y="34544"/>
                      <a:pt x="0" y="26797"/>
                      <a:pt x="0" y="17272"/>
                    </a:cubicBezTo>
                    <a:lnTo>
                      <a:pt x="7747" y="0"/>
                    </a:lnTo>
                    <a:cubicBezTo>
                      <a:pt x="26924" y="0"/>
                      <a:pt x="36322" y="7747"/>
                      <a:pt x="36322" y="17272"/>
                    </a:cubicBezTo>
                    <a:lnTo>
                      <a:pt x="30353" y="34544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1" name="Google Shape;3041;p36"/>
              <p:cNvSpPr/>
              <p:nvPr/>
            </p:nvSpPr>
            <p:spPr>
              <a:xfrm>
                <a:off x="63500" y="894334"/>
                <a:ext cx="36322" cy="34544"/>
              </a:xfrm>
              <a:custGeom>
                <a:rect b="b" l="l" r="r" t="t"/>
                <a:pathLst>
                  <a:path extrusionOk="0" h="34544" w="36322">
                    <a:moveTo>
                      <a:pt x="20701" y="34544"/>
                    </a:moveTo>
                    <a:lnTo>
                      <a:pt x="17272" y="34544"/>
                    </a:lnTo>
                    <a:cubicBezTo>
                      <a:pt x="7747" y="34544"/>
                      <a:pt x="0" y="26797"/>
                      <a:pt x="0" y="17272"/>
                    </a:cubicBezTo>
                    <a:lnTo>
                      <a:pt x="7747" y="0"/>
                    </a:lnTo>
                    <a:cubicBezTo>
                      <a:pt x="26924" y="0"/>
                      <a:pt x="36322" y="7747"/>
                      <a:pt x="36322" y="17272"/>
                    </a:cubicBezTo>
                    <a:lnTo>
                      <a:pt x="30353" y="34544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2" name="Google Shape;3042;p36"/>
              <p:cNvSpPr/>
              <p:nvPr/>
            </p:nvSpPr>
            <p:spPr>
              <a:xfrm>
                <a:off x="98171" y="998093"/>
                <a:ext cx="36322" cy="34544"/>
              </a:xfrm>
              <a:custGeom>
                <a:rect b="b" l="l" r="r" t="t"/>
                <a:pathLst>
                  <a:path extrusionOk="0" h="34544" w="36322">
                    <a:moveTo>
                      <a:pt x="20701" y="34544"/>
                    </a:moveTo>
                    <a:lnTo>
                      <a:pt x="17272" y="34544"/>
                    </a:lnTo>
                    <a:cubicBezTo>
                      <a:pt x="7747" y="34544"/>
                      <a:pt x="0" y="26797"/>
                      <a:pt x="0" y="17272"/>
                    </a:cubicBezTo>
                    <a:lnTo>
                      <a:pt x="7747" y="0"/>
                    </a:lnTo>
                    <a:cubicBezTo>
                      <a:pt x="26924" y="0"/>
                      <a:pt x="36322" y="7747"/>
                      <a:pt x="36322" y="17272"/>
                    </a:cubicBezTo>
                    <a:lnTo>
                      <a:pt x="30353" y="34544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3" name="Google Shape;3043;p36"/>
              <p:cNvSpPr/>
              <p:nvPr/>
            </p:nvSpPr>
            <p:spPr>
              <a:xfrm>
                <a:off x="652018" y="998093"/>
                <a:ext cx="36322" cy="34544"/>
              </a:xfrm>
              <a:custGeom>
                <a:rect b="b" l="l" r="r" t="t"/>
                <a:pathLst>
                  <a:path extrusionOk="0" h="34544" w="36322">
                    <a:moveTo>
                      <a:pt x="20701" y="34544"/>
                    </a:moveTo>
                    <a:lnTo>
                      <a:pt x="17272" y="34544"/>
                    </a:lnTo>
                    <a:cubicBezTo>
                      <a:pt x="7747" y="34544"/>
                      <a:pt x="0" y="26797"/>
                      <a:pt x="0" y="17272"/>
                    </a:cubicBezTo>
                    <a:lnTo>
                      <a:pt x="7747" y="0"/>
                    </a:lnTo>
                    <a:cubicBezTo>
                      <a:pt x="26924" y="0"/>
                      <a:pt x="36322" y="7747"/>
                      <a:pt x="36322" y="17272"/>
                    </a:cubicBezTo>
                    <a:lnTo>
                      <a:pt x="30353" y="34544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4" name="Google Shape;3044;p36"/>
              <p:cNvSpPr/>
              <p:nvPr/>
            </p:nvSpPr>
            <p:spPr>
              <a:xfrm>
                <a:off x="721233" y="998093"/>
                <a:ext cx="36322" cy="34544"/>
              </a:xfrm>
              <a:custGeom>
                <a:rect b="b" l="l" r="r" t="t"/>
                <a:pathLst>
                  <a:path extrusionOk="0" h="34544" w="36322">
                    <a:moveTo>
                      <a:pt x="20701" y="34544"/>
                    </a:moveTo>
                    <a:lnTo>
                      <a:pt x="17272" y="34544"/>
                    </a:lnTo>
                    <a:cubicBezTo>
                      <a:pt x="7747" y="34544"/>
                      <a:pt x="0" y="26797"/>
                      <a:pt x="0" y="17272"/>
                    </a:cubicBezTo>
                    <a:lnTo>
                      <a:pt x="7747" y="0"/>
                    </a:lnTo>
                    <a:cubicBezTo>
                      <a:pt x="26924" y="0"/>
                      <a:pt x="36322" y="7747"/>
                      <a:pt x="36322" y="17272"/>
                    </a:cubicBezTo>
                    <a:lnTo>
                      <a:pt x="30353" y="34544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5" name="Google Shape;3045;p36"/>
              <p:cNvSpPr/>
              <p:nvPr/>
            </p:nvSpPr>
            <p:spPr>
              <a:xfrm>
                <a:off x="652018" y="790448"/>
                <a:ext cx="36322" cy="34544"/>
              </a:xfrm>
              <a:custGeom>
                <a:rect b="b" l="l" r="r" t="t"/>
                <a:pathLst>
                  <a:path extrusionOk="0" h="34544" w="36322">
                    <a:moveTo>
                      <a:pt x="20701" y="34544"/>
                    </a:moveTo>
                    <a:lnTo>
                      <a:pt x="17272" y="34544"/>
                    </a:lnTo>
                    <a:cubicBezTo>
                      <a:pt x="7747" y="34544"/>
                      <a:pt x="0" y="26797"/>
                      <a:pt x="0" y="17272"/>
                    </a:cubicBezTo>
                    <a:lnTo>
                      <a:pt x="7747" y="0"/>
                    </a:lnTo>
                    <a:cubicBezTo>
                      <a:pt x="26924" y="0"/>
                      <a:pt x="36322" y="7747"/>
                      <a:pt x="36322" y="17272"/>
                    </a:cubicBezTo>
                    <a:lnTo>
                      <a:pt x="30353" y="34544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6" name="Google Shape;3046;p36"/>
              <p:cNvSpPr/>
              <p:nvPr/>
            </p:nvSpPr>
            <p:spPr>
              <a:xfrm>
                <a:off x="721233" y="790448"/>
                <a:ext cx="36322" cy="34544"/>
              </a:xfrm>
              <a:custGeom>
                <a:rect b="b" l="l" r="r" t="t"/>
                <a:pathLst>
                  <a:path extrusionOk="0" h="34544" w="36322">
                    <a:moveTo>
                      <a:pt x="20701" y="34544"/>
                    </a:moveTo>
                    <a:lnTo>
                      <a:pt x="17272" y="34544"/>
                    </a:lnTo>
                    <a:cubicBezTo>
                      <a:pt x="7747" y="34544"/>
                      <a:pt x="0" y="26797"/>
                      <a:pt x="0" y="17272"/>
                    </a:cubicBezTo>
                    <a:lnTo>
                      <a:pt x="7747" y="0"/>
                    </a:lnTo>
                    <a:cubicBezTo>
                      <a:pt x="26924" y="0"/>
                      <a:pt x="36322" y="7747"/>
                      <a:pt x="36322" y="17272"/>
                    </a:cubicBezTo>
                    <a:lnTo>
                      <a:pt x="30353" y="34544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7" name="Google Shape;3047;p36"/>
              <p:cNvSpPr/>
              <p:nvPr/>
            </p:nvSpPr>
            <p:spPr>
              <a:xfrm>
                <a:off x="652018" y="582803"/>
                <a:ext cx="36322" cy="34544"/>
              </a:xfrm>
              <a:custGeom>
                <a:rect b="b" l="l" r="r" t="t"/>
                <a:pathLst>
                  <a:path extrusionOk="0" h="34544" w="36322">
                    <a:moveTo>
                      <a:pt x="20701" y="34544"/>
                    </a:moveTo>
                    <a:lnTo>
                      <a:pt x="17272" y="34544"/>
                    </a:lnTo>
                    <a:cubicBezTo>
                      <a:pt x="7747" y="34544"/>
                      <a:pt x="0" y="26797"/>
                      <a:pt x="0" y="17272"/>
                    </a:cubicBezTo>
                    <a:lnTo>
                      <a:pt x="7747" y="0"/>
                    </a:lnTo>
                    <a:cubicBezTo>
                      <a:pt x="26924" y="0"/>
                      <a:pt x="36322" y="7747"/>
                      <a:pt x="36322" y="17272"/>
                    </a:cubicBezTo>
                    <a:lnTo>
                      <a:pt x="30353" y="34544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8" name="Google Shape;3048;p36"/>
              <p:cNvSpPr/>
              <p:nvPr/>
            </p:nvSpPr>
            <p:spPr>
              <a:xfrm>
                <a:off x="721233" y="582803"/>
                <a:ext cx="36322" cy="34544"/>
              </a:xfrm>
              <a:custGeom>
                <a:rect b="b" l="l" r="r" t="t"/>
                <a:pathLst>
                  <a:path extrusionOk="0" h="34544" w="36322">
                    <a:moveTo>
                      <a:pt x="20701" y="34544"/>
                    </a:moveTo>
                    <a:lnTo>
                      <a:pt x="17272" y="34544"/>
                    </a:lnTo>
                    <a:cubicBezTo>
                      <a:pt x="7747" y="34544"/>
                      <a:pt x="0" y="26797"/>
                      <a:pt x="0" y="17272"/>
                    </a:cubicBezTo>
                    <a:lnTo>
                      <a:pt x="7747" y="0"/>
                    </a:lnTo>
                    <a:cubicBezTo>
                      <a:pt x="26924" y="0"/>
                      <a:pt x="36322" y="7747"/>
                      <a:pt x="36322" y="17272"/>
                    </a:cubicBezTo>
                    <a:lnTo>
                      <a:pt x="30353" y="34544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9" name="Google Shape;3049;p36"/>
              <p:cNvSpPr/>
              <p:nvPr/>
            </p:nvSpPr>
            <p:spPr>
              <a:xfrm>
                <a:off x="306395" y="98065"/>
                <a:ext cx="37902" cy="37063"/>
              </a:xfrm>
              <a:custGeom>
                <a:rect b="b" l="l" r="r" t="t"/>
                <a:pathLst>
                  <a:path extrusionOk="0" h="37063" w="37902">
                    <a:moveTo>
                      <a:pt x="16693" y="37063"/>
                    </a:moveTo>
                    <a:lnTo>
                      <a:pt x="5898" y="34523"/>
                    </a:lnTo>
                    <a:cubicBezTo>
                      <a:pt x="-2992" y="21950"/>
                      <a:pt x="-1087" y="11155"/>
                      <a:pt x="6660" y="5567"/>
                    </a:cubicBezTo>
                    <a:lnTo>
                      <a:pt x="10089" y="3154"/>
                    </a:lnTo>
                    <a:cubicBezTo>
                      <a:pt x="17963" y="-2307"/>
                      <a:pt x="28758" y="-529"/>
                      <a:pt x="34219" y="7345"/>
                    </a:cubicBezTo>
                    <a:lnTo>
                      <a:pt x="37902" y="25887"/>
                    </a:lnTo>
                    <a:lnTo>
                      <a:pt x="26599" y="33888"/>
                    </a:lnTo>
                    <a:lnTo>
                      <a:pt x="20122" y="37063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050" name="Google Shape;3050;p36"/>
            <p:cNvSpPr/>
            <p:nvPr/>
          </p:nvSpPr>
          <p:spPr>
            <a:xfrm>
              <a:off x="2877387" y="0"/>
              <a:ext cx="679121" cy="735577"/>
            </a:xfrm>
            <a:custGeom>
              <a:rect b="b" l="l" r="r" t="t"/>
              <a:pathLst>
                <a:path extrusionOk="0" h="735577" w="679121">
                  <a:moveTo>
                    <a:pt x="0" y="0"/>
                  </a:moveTo>
                  <a:lnTo>
                    <a:pt x="679121" y="0"/>
                  </a:lnTo>
                  <a:lnTo>
                    <a:pt x="679121" y="735577"/>
                  </a:lnTo>
                  <a:lnTo>
                    <a:pt x="0" y="73557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11290" l="-16087" r="-16830" t="-11423"/>
              </a:stretch>
            </a:blipFill>
            <a:ln>
              <a:noFill/>
            </a:ln>
          </p:spPr>
        </p:sp>
      </p:grpSp>
      <p:sp>
        <p:nvSpPr>
          <p:cNvPr id="3051" name="Google Shape;3051;p36"/>
          <p:cNvSpPr/>
          <p:nvPr/>
        </p:nvSpPr>
        <p:spPr>
          <a:xfrm>
            <a:off x="7380196" y="4685857"/>
            <a:ext cx="3527608" cy="1665355"/>
          </a:xfrm>
          <a:custGeom>
            <a:rect b="b" l="l" r="r" t="t"/>
            <a:pathLst>
              <a:path extrusionOk="0" h="1665355" w="3527608">
                <a:moveTo>
                  <a:pt x="0" y="0"/>
                </a:moveTo>
                <a:lnTo>
                  <a:pt x="3527608" y="0"/>
                </a:lnTo>
                <a:lnTo>
                  <a:pt x="3527608" y="1665355"/>
                </a:lnTo>
                <a:lnTo>
                  <a:pt x="0" y="16653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46381" l="-100497" r="0" t="0"/>
            </a:stretch>
          </a:blipFill>
          <a:ln>
            <a:noFill/>
          </a:ln>
        </p:spPr>
      </p:sp>
      <p:sp>
        <p:nvSpPr>
          <p:cNvPr id="3052" name="Google Shape;3052;p36"/>
          <p:cNvSpPr txBox="1"/>
          <p:nvPr/>
        </p:nvSpPr>
        <p:spPr>
          <a:xfrm>
            <a:off x="4654350" y="1709888"/>
            <a:ext cx="8979300" cy="1120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8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52" u="none" cap="none" strike="noStrike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Gracias por su atención</a:t>
            </a:r>
            <a:endParaRPr/>
          </a:p>
        </p:txBody>
      </p:sp>
      <p:grpSp>
        <p:nvGrpSpPr>
          <p:cNvPr id="3053" name="Google Shape;3053;p36"/>
          <p:cNvGrpSpPr/>
          <p:nvPr/>
        </p:nvGrpSpPr>
        <p:grpSpPr>
          <a:xfrm>
            <a:off x="4199927" y="9035729"/>
            <a:ext cx="9888145" cy="909109"/>
            <a:chOff x="0" y="0"/>
            <a:chExt cx="13184194" cy="1212145"/>
          </a:xfrm>
        </p:grpSpPr>
        <p:sp>
          <p:nvSpPr>
            <p:cNvPr id="3054" name="Google Shape;3054;p36"/>
            <p:cNvSpPr/>
            <p:nvPr/>
          </p:nvSpPr>
          <p:spPr>
            <a:xfrm>
              <a:off x="5430197" y="295729"/>
              <a:ext cx="3099083" cy="760244"/>
            </a:xfrm>
            <a:custGeom>
              <a:rect b="b" l="l" r="r" t="t"/>
              <a:pathLst>
                <a:path extrusionOk="0" h="760244" w="3099083">
                  <a:moveTo>
                    <a:pt x="0" y="0"/>
                  </a:moveTo>
                  <a:lnTo>
                    <a:pt x="3099082" y="0"/>
                  </a:lnTo>
                  <a:lnTo>
                    <a:pt x="3099082" y="760243"/>
                  </a:lnTo>
                  <a:lnTo>
                    <a:pt x="0" y="7602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055" name="Google Shape;3055;p36"/>
            <p:cNvSpPr/>
            <p:nvPr/>
          </p:nvSpPr>
          <p:spPr>
            <a:xfrm>
              <a:off x="8840055" y="94249"/>
              <a:ext cx="4344139" cy="1107755"/>
            </a:xfrm>
            <a:custGeom>
              <a:rect b="b" l="l" r="r" t="t"/>
              <a:pathLst>
                <a:path extrusionOk="0" h="1107755" w="4344139">
                  <a:moveTo>
                    <a:pt x="0" y="0"/>
                  </a:moveTo>
                  <a:lnTo>
                    <a:pt x="4344139" y="0"/>
                  </a:lnTo>
                  <a:lnTo>
                    <a:pt x="4344139" y="1107756"/>
                  </a:lnTo>
                  <a:lnTo>
                    <a:pt x="0" y="110775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056" name="Google Shape;3056;p36"/>
            <p:cNvSpPr/>
            <p:nvPr/>
          </p:nvSpPr>
          <p:spPr>
            <a:xfrm>
              <a:off x="2483937" y="158040"/>
              <a:ext cx="2635484" cy="896065"/>
            </a:xfrm>
            <a:custGeom>
              <a:rect b="b" l="l" r="r" t="t"/>
              <a:pathLst>
                <a:path extrusionOk="0" h="896065" w="2635484">
                  <a:moveTo>
                    <a:pt x="0" y="0"/>
                  </a:moveTo>
                  <a:lnTo>
                    <a:pt x="2635484" y="0"/>
                  </a:lnTo>
                  <a:lnTo>
                    <a:pt x="2635484" y="896065"/>
                  </a:lnTo>
                  <a:lnTo>
                    <a:pt x="0" y="89606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3057" name="Google Shape;3057;p36"/>
            <p:cNvSpPr/>
            <p:nvPr/>
          </p:nvSpPr>
          <p:spPr>
            <a:xfrm>
              <a:off x="0" y="0"/>
              <a:ext cx="2179137" cy="1212145"/>
            </a:xfrm>
            <a:custGeom>
              <a:rect b="b" l="l" r="r" t="t"/>
              <a:pathLst>
                <a:path extrusionOk="0" h="1212145" w="2179137">
                  <a:moveTo>
                    <a:pt x="0" y="0"/>
                  </a:moveTo>
                  <a:lnTo>
                    <a:pt x="2179137" y="0"/>
                  </a:lnTo>
                  <a:lnTo>
                    <a:pt x="2179137" y="1212145"/>
                  </a:lnTo>
                  <a:lnTo>
                    <a:pt x="0" y="121214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